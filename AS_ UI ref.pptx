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58" r:id="rId6"/>
    <p:sldId id="262" r:id="rId7"/>
    <p:sldId id="261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D524B-06AD-AA41-7A6D-EB235E87A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DA48CF-5590-F1F4-2CC2-DD10E12F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5442A-AD78-1012-1AAD-4ADF21C0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98DC8-3445-8C08-41F5-18677729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5C45AD-DBAD-73A5-30E3-D86941DD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00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DE754-DB24-9711-56F7-589C2B3B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778747-BF64-40F7-AC6C-0CCA8610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90266-AA94-02C0-4C3B-7EC16A8C0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C6BFA5-3EAB-2E2E-21C9-5D969652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AFC27-ADD1-EE87-AE26-98A17FFC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7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C313A-05E5-7219-A36C-AB63D9AD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25696-B2A9-0D88-779A-791FA7663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D2ED9-8B2D-604B-A21A-738CC877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454FA-E833-FF3E-79AE-DD0E7F8D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661B7-B06A-778A-38BB-1D48E8D3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23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66D12-3D90-E668-D2FE-4EA15238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452C0F-B6DA-D563-68D3-4A98D0D01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B256D9-403C-CEA8-9A5C-4BA011A4E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1263BA-B336-A167-C4F9-540A5FFE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B3D1B6-7776-976B-DEB6-B3BE4AF7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1A313-84BB-E858-917C-5A369799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7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3052A-8FB9-7193-0F6D-04023C230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7D5D4-9B29-8768-F462-47C9D1825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2940B0-F3D8-6190-AA83-BF866BD1A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D6A422-9C9E-CD5F-79F7-14F1501F3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6284A0-31C9-47F9-2F95-BF4F18CA4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C82C7B-A776-2E0B-9A8C-2385BE30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006B22-4564-19B2-C8B7-C86B2195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B0888B-00D7-FA19-F15C-7C284E40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64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B3C9F-2BFE-9671-2F05-A40FED3F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8FE093-AF8F-8512-DB2F-C335E47E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6B507-E9DB-C900-B364-357EADF9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18F4AB-DE18-D18B-371D-8401A1DB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19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3B552A-4507-E0CF-BD8A-30822EB7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71E6B4-68CB-E666-1BF3-F5AE79F4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67020-7B11-34B7-2497-719C5EF4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9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4855D-1143-51E4-049E-243773FC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E546E-32D9-DDB8-10AD-DF8C8118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18F39A-C6FB-B11E-F3FA-BB1589E72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7F7B64-9726-CE3A-61FE-ADC04A21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424897-4268-9C1C-9BCB-B25134DC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64CD2F-08B9-5622-B58A-687250ED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5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F16B3-C4DC-0DAD-8E2B-B66FFF197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62334A-DAAF-F8FE-D8A6-632DAD728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5127FB-C583-7320-59F4-3C707ADDA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87E057-C894-5849-C430-426679A6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59F269-C6C7-234A-BD38-B93DE435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24CDB6-E464-172C-BFE0-D49F9A6A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50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5C3A0-1B6F-B7B2-8DD8-4FD13D53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A9AA11-08D4-65FB-F631-80228378E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98ACBE-8FFD-735C-0035-94EA1428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B70F7E-7EF1-B58D-C798-F9DD5C81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B73ED-1F79-64B5-A410-5BF4F19D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53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E64E6D-6343-1763-683E-8FBBBEA34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F88401-6BE0-ABF1-3A30-29E2473FE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B86E5-C65B-595A-7D8F-F95603A1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741B9F-15AD-DD43-F840-4A31E380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0A4890-F276-B7E3-2632-4385A353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7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54239B-9BEA-6D29-E77F-87082E70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F81C1-C03F-9593-480B-69C83215F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71156-79DC-3509-505B-8B4E62439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0C49A-F404-4BB8-B843-53662A4CC24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4E073F-B266-0626-68A9-8E3086941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B7EFFC-3283-1930-1FB2-CD8386E2B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83241-6BBE-480A-82E2-B71AEF55D6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10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9AB169C-5095-0A28-EB7B-23A3E396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689"/>
            <a:ext cx="12192000" cy="554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4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4FC881-765E-31D5-7F72-22279112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931" y="0"/>
            <a:ext cx="896206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B5030-1BE5-1BEF-51C9-FC0DEC95C6BB}"/>
              </a:ext>
            </a:extLst>
          </p:cNvPr>
          <p:cNvSpPr txBox="1"/>
          <p:nvPr/>
        </p:nvSpPr>
        <p:spPr>
          <a:xfrm>
            <a:off x="0" y="2676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https://www.airportal.go.kr/stats/transport/dashboard.do</a:t>
            </a:r>
          </a:p>
        </p:txBody>
      </p:sp>
    </p:spTree>
    <p:extLst>
      <p:ext uri="{BB962C8B-B14F-4D97-AF65-F5344CB8AC3E}">
        <p14:creationId xmlns:p14="http://schemas.microsoft.com/office/powerpoint/2010/main" val="34541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45AAEE-9271-A2B7-4123-0C8E3035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647" y="254995"/>
            <a:ext cx="8519898" cy="63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2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9490493-09C5-0DB2-338D-1868A3574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54" y="152116"/>
            <a:ext cx="8664691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C65C20-C8F7-3057-98F7-BE27CDE9D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61" y="125443"/>
            <a:ext cx="851227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7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856799-118D-D2E8-95FF-9F9D468E7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28" y="0"/>
            <a:ext cx="92896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957E25-E395-BC92-6261-76F8D340DCA0}"/>
              </a:ext>
            </a:extLst>
          </p:cNvPr>
          <p:cNvSpPr txBox="1"/>
          <p:nvPr/>
        </p:nvSpPr>
        <p:spPr>
          <a:xfrm>
            <a:off x="78658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https://stat.kita.net/stat/kts/pum/ItemImpExpList.screen#</a:t>
            </a:r>
          </a:p>
        </p:txBody>
      </p:sp>
    </p:spTree>
    <p:extLst>
      <p:ext uri="{BB962C8B-B14F-4D97-AF65-F5344CB8AC3E}">
        <p14:creationId xmlns:p14="http://schemas.microsoft.com/office/powerpoint/2010/main" val="3639187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1E9AF02-235E-F6AA-5FEA-05E72EEF7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91" y="338822"/>
            <a:ext cx="8268417" cy="61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7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234CA0-6D2E-F7E1-5B82-0951ED5D0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702"/>
            <a:ext cx="12132091" cy="64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4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9E02B74-9374-903B-27B0-948DA85A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26" y="643466"/>
            <a:ext cx="5208947" cy="5571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0231BC-D5DB-064D-3772-7ECA5D096E08}"/>
              </a:ext>
            </a:extLst>
          </p:cNvPr>
          <p:cNvSpPr txBox="1"/>
          <p:nvPr/>
        </p:nvSpPr>
        <p:spPr>
          <a:xfrm>
            <a:off x="205641" y="27413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https://www.airport.kr/co_ko/651/subview.do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803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DD47F3-6448-9B67-F1FA-7EA4A163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327" y="0"/>
            <a:ext cx="3221168" cy="69049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7F7D5-4A5C-53A4-BA58-0281CB8DB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180" y="1903515"/>
            <a:ext cx="4504727" cy="3672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D3A376-1E8B-42B3-8441-6B227937E77F}"/>
              </a:ext>
            </a:extLst>
          </p:cNvPr>
          <p:cNvSpPr txBox="1"/>
          <p:nvPr/>
        </p:nvSpPr>
        <p:spPr>
          <a:xfrm>
            <a:off x="146615" y="99677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https://www.airport.co.kr/www/cms/frCon/index.do?MENU_ID=1250#none</a:t>
            </a:r>
          </a:p>
        </p:txBody>
      </p:sp>
    </p:spTree>
    <p:extLst>
      <p:ext uri="{BB962C8B-B14F-4D97-AF65-F5344CB8AC3E}">
        <p14:creationId xmlns:p14="http://schemas.microsoft.com/office/powerpoint/2010/main" val="179235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79</Words>
  <Application>Microsoft Office PowerPoint</Application>
  <PresentationFormat>와이드스크린</PresentationFormat>
  <Paragraphs>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양수정</dc:creator>
  <cp:lastModifiedBy>양수정</cp:lastModifiedBy>
  <cp:revision>1</cp:revision>
  <dcterms:created xsi:type="dcterms:W3CDTF">2026-05-29T04:47:37Z</dcterms:created>
  <dcterms:modified xsi:type="dcterms:W3CDTF">2026-05-29T05:34:09Z</dcterms:modified>
</cp:coreProperties>
</file>