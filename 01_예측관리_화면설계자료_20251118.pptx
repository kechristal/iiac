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slideLayouts/slideLayout4.xml" ContentType="application/vnd.openxmlformats-officedocument.presentationml.slideLayout+xml"/>
  <Override PartName="/ppt/theme/theme3.xml" ContentType="application/vnd.openxmlformats-officedocument.theme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731" r:id="rId2"/>
    <p:sldMasterId id="2147483727" r:id="rId3"/>
    <p:sldMasterId id="2147483733" r:id="rId4"/>
  </p:sldMasterIdLst>
  <p:notesMasterIdLst>
    <p:notesMasterId r:id="rId57"/>
  </p:notesMasterIdLst>
  <p:handoutMasterIdLst>
    <p:handoutMasterId r:id="rId58"/>
  </p:handoutMasterIdLst>
  <p:sldIdLst>
    <p:sldId id="1034" r:id="rId5"/>
    <p:sldId id="946" r:id="rId6"/>
    <p:sldId id="1035" r:id="rId7"/>
    <p:sldId id="1036" r:id="rId8"/>
    <p:sldId id="947" r:id="rId9"/>
    <p:sldId id="1038" r:id="rId10"/>
    <p:sldId id="1039" r:id="rId11"/>
    <p:sldId id="948" r:id="rId12"/>
    <p:sldId id="1028" r:id="rId13"/>
    <p:sldId id="1037" r:id="rId14"/>
    <p:sldId id="1040" r:id="rId15"/>
    <p:sldId id="1019" r:id="rId16"/>
    <p:sldId id="1033" r:id="rId17"/>
    <p:sldId id="988" r:id="rId18"/>
    <p:sldId id="1029" r:id="rId19"/>
    <p:sldId id="1041" r:id="rId20"/>
    <p:sldId id="1042" r:id="rId21"/>
    <p:sldId id="951" r:id="rId22"/>
    <p:sldId id="1016" r:id="rId23"/>
    <p:sldId id="1023" r:id="rId24"/>
    <p:sldId id="954" r:id="rId25"/>
    <p:sldId id="955" r:id="rId26"/>
    <p:sldId id="956" r:id="rId27"/>
    <p:sldId id="957" r:id="rId28"/>
    <p:sldId id="958" r:id="rId29"/>
    <p:sldId id="1024" r:id="rId30"/>
    <p:sldId id="960" r:id="rId31"/>
    <p:sldId id="961" r:id="rId32"/>
    <p:sldId id="962" r:id="rId33"/>
    <p:sldId id="963" r:id="rId34"/>
    <p:sldId id="964" r:id="rId35"/>
    <p:sldId id="968" r:id="rId36"/>
    <p:sldId id="969" r:id="rId37"/>
    <p:sldId id="970" r:id="rId38"/>
    <p:sldId id="989" r:id="rId39"/>
    <p:sldId id="1018" r:id="rId40"/>
    <p:sldId id="972" r:id="rId41"/>
    <p:sldId id="1017" r:id="rId42"/>
    <p:sldId id="1025" r:id="rId43"/>
    <p:sldId id="992" r:id="rId44"/>
    <p:sldId id="993" r:id="rId45"/>
    <p:sldId id="994" r:id="rId46"/>
    <p:sldId id="995" r:id="rId47"/>
    <p:sldId id="1026" r:id="rId48"/>
    <p:sldId id="997" r:id="rId49"/>
    <p:sldId id="998" r:id="rId50"/>
    <p:sldId id="999" r:id="rId51"/>
    <p:sldId id="1000" r:id="rId52"/>
    <p:sldId id="1001" r:id="rId53"/>
    <p:sldId id="257" r:id="rId54"/>
    <p:sldId id="1031" r:id="rId55"/>
    <p:sldId id="1032" r:id="rId56"/>
  </p:sldIdLst>
  <p:sldSz cx="9906000" cy="6858000" type="A4"/>
  <p:notesSz cx="6797675" cy="9926638"/>
  <p:defaultTextStyle>
    <a:defPPr>
      <a:defRPr lang="ko-KR"/>
    </a:defPPr>
    <a:lvl1pPr algn="l" rtl="0" fontAlgn="base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1pPr>
    <a:lvl2pPr marL="457200" algn="l" rtl="0" fontAlgn="base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2pPr>
    <a:lvl3pPr marL="914400" algn="l" rtl="0" fontAlgn="base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5pPr>
    <a:lvl6pPr marL="2286000" algn="l" defTabSz="914400" rtl="0" eaLnBrk="1" latinLnBrk="1" hangingPunct="1"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6pPr>
    <a:lvl7pPr marL="2743200" algn="l" defTabSz="914400" rtl="0" eaLnBrk="1" latinLnBrk="1" hangingPunct="1"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7pPr>
    <a:lvl8pPr marL="3200400" algn="l" defTabSz="914400" rtl="0" eaLnBrk="1" latinLnBrk="1" hangingPunct="1"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8pPr>
    <a:lvl9pPr marL="3657600" algn="l" defTabSz="914400" rtl="0" eaLnBrk="1" latinLnBrk="1" hangingPunct="1">
      <a:defRPr kumimoji="1" sz="1000" kern="1200">
        <a:solidFill>
          <a:schemeClr val="tx1"/>
        </a:solidFill>
        <a:latin typeface="Arial" charset="0"/>
        <a:ea typeface="바탕체" pitchFamily="17" charset="-127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예측관리_관리자" id="{E6C0AE9D-5FEE-41C4-8660-98AC160AC1E3}">
          <p14:sldIdLst>
            <p14:sldId id="1034"/>
            <p14:sldId id="946"/>
            <p14:sldId id="1035"/>
            <p14:sldId id="1036"/>
            <p14:sldId id="947"/>
            <p14:sldId id="1038"/>
            <p14:sldId id="1039"/>
            <p14:sldId id="948"/>
            <p14:sldId id="1028"/>
            <p14:sldId id="1037"/>
            <p14:sldId id="1040"/>
            <p14:sldId id="1019"/>
            <p14:sldId id="1033"/>
            <p14:sldId id="988"/>
            <p14:sldId id="1029"/>
            <p14:sldId id="1041"/>
            <p14:sldId id="1042"/>
            <p14:sldId id="951"/>
          </p14:sldIdLst>
        </p14:section>
        <p14:section name="기준 시뮬레이션" id="{E7D6AB72-AC84-44D9-B57C-11E0C607CBC6}">
          <p14:sldIdLst>
            <p14:sldId id="1016"/>
            <p14:sldId id="1023"/>
            <p14:sldId id="954"/>
            <p14:sldId id="955"/>
            <p14:sldId id="956"/>
            <p14:sldId id="957"/>
            <p14:sldId id="958"/>
            <p14:sldId id="1024"/>
            <p14:sldId id="960"/>
            <p14:sldId id="961"/>
            <p14:sldId id="962"/>
            <p14:sldId id="963"/>
            <p14:sldId id="964"/>
          </p14:sldIdLst>
        </p14:section>
        <p14:section name="사용자 정의 시뮬레이션 입력" id="{FE3E0EAA-946B-4821-BFD3-68A3CE73ACDC}">
          <p14:sldIdLst>
            <p14:sldId id="968"/>
            <p14:sldId id="969"/>
            <p14:sldId id="970"/>
            <p14:sldId id="989"/>
            <p14:sldId id="1018"/>
            <p14:sldId id="972"/>
          </p14:sldIdLst>
        </p14:section>
        <p14:section name="사용자 정의 시뮬레이션 결과" id="{5455CF80-E7DA-43E9-A857-1F8D2B6986DD}">
          <p14:sldIdLst>
            <p14:sldId id="1017"/>
            <p14:sldId id="1025"/>
            <p14:sldId id="992"/>
            <p14:sldId id="993"/>
            <p14:sldId id="994"/>
            <p14:sldId id="995"/>
            <p14:sldId id="1026"/>
            <p14:sldId id="997"/>
            <p14:sldId id="998"/>
            <p14:sldId id="999"/>
            <p14:sldId id="1000"/>
            <p14:sldId id="1001"/>
          </p14:sldIdLst>
        </p14:section>
        <p14:section name="참고자료" id="{2207F510-FA65-41D9-9B94-E108D5B97C05}">
          <p14:sldIdLst>
            <p14:sldId id="257"/>
            <p14:sldId id="1031"/>
            <p14:sldId id="103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569">
          <p15:clr>
            <a:srgbClr val="A4A3A4"/>
          </p15:clr>
        </p15:guide>
        <p15:guide id="2" orient="horz" pos="4054">
          <p15:clr>
            <a:srgbClr val="A4A3A4"/>
          </p15:clr>
        </p15:guide>
        <p15:guide id="3" orient="horz" pos="834">
          <p15:clr>
            <a:srgbClr val="A4A3A4"/>
          </p15:clr>
        </p15:guide>
        <p15:guide id="4" orient="horz" pos="1024">
          <p15:clr>
            <a:srgbClr val="A4A3A4"/>
          </p15:clr>
        </p15:guide>
        <p15:guide id="5" orient="horz" pos="4167">
          <p15:clr>
            <a:srgbClr val="A4A3A4"/>
          </p15:clr>
        </p15:guide>
        <p15:guide id="6" pos="5393">
          <p15:clr>
            <a:srgbClr val="A4A3A4"/>
          </p15:clr>
        </p15:guide>
        <p15:guide id="7" pos="6112">
          <p15:clr>
            <a:srgbClr val="A4A3A4"/>
          </p15:clr>
        </p15:guide>
        <p15:guide id="8" pos="166">
          <p15:clr>
            <a:srgbClr val="A4A3A4"/>
          </p15:clr>
        </p15:guide>
        <p15:guide id="9" pos="885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6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2F2"/>
    <a:srgbClr val="5C64B7"/>
    <a:srgbClr val="DDF2FF"/>
    <a:srgbClr val="CCFFCC"/>
    <a:srgbClr val="CCECFF"/>
    <a:srgbClr val="61AACB"/>
    <a:srgbClr val="558ED5"/>
    <a:srgbClr val="F99D1B"/>
    <a:srgbClr val="013A80"/>
    <a:srgbClr val="5786C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6217" autoAdjust="0"/>
    <p:restoredTop sz="99502" autoAdjust="0"/>
  </p:normalViewPr>
  <p:slideViewPr>
    <p:cSldViewPr>
      <p:cViewPr varScale="1">
        <p:scale>
          <a:sx n="161" d="100"/>
          <a:sy n="161" d="100"/>
        </p:scale>
        <p:origin x="2130" y="144"/>
      </p:cViewPr>
      <p:guideLst>
        <p:guide orient="horz" pos="569"/>
        <p:guide orient="horz" pos="4054"/>
        <p:guide orient="horz" pos="834"/>
        <p:guide orient="horz" pos="1024"/>
        <p:guide orient="horz" pos="4167"/>
        <p:guide pos="5393"/>
        <p:guide pos="6112"/>
        <p:guide pos="166"/>
        <p:guide pos="885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81" d="100"/>
          <a:sy n="81" d="100"/>
        </p:scale>
        <p:origin x="-3750" y="-108"/>
      </p:cViewPr>
      <p:guideLst>
        <p:guide orient="horz" pos="3126"/>
        <p:guide pos="2141"/>
      </p:guideLst>
    </p:cSldViewPr>
  </p:notesViewPr>
  <p:gridSpacing cx="60128" cy="6012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slide" Target="slides/slide49.xml"/><Relationship Id="rId58" Type="http://schemas.openxmlformats.org/officeDocument/2006/relationships/handoutMaster" Target="handoutMasters/handoutMaster1.xml"/><Relationship Id="rId5" Type="http://schemas.openxmlformats.org/officeDocument/2006/relationships/slide" Target="slides/slide1.xml"/><Relationship Id="rId61" Type="http://schemas.openxmlformats.org/officeDocument/2006/relationships/theme" Target="theme/theme1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presProps" Target="pres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 19 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구역 체크인카운터 현황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대기인원(전주 동요일)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30</c:v>
                </c:pt>
                <c:pt idx="1">
                  <c:v>50</c:v>
                </c:pt>
                <c:pt idx="2">
                  <c:v>80</c:v>
                </c:pt>
                <c:pt idx="3">
                  <c:v>100</c:v>
                </c:pt>
                <c:pt idx="4">
                  <c:v>150</c:v>
                </c:pt>
                <c:pt idx="5">
                  <c:v>180</c:v>
                </c:pt>
                <c:pt idx="6">
                  <c:v>210</c:v>
                </c:pt>
                <c:pt idx="7">
                  <c:v>220</c:v>
                </c:pt>
                <c:pt idx="8">
                  <c:v>170</c:v>
                </c:pt>
                <c:pt idx="9">
                  <c:v>150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BE4-4F54-B42F-CE75B61734D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대기인원(현재)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22</c:v>
                </c:pt>
                <c:pt idx="1">
                  <c:v>43</c:v>
                </c:pt>
                <c:pt idx="2">
                  <c:v>76</c:v>
                </c:pt>
                <c:pt idx="3">
                  <c:v>88</c:v>
                </c:pt>
                <c:pt idx="4">
                  <c:v>127</c:v>
                </c:pt>
                <c:pt idx="5">
                  <c:v>166</c:v>
                </c:pt>
                <c:pt idx="6">
                  <c:v>190</c:v>
                </c:pt>
                <c:pt idx="7">
                  <c:v>200</c:v>
                </c:pt>
                <c:pt idx="8">
                  <c:v>140</c:v>
                </c:pt>
                <c:pt idx="9">
                  <c:v>120</c:v>
                </c:pt>
                <c:pt idx="10">
                  <c:v>43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BE4-4F54-B42F-CE75B61734D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대기인원(내일)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22</c:v>
                </c:pt>
                <c:pt idx="1">
                  <c:v>44</c:v>
                </c:pt>
                <c:pt idx="2">
                  <c:v>66</c:v>
                </c:pt>
                <c:pt idx="3">
                  <c:v>87</c:v>
                </c:pt>
                <c:pt idx="4">
                  <c:v>126</c:v>
                </c:pt>
                <c:pt idx="5">
                  <c:v>156</c:v>
                </c:pt>
                <c:pt idx="6">
                  <c:v>200</c:v>
                </c:pt>
                <c:pt idx="7">
                  <c:v>210</c:v>
                </c:pt>
                <c:pt idx="8">
                  <c:v>140</c:v>
                </c:pt>
                <c:pt idx="9">
                  <c:v>100</c:v>
                </c:pt>
                <c:pt idx="10">
                  <c:v>33</c:v>
                </c:pt>
                <c:pt idx="11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BE4-4F54-B42F-CE75B61734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0610543"/>
        <c:axId val="890587663"/>
      </c:lineChart>
      <c:catAx>
        <c:axId val="890610543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587663"/>
        <c:crosses val="autoZero"/>
        <c:auto val="1"/>
        <c:lblAlgn val="ctr"/>
        <c:lblOffset val="100"/>
        <c:noMultiLvlLbl val="0"/>
      </c:catAx>
      <c:valAx>
        <c:axId val="8905876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6105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solidFill>
      <a:schemeClr val="bg1"/>
    </a:solidFill>
    <a:ln>
      <a:solidFill>
        <a:schemeClr val="bg2">
          <a:lumMod val="60000"/>
          <a:lumOff val="40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N-3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구역 셀프체크인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현황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대기인원(전일)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30</c:v>
                </c:pt>
                <c:pt idx="1">
                  <c:v>50</c:v>
                </c:pt>
                <c:pt idx="2">
                  <c:v>80</c:v>
                </c:pt>
                <c:pt idx="3">
                  <c:v>100</c:v>
                </c:pt>
                <c:pt idx="4">
                  <c:v>150</c:v>
                </c:pt>
                <c:pt idx="5">
                  <c:v>180</c:v>
                </c:pt>
                <c:pt idx="6">
                  <c:v>210</c:v>
                </c:pt>
                <c:pt idx="7">
                  <c:v>220</c:v>
                </c:pt>
                <c:pt idx="8">
                  <c:v>170</c:v>
                </c:pt>
                <c:pt idx="9">
                  <c:v>150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0D6-4FB4-9CFD-2E1DB272FA4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대기인원(현재)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22</c:v>
                </c:pt>
                <c:pt idx="1">
                  <c:v>43</c:v>
                </c:pt>
                <c:pt idx="2">
                  <c:v>76</c:v>
                </c:pt>
                <c:pt idx="3">
                  <c:v>88</c:v>
                </c:pt>
                <c:pt idx="4">
                  <c:v>127</c:v>
                </c:pt>
                <c:pt idx="5">
                  <c:v>166</c:v>
                </c:pt>
                <c:pt idx="6">
                  <c:v>190</c:v>
                </c:pt>
                <c:pt idx="7">
                  <c:v>200</c:v>
                </c:pt>
                <c:pt idx="8">
                  <c:v>140</c:v>
                </c:pt>
                <c:pt idx="9">
                  <c:v>120</c:v>
                </c:pt>
                <c:pt idx="10">
                  <c:v>43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0D6-4FB4-9CFD-2E1DB272FA4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대기인원(내일)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22</c:v>
                </c:pt>
                <c:pt idx="1">
                  <c:v>44</c:v>
                </c:pt>
                <c:pt idx="2">
                  <c:v>66</c:v>
                </c:pt>
                <c:pt idx="3">
                  <c:v>87</c:v>
                </c:pt>
                <c:pt idx="4">
                  <c:v>126</c:v>
                </c:pt>
                <c:pt idx="5">
                  <c:v>156</c:v>
                </c:pt>
                <c:pt idx="6">
                  <c:v>200</c:v>
                </c:pt>
                <c:pt idx="7">
                  <c:v>210</c:v>
                </c:pt>
                <c:pt idx="8">
                  <c:v>140</c:v>
                </c:pt>
                <c:pt idx="9">
                  <c:v>100</c:v>
                </c:pt>
                <c:pt idx="10">
                  <c:v>33</c:v>
                </c:pt>
                <c:pt idx="11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0D6-4FB4-9CFD-2E1DB272FA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0610543"/>
        <c:axId val="890587663"/>
      </c:lineChart>
      <c:catAx>
        <c:axId val="890610543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587663"/>
        <c:crosses val="autoZero"/>
        <c:auto val="1"/>
        <c:lblAlgn val="ctr"/>
        <c:lblOffset val="100"/>
        <c:noMultiLvlLbl val="0"/>
      </c:catAx>
      <c:valAx>
        <c:axId val="8905876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6105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solidFill>
      <a:schemeClr val="bg1"/>
    </a:solidFill>
    <a:ln>
      <a:solidFill>
        <a:schemeClr val="bg2">
          <a:lumMod val="60000"/>
          <a:lumOff val="40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번 출국장 현황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대기인원(전일)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30</c:v>
                </c:pt>
                <c:pt idx="1">
                  <c:v>50</c:v>
                </c:pt>
                <c:pt idx="2">
                  <c:v>80</c:v>
                </c:pt>
                <c:pt idx="3">
                  <c:v>100</c:v>
                </c:pt>
                <c:pt idx="4">
                  <c:v>150</c:v>
                </c:pt>
                <c:pt idx="5">
                  <c:v>180</c:v>
                </c:pt>
                <c:pt idx="6">
                  <c:v>210</c:v>
                </c:pt>
                <c:pt idx="7">
                  <c:v>220</c:v>
                </c:pt>
                <c:pt idx="8">
                  <c:v>170</c:v>
                </c:pt>
                <c:pt idx="9">
                  <c:v>150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633-41DD-B145-2302FBC2FCF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대기인원(현재)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22</c:v>
                </c:pt>
                <c:pt idx="1">
                  <c:v>43</c:v>
                </c:pt>
                <c:pt idx="2">
                  <c:v>76</c:v>
                </c:pt>
                <c:pt idx="3">
                  <c:v>88</c:v>
                </c:pt>
                <c:pt idx="4">
                  <c:v>127</c:v>
                </c:pt>
                <c:pt idx="5">
                  <c:v>166</c:v>
                </c:pt>
                <c:pt idx="6">
                  <c:v>190</c:v>
                </c:pt>
                <c:pt idx="7">
                  <c:v>200</c:v>
                </c:pt>
                <c:pt idx="8">
                  <c:v>140</c:v>
                </c:pt>
                <c:pt idx="9">
                  <c:v>120</c:v>
                </c:pt>
                <c:pt idx="10">
                  <c:v>43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633-41DD-B145-2302FBC2FCF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대기인원(내일)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22</c:v>
                </c:pt>
                <c:pt idx="1">
                  <c:v>44</c:v>
                </c:pt>
                <c:pt idx="2">
                  <c:v>66</c:v>
                </c:pt>
                <c:pt idx="3">
                  <c:v>87</c:v>
                </c:pt>
                <c:pt idx="4">
                  <c:v>126</c:v>
                </c:pt>
                <c:pt idx="5">
                  <c:v>156</c:v>
                </c:pt>
                <c:pt idx="6">
                  <c:v>200</c:v>
                </c:pt>
                <c:pt idx="7">
                  <c:v>210</c:v>
                </c:pt>
                <c:pt idx="8">
                  <c:v>140</c:v>
                </c:pt>
                <c:pt idx="9">
                  <c:v>100</c:v>
                </c:pt>
                <c:pt idx="10">
                  <c:v>33</c:v>
                </c:pt>
                <c:pt idx="11">
                  <c:v>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633-41DD-B145-2302FBC2FC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0610543"/>
        <c:axId val="890587663"/>
      </c:lineChart>
      <c:catAx>
        <c:axId val="890610543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587663"/>
        <c:crosses val="autoZero"/>
        <c:auto val="1"/>
        <c:lblAlgn val="ctr"/>
        <c:lblOffset val="100"/>
        <c:noMultiLvlLbl val="0"/>
      </c:catAx>
      <c:valAx>
        <c:axId val="8905876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6105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solidFill>
      <a:schemeClr val="bg1"/>
    </a:solidFill>
    <a:ln>
      <a:solidFill>
        <a:schemeClr val="bg2">
          <a:lumMod val="60000"/>
          <a:lumOff val="40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cap="all" spc="5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ko-KR" altLang="en-US" sz="14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운항편 수</a:t>
            </a:r>
            <a:endParaRPr lang="ko-KR" sz="14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cap="all" spc="5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8.092436108445035E-2"/>
          <c:y val="0.29718727339130985"/>
          <c:w val="0.77713748864129861"/>
          <c:h val="0.548583315248746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여객수</c:v>
                </c:pt>
              </c:strCache>
            </c:strRef>
          </c:tx>
          <c:spPr>
            <a:gradFill flip="none" rotWithShape="1">
              <a:gsLst>
                <a:gs pos="0">
                  <a:schemeClr val="accent2"/>
                </a:gs>
                <a:gs pos="75000">
                  <a:schemeClr val="accent2">
                    <a:lumMod val="60000"/>
                    <a:lumOff val="40000"/>
                  </a:schemeClr>
                </a:gs>
                <a:gs pos="51000">
                  <a:schemeClr val="accent2">
                    <a:alpha val="75000"/>
                  </a:schemeClr>
                </a:gs>
                <a:gs pos="100000">
                  <a:schemeClr val="accent2">
                    <a:lumMod val="20000"/>
                    <a:lumOff val="80000"/>
                    <a:alpha val="15000"/>
                  </a:schemeClr>
                </a:gs>
              </a:gsLst>
              <a:lin ang="5400000" scaled="0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30</c:v>
                </c:pt>
                <c:pt idx="2">
                  <c:v>20</c:v>
                </c:pt>
                <c:pt idx="3">
                  <c:v>100</c:v>
                </c:pt>
                <c:pt idx="4">
                  <c:v>120</c:v>
                </c:pt>
                <c:pt idx="5">
                  <c:v>200</c:v>
                </c:pt>
                <c:pt idx="6">
                  <c:v>200</c:v>
                </c:pt>
                <c:pt idx="7">
                  <c:v>200</c:v>
                </c:pt>
                <c:pt idx="8">
                  <c:v>100</c:v>
                </c:pt>
                <c:pt idx="9">
                  <c:v>100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575-4012-8147-2D14E4E0A512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355"/>
        <c:overlap val="-70"/>
        <c:axId val="820526415"/>
        <c:axId val="820546799"/>
      </c:barChart>
      <c:catAx>
        <c:axId val="820526415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46799"/>
        <c:crosses val="autoZero"/>
        <c:auto val="1"/>
        <c:lblAlgn val="ctr"/>
        <c:lblOffset val="100"/>
        <c:noMultiLvlLbl val="0"/>
      </c:catAx>
      <c:valAx>
        <c:axId val="820546799"/>
        <c:scaling>
          <c:orientation val="minMax"/>
        </c:scaling>
        <c:delete val="0"/>
        <c:axPos val="l"/>
        <c:majorGridlines>
          <c:spPr>
            <a:ln w="9525" cap="flat" cmpd="sng" algn="ctr">
              <a:gradFill>
                <a:gsLst>
                  <a:gs pos="100000">
                    <a:schemeClr val="tx1">
                      <a:lumMod val="5000"/>
                      <a:lumOff val="95000"/>
                    </a:schemeClr>
                  </a:gs>
                  <a:gs pos="0">
                    <a:schemeClr val="tx1">
                      <a:lumMod val="25000"/>
                      <a:lumOff val="75000"/>
                    </a:schemeClr>
                  </a:gs>
                </a:gsLst>
                <a:lin ang="5400000" scaled="0"/>
              </a:gra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264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cap="all" spc="5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ko-KR" altLang="en-US" sz="14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여객 수</a:t>
            </a:r>
            <a:endParaRPr lang="ko-KR" sz="14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cap="all" spc="5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8.092436108445035E-2"/>
          <c:y val="0.29718727339130985"/>
          <c:w val="0.77713748864129861"/>
          <c:h val="0.548583315248746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여객수</c:v>
                </c:pt>
              </c:strCache>
            </c:strRef>
          </c:tx>
          <c:spPr>
            <a:gradFill flip="none" rotWithShape="1">
              <a:gsLst>
                <a:gs pos="0">
                  <a:schemeClr val="accent2"/>
                </a:gs>
                <a:gs pos="75000">
                  <a:schemeClr val="accent2">
                    <a:lumMod val="60000"/>
                    <a:lumOff val="40000"/>
                  </a:schemeClr>
                </a:gs>
                <a:gs pos="51000">
                  <a:schemeClr val="accent2">
                    <a:alpha val="75000"/>
                  </a:schemeClr>
                </a:gs>
                <a:gs pos="100000">
                  <a:schemeClr val="accent2">
                    <a:lumMod val="20000"/>
                    <a:lumOff val="80000"/>
                    <a:alpha val="15000"/>
                  </a:schemeClr>
                </a:gs>
              </a:gsLst>
              <a:lin ang="5400000" scaled="0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30</c:v>
                </c:pt>
                <c:pt idx="2">
                  <c:v>20</c:v>
                </c:pt>
                <c:pt idx="3">
                  <c:v>100</c:v>
                </c:pt>
                <c:pt idx="4">
                  <c:v>120</c:v>
                </c:pt>
                <c:pt idx="5">
                  <c:v>200</c:v>
                </c:pt>
                <c:pt idx="6">
                  <c:v>200</c:v>
                </c:pt>
                <c:pt idx="7">
                  <c:v>200</c:v>
                </c:pt>
                <c:pt idx="8">
                  <c:v>100</c:v>
                </c:pt>
                <c:pt idx="9">
                  <c:v>100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931-485E-BF0F-057EADD022B5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355"/>
        <c:overlap val="-70"/>
        <c:axId val="820526415"/>
        <c:axId val="820546799"/>
      </c:barChart>
      <c:catAx>
        <c:axId val="820526415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46799"/>
        <c:crosses val="autoZero"/>
        <c:auto val="1"/>
        <c:lblAlgn val="ctr"/>
        <c:lblOffset val="100"/>
        <c:noMultiLvlLbl val="0"/>
      </c:catAx>
      <c:valAx>
        <c:axId val="820546799"/>
        <c:scaling>
          <c:orientation val="minMax"/>
        </c:scaling>
        <c:delete val="0"/>
        <c:axPos val="l"/>
        <c:majorGridlines>
          <c:spPr>
            <a:ln w="9525" cap="flat" cmpd="sng" algn="ctr">
              <a:gradFill>
                <a:gsLst>
                  <a:gs pos="100000">
                    <a:schemeClr val="tx1">
                      <a:lumMod val="5000"/>
                      <a:lumOff val="95000"/>
                    </a:schemeClr>
                  </a:gs>
                  <a:gs pos="0">
                    <a:schemeClr val="tx1">
                      <a:lumMod val="25000"/>
                      <a:lumOff val="75000"/>
                    </a:schemeClr>
                  </a:gs>
                </a:gsLst>
                <a:lin ang="5400000" scaled="0"/>
              </a:gra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264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cap="all" spc="5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ko-KR" altLang="en-US" sz="14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운항편 수</a:t>
            </a:r>
            <a:endParaRPr lang="ko-KR" sz="14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cap="all" spc="5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8.092436108445035E-2"/>
          <c:y val="0.29718727339130985"/>
          <c:w val="0.77713748864129861"/>
          <c:h val="0.548583315248746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여객수</c:v>
                </c:pt>
              </c:strCache>
            </c:strRef>
          </c:tx>
          <c:spPr>
            <a:gradFill flip="none" rotWithShape="1">
              <a:gsLst>
                <a:gs pos="0">
                  <a:schemeClr val="accent2"/>
                </a:gs>
                <a:gs pos="75000">
                  <a:schemeClr val="accent2">
                    <a:lumMod val="60000"/>
                    <a:lumOff val="40000"/>
                  </a:schemeClr>
                </a:gs>
                <a:gs pos="51000">
                  <a:schemeClr val="accent2">
                    <a:alpha val="75000"/>
                  </a:schemeClr>
                </a:gs>
                <a:gs pos="100000">
                  <a:schemeClr val="accent2">
                    <a:lumMod val="20000"/>
                    <a:lumOff val="80000"/>
                    <a:alpha val="15000"/>
                  </a:schemeClr>
                </a:gs>
              </a:gsLst>
              <a:lin ang="5400000" scaled="0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30</c:v>
                </c:pt>
                <c:pt idx="2">
                  <c:v>20</c:v>
                </c:pt>
                <c:pt idx="3">
                  <c:v>100</c:v>
                </c:pt>
                <c:pt idx="4">
                  <c:v>120</c:v>
                </c:pt>
                <c:pt idx="5">
                  <c:v>200</c:v>
                </c:pt>
                <c:pt idx="6">
                  <c:v>200</c:v>
                </c:pt>
                <c:pt idx="7">
                  <c:v>200</c:v>
                </c:pt>
                <c:pt idx="8">
                  <c:v>100</c:v>
                </c:pt>
                <c:pt idx="9">
                  <c:v>100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9F7-4AD8-9DA0-CF15BBF509F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355"/>
        <c:overlap val="-70"/>
        <c:axId val="820526415"/>
        <c:axId val="820546799"/>
      </c:barChart>
      <c:catAx>
        <c:axId val="820526415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46799"/>
        <c:crosses val="autoZero"/>
        <c:auto val="1"/>
        <c:lblAlgn val="ctr"/>
        <c:lblOffset val="100"/>
        <c:noMultiLvlLbl val="0"/>
      </c:catAx>
      <c:valAx>
        <c:axId val="820546799"/>
        <c:scaling>
          <c:orientation val="minMax"/>
        </c:scaling>
        <c:delete val="0"/>
        <c:axPos val="l"/>
        <c:majorGridlines>
          <c:spPr>
            <a:ln w="9525" cap="flat" cmpd="sng" algn="ctr">
              <a:gradFill>
                <a:gsLst>
                  <a:gs pos="100000">
                    <a:schemeClr val="tx1">
                      <a:lumMod val="5000"/>
                      <a:lumOff val="95000"/>
                    </a:schemeClr>
                  </a:gs>
                  <a:gs pos="0">
                    <a:schemeClr val="tx1">
                      <a:lumMod val="25000"/>
                      <a:lumOff val="75000"/>
                    </a:schemeClr>
                  </a:gs>
                </a:gsLst>
                <a:lin ang="5400000" scaled="0"/>
              </a:gra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264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cap="all" spc="5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ko-KR" altLang="en-US" sz="14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여객 수</a:t>
            </a:r>
            <a:endParaRPr lang="ko-KR" sz="14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cap="all" spc="5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>
        <c:manualLayout>
          <c:layoutTarget val="inner"/>
          <c:xMode val="edge"/>
          <c:yMode val="edge"/>
          <c:x val="8.092436108445035E-2"/>
          <c:y val="0.29718727339130985"/>
          <c:w val="0.77713748864129861"/>
          <c:h val="0.548583315248746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여객수</c:v>
                </c:pt>
              </c:strCache>
            </c:strRef>
          </c:tx>
          <c:spPr>
            <a:gradFill flip="none" rotWithShape="1">
              <a:gsLst>
                <a:gs pos="0">
                  <a:schemeClr val="accent2"/>
                </a:gs>
                <a:gs pos="75000">
                  <a:schemeClr val="accent2">
                    <a:lumMod val="60000"/>
                    <a:lumOff val="40000"/>
                  </a:schemeClr>
                </a:gs>
                <a:gs pos="51000">
                  <a:schemeClr val="accent2">
                    <a:alpha val="75000"/>
                  </a:schemeClr>
                </a:gs>
                <a:gs pos="100000">
                  <a:schemeClr val="accent2">
                    <a:lumMod val="20000"/>
                    <a:lumOff val="80000"/>
                    <a:alpha val="15000"/>
                  </a:schemeClr>
                </a:gs>
              </a:gsLst>
              <a:lin ang="5400000" scaled="0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20</c:v>
                </c:pt>
                <c:pt idx="1">
                  <c:v>30</c:v>
                </c:pt>
                <c:pt idx="2">
                  <c:v>20</c:v>
                </c:pt>
                <c:pt idx="3">
                  <c:v>100</c:v>
                </c:pt>
                <c:pt idx="4">
                  <c:v>120</c:v>
                </c:pt>
                <c:pt idx="5">
                  <c:v>200</c:v>
                </c:pt>
                <c:pt idx="6">
                  <c:v>200</c:v>
                </c:pt>
                <c:pt idx="7">
                  <c:v>200</c:v>
                </c:pt>
                <c:pt idx="8">
                  <c:v>100</c:v>
                </c:pt>
                <c:pt idx="9">
                  <c:v>100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825-4B53-8941-FD0F41C70ED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355"/>
        <c:overlap val="-70"/>
        <c:axId val="820526415"/>
        <c:axId val="820546799"/>
      </c:barChart>
      <c:catAx>
        <c:axId val="820526415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46799"/>
        <c:crosses val="autoZero"/>
        <c:auto val="1"/>
        <c:lblAlgn val="ctr"/>
        <c:lblOffset val="100"/>
        <c:noMultiLvlLbl val="0"/>
      </c:catAx>
      <c:valAx>
        <c:axId val="820546799"/>
        <c:scaling>
          <c:orientation val="minMax"/>
        </c:scaling>
        <c:delete val="0"/>
        <c:axPos val="l"/>
        <c:majorGridlines>
          <c:spPr>
            <a:ln w="9525" cap="flat" cmpd="sng" algn="ctr">
              <a:gradFill>
                <a:gsLst>
                  <a:gs pos="100000">
                    <a:schemeClr val="tx1">
                      <a:lumMod val="5000"/>
                      <a:lumOff val="95000"/>
                    </a:schemeClr>
                  </a:gs>
                  <a:gs pos="0">
                    <a:schemeClr val="tx1">
                      <a:lumMod val="25000"/>
                      <a:lumOff val="75000"/>
                    </a:schemeClr>
                  </a:gs>
                </a:gsLst>
                <a:lin ang="5400000" scaled="0"/>
              </a:gra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205264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 19 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구역 체크인카운터 현황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기준시뮬레이션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30</c:v>
                </c:pt>
                <c:pt idx="1">
                  <c:v>50</c:v>
                </c:pt>
                <c:pt idx="2">
                  <c:v>80</c:v>
                </c:pt>
                <c:pt idx="3">
                  <c:v>100</c:v>
                </c:pt>
                <c:pt idx="4">
                  <c:v>150</c:v>
                </c:pt>
                <c:pt idx="5">
                  <c:v>180</c:v>
                </c:pt>
                <c:pt idx="6">
                  <c:v>210</c:v>
                </c:pt>
                <c:pt idx="7">
                  <c:v>220</c:v>
                </c:pt>
                <c:pt idx="8">
                  <c:v>170</c:v>
                </c:pt>
                <c:pt idx="9">
                  <c:v>150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E0A-4F33-99C2-C01775B63B3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사용자정의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22</c:v>
                </c:pt>
                <c:pt idx="1">
                  <c:v>43</c:v>
                </c:pt>
                <c:pt idx="2">
                  <c:v>76</c:v>
                </c:pt>
                <c:pt idx="3">
                  <c:v>88</c:v>
                </c:pt>
                <c:pt idx="4">
                  <c:v>127</c:v>
                </c:pt>
                <c:pt idx="5">
                  <c:v>166</c:v>
                </c:pt>
                <c:pt idx="6">
                  <c:v>190</c:v>
                </c:pt>
                <c:pt idx="7">
                  <c:v>200</c:v>
                </c:pt>
                <c:pt idx="8">
                  <c:v>140</c:v>
                </c:pt>
                <c:pt idx="9">
                  <c:v>120</c:v>
                </c:pt>
                <c:pt idx="10">
                  <c:v>43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E0A-4F33-99C2-C01775B63B3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열1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E0A-4F33-99C2-C01775B63B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0610543"/>
        <c:axId val="890587663"/>
      </c:lineChart>
      <c:catAx>
        <c:axId val="890610543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587663"/>
        <c:crosses val="autoZero"/>
        <c:auto val="1"/>
        <c:lblAlgn val="ctr"/>
        <c:lblOffset val="100"/>
        <c:noMultiLvlLbl val="0"/>
      </c:catAx>
      <c:valAx>
        <c:axId val="8905876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6105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solidFill>
      <a:schemeClr val="bg1"/>
    </a:solidFill>
    <a:ln>
      <a:solidFill>
        <a:schemeClr val="bg2">
          <a:lumMod val="60000"/>
          <a:lumOff val="40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N-3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구역 셀프체크인</a:t>
            </a: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4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백드롭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현황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기준일자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30</c:v>
                </c:pt>
                <c:pt idx="1">
                  <c:v>50</c:v>
                </c:pt>
                <c:pt idx="2">
                  <c:v>80</c:v>
                </c:pt>
                <c:pt idx="3">
                  <c:v>100</c:v>
                </c:pt>
                <c:pt idx="4">
                  <c:v>150</c:v>
                </c:pt>
                <c:pt idx="5">
                  <c:v>180</c:v>
                </c:pt>
                <c:pt idx="6">
                  <c:v>210</c:v>
                </c:pt>
                <c:pt idx="7">
                  <c:v>220</c:v>
                </c:pt>
                <c:pt idx="8">
                  <c:v>170</c:v>
                </c:pt>
                <c:pt idx="9">
                  <c:v>150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26D-44FE-82D3-5CAF2850875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사용자정의 일자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22</c:v>
                </c:pt>
                <c:pt idx="1">
                  <c:v>43</c:v>
                </c:pt>
                <c:pt idx="2">
                  <c:v>76</c:v>
                </c:pt>
                <c:pt idx="3">
                  <c:v>88</c:v>
                </c:pt>
                <c:pt idx="4">
                  <c:v>127</c:v>
                </c:pt>
                <c:pt idx="5">
                  <c:v>166</c:v>
                </c:pt>
                <c:pt idx="6">
                  <c:v>190</c:v>
                </c:pt>
                <c:pt idx="7">
                  <c:v>200</c:v>
                </c:pt>
                <c:pt idx="8">
                  <c:v>140</c:v>
                </c:pt>
                <c:pt idx="9">
                  <c:v>120</c:v>
                </c:pt>
                <c:pt idx="10">
                  <c:v>43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26D-44FE-82D3-5CAF2850875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열1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526D-44FE-82D3-5CAF285087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0610543"/>
        <c:axId val="890587663"/>
      </c:lineChart>
      <c:catAx>
        <c:axId val="890610543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587663"/>
        <c:crosses val="autoZero"/>
        <c:auto val="1"/>
        <c:lblAlgn val="ctr"/>
        <c:lblOffset val="100"/>
        <c:noMultiLvlLbl val="0"/>
      </c:catAx>
      <c:valAx>
        <c:axId val="8905876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6105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solidFill>
      <a:schemeClr val="bg1"/>
    </a:solidFill>
    <a:ln>
      <a:solidFill>
        <a:schemeClr val="bg2">
          <a:lumMod val="60000"/>
          <a:lumOff val="40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번 출국장 혼잡도 현황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기준일자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30</c:v>
                </c:pt>
                <c:pt idx="1">
                  <c:v>50</c:v>
                </c:pt>
                <c:pt idx="2">
                  <c:v>80</c:v>
                </c:pt>
                <c:pt idx="3">
                  <c:v>100</c:v>
                </c:pt>
                <c:pt idx="4">
                  <c:v>150</c:v>
                </c:pt>
                <c:pt idx="5">
                  <c:v>180</c:v>
                </c:pt>
                <c:pt idx="6">
                  <c:v>210</c:v>
                </c:pt>
                <c:pt idx="7">
                  <c:v>220</c:v>
                </c:pt>
                <c:pt idx="8">
                  <c:v>170</c:v>
                </c:pt>
                <c:pt idx="9">
                  <c:v>150</c:v>
                </c:pt>
                <c:pt idx="10">
                  <c:v>50</c:v>
                </c:pt>
                <c:pt idx="1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A9F-4658-B094-3D203CC133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사용자정의 일자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22</c:v>
                </c:pt>
                <c:pt idx="1">
                  <c:v>43</c:v>
                </c:pt>
                <c:pt idx="2">
                  <c:v>76</c:v>
                </c:pt>
                <c:pt idx="3">
                  <c:v>88</c:v>
                </c:pt>
                <c:pt idx="4">
                  <c:v>127</c:v>
                </c:pt>
                <c:pt idx="5">
                  <c:v>166</c:v>
                </c:pt>
                <c:pt idx="6">
                  <c:v>190</c:v>
                </c:pt>
                <c:pt idx="7">
                  <c:v>200</c:v>
                </c:pt>
                <c:pt idx="8">
                  <c:v>140</c:v>
                </c:pt>
                <c:pt idx="9">
                  <c:v>120</c:v>
                </c:pt>
                <c:pt idx="10">
                  <c:v>43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A9F-4658-B094-3D203CC133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열1</c:v>
                </c:pt>
              </c:strCache>
            </c:strRef>
          </c:tx>
          <c:spPr>
            <a:ln w="28575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cat>
            <c:numRef>
              <c:f>Sheet1!$A$2:$A$13</c:f>
              <c:numCache>
                <c:formatCode>h:mm</c:formatCode>
                <c:ptCount val="12"/>
                <c:pt idx="0">
                  <c:v>0.16666666666666666</c:v>
                </c:pt>
                <c:pt idx="1">
                  <c:v>0.25</c:v>
                </c:pt>
                <c:pt idx="2">
                  <c:v>0.33333333333333398</c:v>
                </c:pt>
                <c:pt idx="3">
                  <c:v>0.41666666666666702</c:v>
                </c:pt>
                <c:pt idx="4">
                  <c:v>0.5</c:v>
                </c:pt>
                <c:pt idx="5">
                  <c:v>0.58333333333333404</c:v>
                </c:pt>
                <c:pt idx="6">
                  <c:v>0.66666666666666696</c:v>
                </c:pt>
                <c:pt idx="7">
                  <c:v>0.75</c:v>
                </c:pt>
                <c:pt idx="8">
                  <c:v>0.83333333333333404</c:v>
                </c:pt>
                <c:pt idx="9">
                  <c:v>0.91666666666666696</c:v>
                </c:pt>
                <c:pt idx="10">
                  <c:v>1</c:v>
                </c:pt>
                <c:pt idx="11">
                  <c:v>1.0833333333333299</c:v>
                </c:pt>
              </c:numCache>
            </c:numRef>
          </c:cat>
          <c:val>
            <c:numRef>
              <c:f>Sheet1!$D$2:$D$13</c:f>
              <c:numCache>
                <c:formatCode>General</c:formatCode>
                <c:ptCount val="12"/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5A9F-4658-B094-3D203CC133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0610543"/>
        <c:axId val="890587663"/>
      </c:lineChart>
      <c:catAx>
        <c:axId val="890610543"/>
        <c:scaling>
          <c:orientation val="minMax"/>
        </c:scaling>
        <c:delete val="0"/>
        <c:axPos val="b"/>
        <c:numFmt formatCode="h:mm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587663"/>
        <c:crosses val="autoZero"/>
        <c:auto val="1"/>
        <c:lblAlgn val="ctr"/>
        <c:lblOffset val="100"/>
        <c:noMultiLvlLbl val="0"/>
      </c:catAx>
      <c:valAx>
        <c:axId val="8905876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pPr>
            <a:endParaRPr lang="ko-KR"/>
          </a:p>
        </c:txPr>
        <c:crossAx val="8906105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solidFill>
      <a:schemeClr val="bg1"/>
    </a:solidFill>
    <a:ln>
      <a:solidFill>
        <a:schemeClr val="bg2">
          <a:lumMod val="60000"/>
          <a:lumOff val="40000"/>
        </a:schemeClr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1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  <a:ln w="9525" cap="flat" cmpd="sng" algn="ctr">
        <a:solidFill>
          <a:schemeClr val="phClr">
            <a:shade val="95000"/>
          </a:schemeClr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  <a:headEnd type="none" w="sm" len="sm"/>
        <a:tailEnd type="none" w="sm" len="sm"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200" b="1" kern="1200" cap="all" spc="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1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  <a:ln w="9525" cap="flat" cmpd="sng" algn="ctr">
        <a:solidFill>
          <a:schemeClr val="phClr">
            <a:shade val="95000"/>
          </a:schemeClr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  <a:headEnd type="none" w="sm" len="sm"/>
        <a:tailEnd type="none" w="sm" len="sm"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200" b="1" kern="1200" cap="all" spc="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6.xml><?xml version="1.0" encoding="utf-8"?>
<cs:chartStyle xmlns:cs="http://schemas.microsoft.com/office/drawing/2012/chartStyle" xmlns:a="http://schemas.openxmlformats.org/drawingml/2006/main" id="21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  <a:ln w="9525" cap="flat" cmpd="sng" algn="ctr">
        <a:solidFill>
          <a:schemeClr val="phClr">
            <a:shade val="95000"/>
          </a:schemeClr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  <a:headEnd type="none" w="sm" len="sm"/>
        <a:tailEnd type="none" w="sm" len="sm"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200" b="1" kern="1200" cap="all" spc="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21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gradFill flip="none" rotWithShape="1">
        <a:gsLst>
          <a:gs pos="0">
            <a:schemeClr val="phClr"/>
          </a:gs>
          <a:gs pos="75000">
            <a:schemeClr val="phClr">
              <a:lumMod val="60000"/>
              <a:lumOff val="40000"/>
            </a:schemeClr>
          </a:gs>
          <a:gs pos="51000">
            <a:schemeClr val="phClr">
              <a:alpha val="75000"/>
            </a:schemeClr>
          </a:gs>
          <a:gs pos="100000">
            <a:schemeClr val="phClr">
              <a:lumMod val="20000"/>
              <a:lumOff val="80000"/>
              <a:alpha val="15000"/>
            </a:schemeClr>
          </a:gs>
        </a:gsLst>
        <a:lin ang="5400000" scaled="0"/>
      </a:gradFill>
      <a:ln w="9525" cap="flat" cmpd="sng" algn="ctr">
        <a:solidFill>
          <a:schemeClr val="phClr">
            <a:shade val="95000"/>
          </a:schemeClr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gradFill>
          <a:gsLst>
            <a:gs pos="100000">
              <a:schemeClr val="tx1">
                <a:lumMod val="5000"/>
                <a:lumOff val="95000"/>
              </a:schemeClr>
            </a:gs>
            <a:gs pos="0">
              <a:schemeClr val="tx1">
                <a:lumMod val="25000"/>
                <a:lumOff val="75000"/>
              </a:schemeClr>
            </a:gs>
          </a:gsLst>
          <a:lin ang="5400000" scaled="0"/>
        </a:gra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  <a:headEnd type="none" w="sm" len="sm"/>
        <a:tailEnd type="none" w="sm" len="sm"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200" b="1" kern="1200" cap="all" spc="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-1588" y="0"/>
            <a:ext cx="2946401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t" anchorCtr="0" compatLnSpc="1">
            <a:prstTxWarp prst="textNoShape">
              <a:avLst/>
            </a:prstTxWarp>
          </a:bodyPr>
          <a:lstStyle>
            <a:lvl1pPr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51275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t" anchorCtr="0" compatLnSpc="1">
            <a:prstTxWarp prst="textNoShape">
              <a:avLst/>
            </a:prstTxWarp>
          </a:bodyPr>
          <a:lstStyle>
            <a:lvl1pPr algn="r"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100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-1588" y="9429750"/>
            <a:ext cx="2946401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b" anchorCtr="0" compatLnSpc="1">
            <a:prstTxWarp prst="textNoShape">
              <a:avLst/>
            </a:prstTxWarp>
          </a:bodyPr>
          <a:lstStyle>
            <a:lvl1pPr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101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51275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b" anchorCtr="0" compatLnSpc="1">
            <a:prstTxWarp prst="textNoShape">
              <a:avLst/>
            </a:prstTxWarp>
          </a:bodyPr>
          <a:lstStyle>
            <a:lvl1pPr algn="r"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fld id="{FBEE4BF2-5751-470E-AF31-0093337FC21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-1588" y="0"/>
            <a:ext cx="2946401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t" anchorCtr="0" compatLnSpc="1">
            <a:prstTxWarp prst="textNoShape">
              <a:avLst/>
            </a:prstTxWarp>
          </a:bodyPr>
          <a:lstStyle>
            <a:lvl1pPr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51275" y="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t" anchorCtr="0" compatLnSpc="1">
            <a:prstTxWarp prst="textNoShape">
              <a:avLst/>
            </a:prstTxWarp>
          </a:bodyPr>
          <a:lstStyle>
            <a:lvl1pPr algn="r"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229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22313" y="754063"/>
            <a:ext cx="5351462" cy="37052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</p:spPr>
      </p:sp>
      <p:sp>
        <p:nvSpPr>
          <p:cNvPr id="20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04875" y="4714875"/>
            <a:ext cx="4986338" cy="4467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341" tIns="46670" rIns="93341" bIns="4667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/>
              <a:t>마스터 문자열 유형을 편집하려면 누르십시오</a:t>
            </a:r>
            <a:r>
              <a:rPr lang="en-US" altLang="ko-KR" noProof="0"/>
              <a:t>.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20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-1588" y="9429750"/>
            <a:ext cx="2946401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b" anchorCtr="0" compatLnSpc="1">
            <a:prstTxWarp prst="textNoShape">
              <a:avLst/>
            </a:prstTxWarp>
          </a:bodyPr>
          <a:lstStyle>
            <a:lvl1pPr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0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51275" y="9429750"/>
            <a:ext cx="2946400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9311" tIns="0" rIns="19311" bIns="0" numCol="1" anchor="b" anchorCtr="0" compatLnSpc="1">
            <a:prstTxWarp prst="textNoShape">
              <a:avLst/>
            </a:prstTxWarp>
          </a:bodyPr>
          <a:lstStyle>
            <a:lvl1pPr algn="r" defTabSz="927100">
              <a:defRPr i="1">
                <a:latin typeface="Arial" charset="0"/>
                <a:ea typeface="돋움" pitchFamily="50" charset="-127"/>
              </a:defRPr>
            </a:lvl1pPr>
          </a:lstStyle>
          <a:p>
            <a:pPr>
              <a:defRPr/>
            </a:pPr>
            <a:fld id="{2500CAB1-B100-4B80-901B-EC802151382D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돋움" pitchFamily="50" charset="-127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돋움" pitchFamily="50" charset="-127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돋움" pitchFamily="50" charset="-127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돋움" pitchFamily="50" charset="-127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돋움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195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>
              <a:latin typeface="Arial" panose="020B0604020202020204" pitchFamily="34" charset="0"/>
            </a:endParaRPr>
          </a:p>
        </p:txBody>
      </p:sp>
      <p:sp>
        <p:nvSpPr>
          <p:cNvPr id="8196" name="슬라이드 번호 개체 틀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71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1pPr>
            <a:lvl2pPr marL="742950" indent="-285750" defTabSz="9271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2pPr>
            <a:lvl3pPr marL="1143000" indent="-228600" defTabSz="9271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3pPr>
            <a:lvl4pPr marL="1600200" indent="-228600" defTabSz="9271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4pPr>
            <a:lvl5pPr marL="2057400" indent="-228600" defTabSz="92710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5pPr>
            <a:lvl6pPr marL="2514600" indent="-228600" defTabSz="9271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6pPr>
            <a:lvl7pPr marL="2971800" indent="-228600" defTabSz="9271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7pPr>
            <a:lvl8pPr marL="3429000" indent="-228600" defTabSz="9271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8pPr>
            <a:lvl9pPr marL="3886200" indent="-228600" defTabSz="9271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Arial" panose="020B0604020202020204" pitchFamily="34" charset="0"/>
                <a:ea typeface="돋움" panose="020B0600000101010101" pitchFamily="50" charset="-127"/>
              </a:defRPr>
            </a:lvl9pPr>
          </a:lstStyle>
          <a:p>
            <a:pPr marL="0" marR="0" lvl="0" indent="0" algn="r" defTabSz="9271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BA2A93D-2FEB-4C60-B248-F69CA6AD7003}" type="slidenum">
              <a:rPr kumimoji="1" lang="en-US" altLang="ko-KR" sz="1000" b="0" i="1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돋움" panose="020B0600000101010101" pitchFamily="50" charset="-127"/>
                <a:cs typeface="+mn-cs"/>
              </a:rPr>
              <a:pPr marL="0" marR="0" lvl="0" indent="0" algn="r" defTabSz="9271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1" lang="en-US" altLang="ko-KR" sz="1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돋움" panose="020B0600000101010101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657286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0A7C6-1625-10A6-7252-3692225DD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E3150DC-8516-0384-F36D-F4468A59CF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33ED49-F09B-B4D4-9AAD-79AA511456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1301924-C0D3-DD11-10C1-DBAA05B7920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12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2875319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0AEA0C-8282-05D1-805B-323C63BFB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509FD0-F9EF-C890-1A81-18AEE729A9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C3ECA6E-AD69-AE26-C9AF-5FD08B223F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04345E9-48D6-5FDF-273B-D4CEE4944E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13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831210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9CD64E-F0CE-8AD3-56A1-56307921C5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8FC8D55-89AF-1D5A-F404-F6D9CA86C5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90E9C78-CA4F-E33B-4DA7-D0BB8E5F24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FE655CC-4F42-9A9B-65C1-B5018FEEF9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14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6502423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0AEA0C-8282-05D1-805B-323C63BFB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509FD0-F9EF-C890-1A81-18AEE729A9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C3ECA6E-AD69-AE26-C9AF-5FD08B223F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04345E9-48D6-5FDF-273B-D4CEE4944E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15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53585913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9CD64E-F0CE-8AD3-56A1-56307921C5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8FC8D55-89AF-1D5A-F404-F6D9CA86C5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90E9C78-CA4F-E33B-4DA7-D0BB8E5F24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FE655CC-4F42-9A9B-65C1-B5018FEEF9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16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46377535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0AEA0C-8282-05D1-805B-323C63BFB6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509FD0-F9EF-C890-1A81-18AEE729A9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C3ECA6E-AD69-AE26-C9AF-5FD08B223F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04345E9-48D6-5FDF-273B-D4CEE4944E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17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7176139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35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1952537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A8EBD5-3F31-FC5D-636F-396BA47DD7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734DEF-FFF4-30FE-CF4B-B3DF0BAC10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FB9570-BBA1-999F-DECC-CE50343A88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4E4676-04BE-E14B-F75C-7F7546C0CE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500CAB1-B100-4B80-901B-EC802151382D}" type="slidenum">
              <a:rPr lang="en-US" altLang="ko-KR" smtClean="0"/>
              <a:pPr>
                <a:defRPr/>
              </a:pPr>
              <a:t>36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8256098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2"/>
          <p:cNvSpPr>
            <a:spLocks noGrp="1"/>
          </p:cNvSpPr>
          <p:nvPr>
            <p:ph type="sldNum" sz="quarter" idx="4"/>
          </p:nvPr>
        </p:nvSpPr>
        <p:spPr>
          <a:xfrm>
            <a:off x="3770081" y="649287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r>
              <a:rPr lang="en-US" altLang="ko-KR" dirty="0"/>
              <a:t>- </a:t>
            </a:r>
            <a:fld id="{B12C7284-7A11-4848-9815-7A4E34A2D8BD}" type="slidenum">
              <a:rPr lang="ko-KR" altLang="en-US" smtClean="0"/>
              <a:pPr/>
              <a:t>‹#›</a:t>
            </a:fld>
            <a:r>
              <a:rPr lang="ko-KR" altLang="en-US" dirty="0"/>
              <a:t> </a:t>
            </a:r>
            <a:r>
              <a:rPr lang="en-US" altLang="ko-KR" dirty="0"/>
              <a:t>-</a:t>
            </a:r>
            <a:endParaRPr lang="ko-KR" alt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12"/>
          <p:cNvSpPr>
            <a:spLocks noGrp="1"/>
          </p:cNvSpPr>
          <p:nvPr>
            <p:ph type="sldNum" sz="quarter" idx="4"/>
          </p:nvPr>
        </p:nvSpPr>
        <p:spPr>
          <a:xfrm>
            <a:off x="3770081" y="649287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defRPr>
            </a:lvl1pPr>
          </a:lstStyle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‹#›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503611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43C9338-F4E0-2B09-217A-1810F59EBC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5"/>
            <a:ext cx="8543925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4857963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슬라이드 번호 개체 틀 12"/>
          <p:cNvSpPr>
            <a:spLocks noGrp="1"/>
          </p:cNvSpPr>
          <p:nvPr>
            <p:ph type="sldNum" sz="quarter" idx="4"/>
          </p:nvPr>
        </p:nvSpPr>
        <p:spPr>
          <a:xfrm>
            <a:off x="3770081" y="6492875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defRPr>
            </a:lvl1pPr>
          </a:lstStyle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‹#›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2651154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1122363"/>
            <a:ext cx="84201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064511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810451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9" y="1709740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9" y="4589465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3224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38859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7"/>
            <a:ext cx="8543925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9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9" y="2505075"/>
            <a:ext cx="4190702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15415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01291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3758326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7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79327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7"/>
            <a:ext cx="5014913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433544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3765518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17395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3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.xml"/><Relationship Id="rId3" Type="http://schemas.openxmlformats.org/officeDocument/2006/relationships/slideLayout" Target="../slideLayouts/slideLayout7.xml"/><Relationship Id="rId7" Type="http://schemas.openxmlformats.org/officeDocument/2006/relationships/slideLayout" Target="../slideLayouts/slideLayout11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5.xml"/><Relationship Id="rId5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4.xml"/><Relationship Id="rId4" Type="http://schemas.openxmlformats.org/officeDocument/2006/relationships/slideLayout" Target="../slideLayouts/slideLayout8.xml"/><Relationship Id="rId9" Type="http://schemas.openxmlformats.org/officeDocument/2006/relationships/slideLayout" Target="../slideLayouts/slideLayout1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45" r:id="rId2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•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•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•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•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858833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2" r:id="rId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슬라이드 번호 개체 틀 12"/>
          <p:cNvSpPr>
            <a:spLocks noGrp="1"/>
          </p:cNvSpPr>
          <p:nvPr>
            <p:ph type="sldNum" sz="quarter" idx="4"/>
          </p:nvPr>
        </p:nvSpPr>
        <p:spPr>
          <a:xfrm>
            <a:off x="3770081" y="6435400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/>
                </a:solidFill>
                <a:latin typeface="바탕체" panose="02030609000101010101" pitchFamily="17" charset="-127"/>
                <a:ea typeface="바탕체" panose="02030609000101010101" pitchFamily="17" charset="-127"/>
              </a:defRPr>
            </a:lvl1pPr>
          </a:lstStyle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‹#›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DC97DB3-B34B-D67F-2E08-BC425BA83A6D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62167348"/>
              </p:ext>
            </p:extLst>
          </p:nvPr>
        </p:nvGraphicFramePr>
        <p:xfrm>
          <a:off x="38100" y="28575"/>
          <a:ext cx="7391400" cy="63978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54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215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23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83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Verdana" pitchFamily="34" charset="0"/>
                        </a:rPr>
                        <a:t>화면명</a:t>
                      </a: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Verdana" pitchFamily="34" charset="0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Verdana" pitchFamily="34" charset="0"/>
                        </a:rPr>
                        <a:t>화면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Verdana" pitchFamily="34" charset="0"/>
                        </a:rPr>
                        <a:t>ID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Verdana" pitchFamily="34" charset="0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Verdana" pitchFamily="34" charset="0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83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Verdana" pitchFamily="34" charset="0"/>
                        </a:rPr>
                        <a:t>화면경로</a:t>
                      </a: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Verdana" pitchFamily="34" charset="0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Verdana" pitchFamily="34" charset="0"/>
                        </a:rPr>
                        <a:t>Type</a:t>
                      </a:r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Verdana" pitchFamily="34" charset="0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700" b="0" dirty="0">
                        <a:solidFill>
                          <a:schemeClr val="tx1"/>
                        </a:solidFill>
                        <a:latin typeface="돋움" pitchFamily="50" charset="-127"/>
                        <a:ea typeface="돋움" pitchFamily="50" charset="-127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61065">
                <a:tc gridSpan="4">
                  <a:txBody>
                    <a:bodyPr/>
                    <a:lstStyle/>
                    <a:p>
                      <a:pPr latinLnBrk="1"/>
                      <a:endParaRPr lang="ko-KR" altLang="en-US" sz="800" b="1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Verdana" pitchFamily="34" charset="0"/>
                      </a:endParaRPr>
                    </a:p>
                  </a:txBody>
                  <a:tcPr marL="0" marR="0" marT="46801" marB="46801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/>
                    </a:p>
                  </a:txBody>
                  <a:tcPr marL="36000" marR="36000" marT="46800" marB="46800" anchor="ctr">
                    <a:lnL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02512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9" r:id="rId1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037AA47-7FE8-4425-BBF3-C2A3A2A90BCF}" type="datetimeFigureOut">
              <a:rPr lang="ko-KR" altLang="en-US" smtClean="0"/>
              <a:t>2025-12-11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0B2224-EDCB-4CEA-8D86-E42A6373A97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27380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35" r:id="rId2"/>
    <p:sldLayoutId id="2147483736" r:id="rId3"/>
    <p:sldLayoutId id="2147483737" r:id="rId4"/>
    <p:sldLayoutId id="2147483738" r:id="rId5"/>
    <p:sldLayoutId id="2147483739" r:id="rId6"/>
    <p:sldLayoutId id="2147483740" r:id="rId7"/>
    <p:sldLayoutId id="2147483741" r:id="rId8"/>
    <p:sldLayoutId id="2147483742" r:id="rId9"/>
    <p:sldLayoutId id="2147483743" r:id="rId10"/>
    <p:sldLayoutId id="2147483744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tags" Target="../tags/tag3.xml"/><Relationship Id="rId7" Type="http://schemas.openxmlformats.org/officeDocument/2006/relationships/image" Target="../media/image9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image" Target="../media/image8.png"/><Relationship Id="rId5" Type="http://schemas.openxmlformats.org/officeDocument/2006/relationships/slideLayout" Target="../slideLayouts/slideLayout1.xml"/><Relationship Id="rId4" Type="http://schemas.openxmlformats.org/officeDocument/2006/relationships/tags" Target="../tags/tag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tags" Target="../tags/tag14.xml"/><Relationship Id="rId3" Type="http://schemas.openxmlformats.org/officeDocument/2006/relationships/tags" Target="../tags/tag9.xml"/><Relationship Id="rId7" Type="http://schemas.openxmlformats.org/officeDocument/2006/relationships/tags" Target="../tags/tag13.xml"/><Relationship Id="rId2" Type="http://schemas.openxmlformats.org/officeDocument/2006/relationships/tags" Target="../tags/tag8.xml"/><Relationship Id="rId1" Type="http://schemas.openxmlformats.org/officeDocument/2006/relationships/tags" Target="../tags/tag7.xml"/><Relationship Id="rId6" Type="http://schemas.openxmlformats.org/officeDocument/2006/relationships/tags" Target="../tags/tag12.xml"/><Relationship Id="rId5" Type="http://schemas.openxmlformats.org/officeDocument/2006/relationships/tags" Target="../tags/tag11.xml"/><Relationship Id="rId10" Type="http://schemas.openxmlformats.org/officeDocument/2006/relationships/chart" Target="../charts/chart1.xml"/><Relationship Id="rId4" Type="http://schemas.openxmlformats.org/officeDocument/2006/relationships/tags" Target="../tags/tag10.xml"/><Relationship Id="rId9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1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tags" Target="../tags/tag23.xml"/><Relationship Id="rId3" Type="http://schemas.openxmlformats.org/officeDocument/2006/relationships/tags" Target="../tags/tag18.xml"/><Relationship Id="rId7" Type="http://schemas.openxmlformats.org/officeDocument/2006/relationships/tags" Target="../tags/tag22.xml"/><Relationship Id="rId2" Type="http://schemas.openxmlformats.org/officeDocument/2006/relationships/tags" Target="../tags/tag17.xml"/><Relationship Id="rId1" Type="http://schemas.openxmlformats.org/officeDocument/2006/relationships/tags" Target="../tags/tag16.xml"/><Relationship Id="rId6" Type="http://schemas.openxmlformats.org/officeDocument/2006/relationships/tags" Target="../tags/tag21.xml"/><Relationship Id="rId5" Type="http://schemas.openxmlformats.org/officeDocument/2006/relationships/tags" Target="../tags/tag20.xml"/><Relationship Id="rId10" Type="http://schemas.openxmlformats.org/officeDocument/2006/relationships/chart" Target="../charts/chart2.xml"/><Relationship Id="rId4" Type="http://schemas.openxmlformats.org/officeDocument/2006/relationships/tags" Target="../tags/tag19.xml"/><Relationship Id="rId9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tags" Target="../tags/tag31.xml"/><Relationship Id="rId3" Type="http://schemas.openxmlformats.org/officeDocument/2006/relationships/tags" Target="../tags/tag26.xml"/><Relationship Id="rId7" Type="http://schemas.openxmlformats.org/officeDocument/2006/relationships/tags" Target="../tags/tag30.xml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6" Type="http://schemas.openxmlformats.org/officeDocument/2006/relationships/tags" Target="../tags/tag29.xml"/><Relationship Id="rId5" Type="http://schemas.openxmlformats.org/officeDocument/2006/relationships/tags" Target="../tags/tag28.xml"/><Relationship Id="rId10" Type="http://schemas.openxmlformats.org/officeDocument/2006/relationships/chart" Target="../charts/chart3.xml"/><Relationship Id="rId4" Type="http://schemas.openxmlformats.org/officeDocument/2006/relationships/tags" Target="../tags/tag27.xml"/><Relationship Id="rId9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tags" Target="../tags/tag34.xml"/><Relationship Id="rId7" Type="http://schemas.openxmlformats.org/officeDocument/2006/relationships/image" Target="../media/image9.png"/><Relationship Id="rId2" Type="http://schemas.openxmlformats.org/officeDocument/2006/relationships/tags" Target="../tags/tag33.xml"/><Relationship Id="rId1" Type="http://schemas.openxmlformats.org/officeDocument/2006/relationships/tags" Target="../tags/tag32.xml"/><Relationship Id="rId6" Type="http://schemas.openxmlformats.org/officeDocument/2006/relationships/image" Target="../media/image8.png"/><Relationship Id="rId5" Type="http://schemas.openxmlformats.org/officeDocument/2006/relationships/slideLayout" Target="../slideLayouts/slideLayout1.xml"/><Relationship Id="rId4" Type="http://schemas.openxmlformats.org/officeDocument/2006/relationships/tags" Target="../tags/tag3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6.xml"/><Relationship Id="rId4" Type="http://schemas.openxmlformats.org/officeDocument/2006/relationships/image" Target="../media/image12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3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tags" Target="../tags/tag45.xml"/><Relationship Id="rId3" Type="http://schemas.openxmlformats.org/officeDocument/2006/relationships/tags" Target="../tags/tag40.xml"/><Relationship Id="rId7" Type="http://schemas.openxmlformats.org/officeDocument/2006/relationships/tags" Target="../tags/tag44.xml"/><Relationship Id="rId2" Type="http://schemas.openxmlformats.org/officeDocument/2006/relationships/tags" Target="../tags/tag39.xml"/><Relationship Id="rId1" Type="http://schemas.openxmlformats.org/officeDocument/2006/relationships/tags" Target="../tags/tag38.xml"/><Relationship Id="rId6" Type="http://schemas.openxmlformats.org/officeDocument/2006/relationships/tags" Target="../tags/tag43.xml"/><Relationship Id="rId5" Type="http://schemas.openxmlformats.org/officeDocument/2006/relationships/tags" Target="../tags/tag42.xml"/><Relationship Id="rId10" Type="http://schemas.openxmlformats.org/officeDocument/2006/relationships/chart" Target="../charts/chart8.xml"/><Relationship Id="rId4" Type="http://schemas.openxmlformats.org/officeDocument/2006/relationships/tags" Target="../tags/tag41.xml"/><Relationship Id="rId9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46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54.xml"/><Relationship Id="rId3" Type="http://schemas.openxmlformats.org/officeDocument/2006/relationships/tags" Target="../tags/tag49.xml"/><Relationship Id="rId7" Type="http://schemas.openxmlformats.org/officeDocument/2006/relationships/tags" Target="../tags/tag53.xml"/><Relationship Id="rId2" Type="http://schemas.openxmlformats.org/officeDocument/2006/relationships/tags" Target="../tags/tag48.xml"/><Relationship Id="rId1" Type="http://schemas.openxmlformats.org/officeDocument/2006/relationships/tags" Target="../tags/tag47.xml"/><Relationship Id="rId6" Type="http://schemas.openxmlformats.org/officeDocument/2006/relationships/tags" Target="../tags/tag52.xml"/><Relationship Id="rId5" Type="http://schemas.openxmlformats.org/officeDocument/2006/relationships/tags" Target="../tags/tag51.xml"/><Relationship Id="rId10" Type="http://schemas.openxmlformats.org/officeDocument/2006/relationships/chart" Target="../charts/chart9.xml"/><Relationship Id="rId4" Type="http://schemas.openxmlformats.org/officeDocument/2006/relationships/tags" Target="../tags/tag50.xml"/><Relationship Id="rId9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tags" Target="../tags/tag62.xml"/><Relationship Id="rId3" Type="http://schemas.openxmlformats.org/officeDocument/2006/relationships/tags" Target="../tags/tag57.xml"/><Relationship Id="rId7" Type="http://schemas.openxmlformats.org/officeDocument/2006/relationships/tags" Target="../tags/tag61.xml"/><Relationship Id="rId2" Type="http://schemas.openxmlformats.org/officeDocument/2006/relationships/tags" Target="../tags/tag56.xml"/><Relationship Id="rId1" Type="http://schemas.openxmlformats.org/officeDocument/2006/relationships/tags" Target="../tags/tag55.xml"/><Relationship Id="rId6" Type="http://schemas.openxmlformats.org/officeDocument/2006/relationships/tags" Target="../tags/tag60.xml"/><Relationship Id="rId5" Type="http://schemas.openxmlformats.org/officeDocument/2006/relationships/tags" Target="../tags/tag59.xml"/><Relationship Id="rId10" Type="http://schemas.openxmlformats.org/officeDocument/2006/relationships/chart" Target="../charts/chart10.xml"/><Relationship Id="rId4" Type="http://schemas.openxmlformats.org/officeDocument/2006/relationships/tags" Target="../tags/tag58.xml"/><Relationship Id="rId9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제목 1"/>
          <p:cNvSpPr>
            <a:spLocks noGrp="1"/>
          </p:cNvSpPr>
          <p:nvPr>
            <p:ph type="title" idx="4294967295"/>
          </p:nvPr>
        </p:nvSpPr>
        <p:spPr>
          <a:xfrm>
            <a:off x="142760" y="1264392"/>
            <a:ext cx="9500224" cy="504825"/>
          </a:xfrm>
          <a:prstGeom prst="rect">
            <a:avLst/>
          </a:prstGeom>
        </p:spPr>
        <p:txBody>
          <a:bodyPr anchor="t"/>
          <a:lstStyle/>
          <a:p>
            <a:pPr algn="ctr" eaLnBrk="1" hangingPunct="1"/>
            <a:r>
              <a:rPr lang="ko-KR" altLang="en-US" sz="3200" b="1" dirty="0" err="1">
                <a:latin typeface="바탕체" panose="02030609000101010101" pitchFamily="17" charset="-127"/>
                <a:ea typeface="바탕체" panose="02030609000101010101" pitchFamily="17" charset="-127"/>
              </a:rPr>
              <a:t>예측관리</a:t>
            </a:r>
            <a:r>
              <a:rPr lang="ko-KR" altLang="en-US" sz="32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 </a:t>
            </a:r>
            <a:r>
              <a:rPr lang="ko-KR" altLang="en-US" sz="3200" b="1" dirty="0" err="1">
                <a:latin typeface="바탕체" panose="02030609000101010101" pitchFamily="17" charset="-127"/>
                <a:ea typeface="바탕체" panose="02030609000101010101" pitchFamily="17" charset="-127"/>
              </a:rPr>
              <a:t>화면설계</a:t>
            </a:r>
            <a:r>
              <a:rPr lang="ko-KR" altLang="en-US" sz="32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 자료</a:t>
            </a:r>
          </a:p>
        </p:txBody>
      </p:sp>
      <p:sp>
        <p:nvSpPr>
          <p:cNvPr id="3" name="제목 1"/>
          <p:cNvSpPr txBox="1">
            <a:spLocks/>
          </p:cNvSpPr>
          <p:nvPr/>
        </p:nvSpPr>
        <p:spPr>
          <a:xfrm>
            <a:off x="6456200" y="4872072"/>
            <a:ext cx="2826016" cy="962048"/>
          </a:xfrm>
          <a:prstGeom prst="rect">
            <a:avLst/>
          </a:prstGeom>
        </p:spPr>
        <p:txBody>
          <a:bodyPr anchor="ctr"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marL="180975" indent="-180975" algn="l" eaLnBrk="1" hangingPunct="1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kumimoji="0" lang="ko-KR" altLang="en-US" sz="1400" b="1" dirty="0" err="1">
                <a:latin typeface="바탕체" panose="02030609000101010101" pitchFamily="17" charset="-127"/>
                <a:ea typeface="바탕체" panose="02030609000101010101" pitchFamily="17" charset="-127"/>
              </a:rPr>
              <a:t>업무파트</a:t>
            </a:r>
            <a:r>
              <a:rPr kumimoji="0" lang="ko-KR" altLang="en-US" sz="14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 </a:t>
            </a:r>
            <a:r>
              <a:rPr kumimoji="0" lang="en-US" altLang="ko-KR" sz="14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: </a:t>
            </a:r>
            <a:r>
              <a:rPr kumimoji="0" lang="ko-KR" altLang="en-US" sz="1400" b="1" dirty="0" err="1">
                <a:latin typeface="바탕체" panose="02030609000101010101" pitchFamily="17" charset="-127"/>
                <a:ea typeface="바탕체" panose="02030609000101010101" pitchFamily="17" charset="-127"/>
              </a:rPr>
              <a:t>예측관리</a:t>
            </a:r>
            <a:r>
              <a:rPr kumimoji="0" lang="en-US" altLang="ko-KR" sz="14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(PM)</a:t>
            </a:r>
          </a:p>
          <a:p>
            <a:pPr marL="180975" indent="-180975" algn="l" eaLnBrk="1" hangingPunct="1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kumimoji="0" lang="ko-KR" altLang="en-US" sz="14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작 성 자 </a:t>
            </a:r>
            <a:r>
              <a:rPr kumimoji="0" lang="en-US" altLang="ko-KR" sz="14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: </a:t>
            </a:r>
            <a:r>
              <a:rPr kumimoji="0" lang="ko-KR" altLang="en-US" sz="1400" b="1" dirty="0" err="1">
                <a:latin typeface="바탕체" panose="02030609000101010101" pitchFamily="17" charset="-127"/>
                <a:ea typeface="바탕체" panose="02030609000101010101" pitchFamily="17" charset="-127"/>
              </a:rPr>
              <a:t>채길환</a:t>
            </a:r>
            <a:endParaRPr kumimoji="0" lang="en-US" altLang="ko-KR" sz="1400" b="1" dirty="0">
              <a:latin typeface="바탕체" panose="02030609000101010101" pitchFamily="17" charset="-127"/>
              <a:ea typeface="바탕체" panose="02030609000101010101" pitchFamily="17" charset="-127"/>
            </a:endParaRPr>
          </a:p>
          <a:p>
            <a:pPr marL="180975" indent="-180975" algn="l" eaLnBrk="1" hangingPunct="1">
              <a:lnSpc>
                <a:spcPct val="150000"/>
              </a:lnSpc>
              <a:buFont typeface="Wingdings" panose="05000000000000000000" pitchFamily="2" charset="2"/>
              <a:buChar char="§"/>
            </a:pPr>
            <a:r>
              <a:rPr kumimoji="0" lang="ko-KR" altLang="en-US" sz="1400" b="1" dirty="0">
                <a:latin typeface="바탕체" panose="02030609000101010101" pitchFamily="17" charset="-127"/>
                <a:ea typeface="바탕체" panose="02030609000101010101" pitchFamily="17" charset="-127"/>
              </a:rPr>
              <a:t>작 성 일 </a:t>
            </a:r>
            <a:r>
              <a:rPr kumimoji="0" lang="en-US" altLang="ko-KR" sz="1400" b="1">
                <a:latin typeface="바탕체" panose="02030609000101010101" pitchFamily="17" charset="-127"/>
                <a:ea typeface="바탕체" panose="02030609000101010101" pitchFamily="17" charset="-127"/>
              </a:rPr>
              <a:t>: 2025.02.24. </a:t>
            </a:r>
            <a:endParaRPr kumimoji="0" lang="ko-KR" altLang="en-US" sz="1400" b="1" dirty="0">
              <a:latin typeface="바탕체" panose="02030609000101010101" pitchFamily="17" charset="-127"/>
              <a:ea typeface="바탕체" panose="02030609000101010101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3591539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2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 데이터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F98FFE2-74FA-4C92-B096-2E182DE0AF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83563"/>
            <a:ext cx="9906000" cy="429087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E4BA222-241E-4BCA-A690-56743B6D7B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64175" y="1356740"/>
            <a:ext cx="596883" cy="2183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693368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3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 </a:t>
            </a:r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배정정보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077562F3-44E0-438E-A0E2-1B504B98D6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71038"/>
            <a:ext cx="9906000" cy="431592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2ABF5B4-8A48-435D-97FB-1236EE99E04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60680" y="1384648"/>
            <a:ext cx="485038" cy="1774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83916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4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캐로셀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배정정보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608FCED-A34A-4E29-9E7D-BB29CA088AB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9505"/>
            <a:ext cx="9906000" cy="58389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923084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5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여객정보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데이터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47B97085-1C71-4BD2-BFAE-221DC36988A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6537" y="573751"/>
            <a:ext cx="8532926" cy="62456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14907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6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여객정보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데이터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7F648F6-64AA-4A70-B16D-B6A5340C9D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764" y="542856"/>
            <a:ext cx="9402472" cy="60167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73636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7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여객정보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데이터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1FDF7BCF-8380-40FA-8C09-83C273D3CE7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62" y="704010"/>
            <a:ext cx="8950675" cy="5788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10807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8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연계 데이터 상태 관리 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E4F93C8-9E9B-5FCB-F77A-91C1A6E960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4541778"/>
              </p:ext>
            </p:extLst>
          </p:nvPr>
        </p:nvGraphicFramePr>
        <p:xfrm>
          <a:off x="170952" y="1584751"/>
          <a:ext cx="9567509" cy="2794602"/>
        </p:xfrm>
        <a:graphic>
          <a:graphicData uri="http://schemas.openxmlformats.org/drawingml/2006/table">
            <a:tbl>
              <a:tblPr/>
              <a:tblGrid>
                <a:gridCol w="10564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7642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38963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528595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250669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389632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  <a:gridCol w="12948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03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연계일자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연계 시스템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메시지 건수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처리완료 건수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오류 건수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최종 연계일시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17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35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35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94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5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1374897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99215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8E2E216-CD84-AC74-D890-80EB633518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032728"/>
              </p:ext>
            </p:extLst>
          </p:nvPr>
        </p:nvGraphicFramePr>
        <p:xfrm>
          <a:off x="170952" y="628461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기간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Rectangle 7">
            <a:extLst>
              <a:ext uri="{FF2B5EF4-FFF2-40B4-BE49-F238E27FC236}">
                <a16:creationId xmlns:a16="http://schemas.microsoft.com/office/drawing/2014/main" id="{E88F0403-7939-220B-6811-047278931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296" y="691577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6" name="AutoShape 89">
            <a:extLst>
              <a:ext uri="{FF2B5EF4-FFF2-40B4-BE49-F238E27FC236}">
                <a16:creationId xmlns:a16="http://schemas.microsoft.com/office/drawing/2014/main" id="{63F31F31-ED95-F9F9-F401-C830C5FF4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807" y="668968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24603D94-5A3A-7C44-2846-3821F5B758FD}"/>
              </a:ext>
            </a:extLst>
          </p:cNvPr>
          <p:cNvGrpSpPr/>
          <p:nvPr/>
        </p:nvGrpSpPr>
        <p:grpSpPr>
          <a:xfrm>
            <a:off x="8964578" y="1208254"/>
            <a:ext cx="773884" cy="268517"/>
            <a:chOff x="2706510" y="2380735"/>
            <a:chExt cx="773884" cy="268517"/>
          </a:xfrm>
        </p:grpSpPr>
        <p:sp>
          <p:nvSpPr>
            <p:cNvPr id="18" name="AutoShape 55">
              <a:extLst>
                <a:ext uri="{FF2B5EF4-FFF2-40B4-BE49-F238E27FC236}">
                  <a16:creationId xmlns:a16="http://schemas.microsoft.com/office/drawing/2014/main" id="{91E38D63-9548-FF50-43DB-0460CAAB4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Excel">
              <a:extLst>
                <a:ext uri="{FF2B5EF4-FFF2-40B4-BE49-F238E27FC236}">
                  <a16:creationId xmlns:a16="http://schemas.microsoft.com/office/drawing/2014/main" id="{3B2E387E-E69D-A2BF-C16E-E0EFC87E22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41232B50-8E31-7354-42A9-2725D1644231}"/>
              </a:ext>
            </a:extLst>
          </p:cNvPr>
          <p:cNvGrpSpPr/>
          <p:nvPr/>
        </p:nvGrpSpPr>
        <p:grpSpPr>
          <a:xfrm>
            <a:off x="9153356" y="656615"/>
            <a:ext cx="594348" cy="283906"/>
            <a:chOff x="2941228" y="5138388"/>
            <a:chExt cx="594348" cy="283906"/>
          </a:xfrm>
        </p:grpSpPr>
        <p:sp>
          <p:nvSpPr>
            <p:cNvPr id="21" name="AutoShape 55">
              <a:extLst>
                <a:ext uri="{FF2B5EF4-FFF2-40B4-BE49-F238E27FC236}">
                  <a16:creationId xmlns:a16="http://schemas.microsoft.com/office/drawing/2014/main" id="{3C6B6926-9379-7962-BDC2-3EA1D72E0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Search">
              <a:extLst>
                <a:ext uri="{FF2B5EF4-FFF2-40B4-BE49-F238E27FC236}">
                  <a16:creationId xmlns:a16="http://schemas.microsoft.com/office/drawing/2014/main" id="{EA63D55A-933A-9D71-5AA6-963908E10D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2278B94-0286-97D0-3E0E-5D62AAD7B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192" y="4487333"/>
            <a:ext cx="7446502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 defTabSz="1033463">
              <a:spcBef>
                <a:spcPct val="20000"/>
              </a:spcBef>
            </a:pP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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◀   </a:t>
            </a:r>
            <a:r>
              <a:rPr lang="en-US" altLang="ko-KR" sz="700" u="sng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2   3   4   5   6   7   8   9   10   ▶ 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</a:t>
            </a:r>
          </a:p>
        </p:txBody>
      </p:sp>
      <p:sp>
        <p:nvSpPr>
          <p:cNvPr id="24" name="Rectangle 7">
            <a:extLst>
              <a:ext uri="{FF2B5EF4-FFF2-40B4-BE49-F238E27FC236}">
                <a16:creationId xmlns:a16="http://schemas.microsoft.com/office/drawing/2014/main" id="{E88F0403-7939-220B-6811-047278931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5387" y="691577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25" name="AutoShape 89">
            <a:extLst>
              <a:ext uri="{FF2B5EF4-FFF2-40B4-BE49-F238E27FC236}">
                <a16:creationId xmlns:a16="http://schemas.microsoft.com/office/drawing/2014/main" id="{63F31F31-ED95-F9F9-F401-C830C5FF4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7898" y="668968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</p:spTree>
    <p:extLst>
      <p:ext uri="{BB962C8B-B14F-4D97-AF65-F5344CB8AC3E}">
        <p14:creationId xmlns:p14="http://schemas.microsoft.com/office/powerpoint/2010/main" val="394374279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9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연계 데이터 연계 상세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E4F93C8-9E9B-5FCB-F77A-91C1A6E960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4223448"/>
              </p:ext>
            </p:extLst>
          </p:nvPr>
        </p:nvGraphicFramePr>
        <p:xfrm>
          <a:off x="170952" y="1584751"/>
          <a:ext cx="9567508" cy="2794602"/>
        </p:xfrm>
        <a:graphic>
          <a:graphicData uri="http://schemas.openxmlformats.org/drawingml/2006/table">
            <a:tbl>
              <a:tblPr/>
              <a:tblGrid>
                <a:gridCol w="8512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203">
                  <a:extLst>
                    <a:ext uri="{9D8B030D-6E8A-4147-A177-3AD203B41FA5}">
                      <a16:colId xmlns:a16="http://schemas.microsoft.com/office/drawing/2014/main" val="1783592945"/>
                    </a:ext>
                  </a:extLst>
                </a:gridCol>
                <a:gridCol w="1335577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119640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231603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007675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007675">
                  <a:extLst>
                    <a:ext uri="{9D8B030D-6E8A-4147-A177-3AD203B41FA5}">
                      <a16:colId xmlns:a16="http://schemas.microsoft.com/office/drawing/2014/main" val="176065829"/>
                    </a:ext>
                  </a:extLst>
                </a:gridCol>
                <a:gridCol w="1119640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  <a:gridCol w="10432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03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연계일자</a:t>
                      </a:r>
                      <a:endParaRPr kumimoji="1" lang="ko-KR" altLang="en-US" sz="8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연계 시스템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메시지 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메시지 건수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처리완료 건수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최종 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수신시각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오류 건수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최종 오류발생시각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17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35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35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94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5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1374897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99215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D8E2E216-CD84-AC74-D890-80EB633518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6887351"/>
              </p:ext>
            </p:extLst>
          </p:nvPr>
        </p:nvGraphicFramePr>
        <p:xfrm>
          <a:off x="170951" y="628461"/>
          <a:ext cx="9567509" cy="359559"/>
        </p:xfrm>
        <a:graphic>
          <a:graphicData uri="http://schemas.openxmlformats.org/drawingml/2006/table">
            <a:tbl>
              <a:tblPr/>
              <a:tblGrid>
                <a:gridCol w="95675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2024-10-18 </a:t>
                      </a: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연계 상세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24603D94-5A3A-7C44-2846-3821F5B758FD}"/>
              </a:ext>
            </a:extLst>
          </p:cNvPr>
          <p:cNvGrpSpPr/>
          <p:nvPr/>
        </p:nvGrpSpPr>
        <p:grpSpPr>
          <a:xfrm>
            <a:off x="8964578" y="1208254"/>
            <a:ext cx="773884" cy="268517"/>
            <a:chOff x="2706510" y="2380735"/>
            <a:chExt cx="773884" cy="268517"/>
          </a:xfrm>
        </p:grpSpPr>
        <p:sp>
          <p:nvSpPr>
            <p:cNvPr id="18" name="AutoShape 55">
              <a:extLst>
                <a:ext uri="{FF2B5EF4-FFF2-40B4-BE49-F238E27FC236}">
                  <a16:creationId xmlns:a16="http://schemas.microsoft.com/office/drawing/2014/main" id="{91E38D63-9548-FF50-43DB-0460CAAB4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Excel">
              <a:extLst>
                <a:ext uri="{FF2B5EF4-FFF2-40B4-BE49-F238E27FC236}">
                  <a16:creationId xmlns:a16="http://schemas.microsoft.com/office/drawing/2014/main" id="{3B2E387E-E69D-A2BF-C16E-E0EFC87E22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2278B94-0286-97D0-3E0E-5D62AAD7B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192" y="4487333"/>
            <a:ext cx="7446502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 defTabSz="1033463">
              <a:spcBef>
                <a:spcPct val="20000"/>
              </a:spcBef>
            </a:pP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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◀   </a:t>
            </a:r>
            <a:r>
              <a:rPr lang="en-US" altLang="ko-KR" sz="700" u="sng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2   3   4   5   6   7   8   9   10   ▶ 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</a:t>
            </a:r>
          </a:p>
        </p:txBody>
      </p:sp>
    </p:spTree>
    <p:extLst>
      <p:ext uri="{BB962C8B-B14F-4D97-AF65-F5344CB8AC3E}">
        <p14:creationId xmlns:p14="http://schemas.microsoft.com/office/powerpoint/2010/main" val="55678857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10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시설물 매핑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995AEFD-5DE0-6E7B-987E-929E254F218D}"/>
              </a:ext>
            </a:extLst>
          </p:cNvPr>
          <p:cNvSpPr/>
          <p:nvPr/>
        </p:nvSpPr>
        <p:spPr bwMode="auto">
          <a:xfrm>
            <a:off x="2529102" y="1639523"/>
            <a:ext cx="7134225" cy="2526179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E5D1925-40DC-562E-E2F0-AFF64B8B7E22}"/>
              </a:ext>
            </a:extLst>
          </p:cNvPr>
          <p:cNvSpPr/>
          <p:nvPr/>
        </p:nvSpPr>
        <p:spPr bwMode="auto">
          <a:xfrm>
            <a:off x="3014728" y="1240459"/>
            <a:ext cx="781664" cy="38418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46AF4B4-C82F-23FB-6B2F-E60B82129807}"/>
              </a:ext>
            </a:extLst>
          </p:cNvPr>
          <p:cNvSpPr/>
          <p:nvPr/>
        </p:nvSpPr>
        <p:spPr bwMode="auto">
          <a:xfrm>
            <a:off x="8565880" y="1240459"/>
            <a:ext cx="781664" cy="38418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05D4C983-8878-D3E3-22C3-4BE14AF923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7613792"/>
              </p:ext>
            </p:extLst>
          </p:nvPr>
        </p:nvGraphicFramePr>
        <p:xfrm>
          <a:off x="2615664" y="968416"/>
          <a:ext cx="6991347" cy="3167064"/>
        </p:xfrm>
        <a:graphic>
          <a:graphicData uri="http://schemas.openxmlformats.org/drawingml/2006/table">
            <a:tbl>
              <a:tblPr/>
              <a:tblGrid>
                <a:gridCol w="565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3487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700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332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65455" marB="65455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65455" marB="65455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332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65455" marB="65455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65455" marB="65455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14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4410773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15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377495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16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5753602"/>
                  </a:ext>
                </a:extLst>
              </a:tr>
              <a:tr h="1700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17</a:t>
                      </a:r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marT="41564" marB="41564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2718" marB="32718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07256"/>
                  </a:ext>
                </a:extLst>
              </a:tr>
            </a:tbl>
          </a:graphicData>
        </a:graphic>
      </p:graphicFrame>
      <p:sp>
        <p:nvSpPr>
          <p:cNvPr id="84" name="AutoShape 55">
            <a:extLst>
              <a:ext uri="{FF2B5EF4-FFF2-40B4-BE49-F238E27FC236}">
                <a16:creationId xmlns:a16="http://schemas.microsoft.com/office/drawing/2014/main" id="{6957562E-71AE-E969-4C83-208EAEA20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078" y="2343365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AutoShape 55">
            <a:extLst>
              <a:ext uri="{FF2B5EF4-FFF2-40B4-BE49-F238E27FC236}">
                <a16:creationId xmlns:a16="http://schemas.microsoft.com/office/drawing/2014/main" id="{82C3D56B-5BEF-5646-48CD-7BF390E31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078" y="2015215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보안검색대</a:t>
            </a:r>
          </a:p>
        </p:txBody>
      </p:sp>
      <p:sp>
        <p:nvSpPr>
          <p:cNvPr id="86" name="AutoShape 55">
            <a:extLst>
              <a:ext uri="{FF2B5EF4-FFF2-40B4-BE49-F238E27FC236}">
                <a16:creationId xmlns:a16="http://schemas.microsoft.com/office/drawing/2014/main" id="{6C9A8E62-2BAD-54A1-BCD5-48A4867E9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078" y="1694451"/>
            <a:ext cx="785037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AutoShape 55">
            <a:extLst>
              <a:ext uri="{FF2B5EF4-FFF2-40B4-BE49-F238E27FC236}">
                <a16:creationId xmlns:a16="http://schemas.microsoft.com/office/drawing/2014/main" id="{B9FDD78B-3F41-C8AF-D3BF-B2A9DA864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078" y="1380377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</a:t>
            </a:r>
          </a:p>
        </p:txBody>
      </p:sp>
      <p:sp>
        <p:nvSpPr>
          <p:cNvPr id="89" name="AutoShape 55">
            <a:extLst>
              <a:ext uri="{FF2B5EF4-FFF2-40B4-BE49-F238E27FC236}">
                <a16:creationId xmlns:a16="http://schemas.microsoft.com/office/drawing/2014/main" id="{594643F3-DECB-1C04-AA9B-74EAA8944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078" y="2685171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상업시설</a:t>
            </a: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85CCBEEF-078A-45DB-FB90-3B779FC92C30}"/>
              </a:ext>
            </a:extLst>
          </p:cNvPr>
          <p:cNvSpPr/>
          <p:nvPr/>
        </p:nvSpPr>
        <p:spPr bwMode="auto">
          <a:xfrm>
            <a:off x="428706" y="1426491"/>
            <a:ext cx="170120" cy="17012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2627EF10-753D-8C37-2226-0B177AD68BED}"/>
              </a:ext>
            </a:extLst>
          </p:cNvPr>
          <p:cNvSpPr/>
          <p:nvPr/>
        </p:nvSpPr>
        <p:spPr bwMode="auto">
          <a:xfrm>
            <a:off x="8806337" y="3944452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5A87BCC7-02FB-C2B6-F4F1-70E64597942D}"/>
              </a:ext>
            </a:extLst>
          </p:cNvPr>
          <p:cNvSpPr/>
          <p:nvPr/>
        </p:nvSpPr>
        <p:spPr bwMode="auto">
          <a:xfrm>
            <a:off x="8806337" y="3725377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CB47ACBB-BDD7-A319-F0A8-10983BAA8F83}"/>
              </a:ext>
            </a:extLst>
          </p:cNvPr>
          <p:cNvSpPr/>
          <p:nvPr/>
        </p:nvSpPr>
        <p:spPr bwMode="auto">
          <a:xfrm>
            <a:off x="8806337" y="3553927"/>
            <a:ext cx="170120" cy="154655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B01FBF67-07BD-2EAA-4FF0-DDB4E4AD8749}"/>
              </a:ext>
            </a:extLst>
          </p:cNvPr>
          <p:cNvSpPr/>
          <p:nvPr/>
        </p:nvSpPr>
        <p:spPr bwMode="auto">
          <a:xfrm>
            <a:off x="8806337" y="3363427"/>
            <a:ext cx="170120" cy="154655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4F6541EF-C4B1-DAF5-1152-55A9EE3A8642}"/>
              </a:ext>
            </a:extLst>
          </p:cNvPr>
          <p:cNvSpPr/>
          <p:nvPr/>
        </p:nvSpPr>
        <p:spPr bwMode="auto">
          <a:xfrm>
            <a:off x="428706" y="1750341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8C30E7BD-1B62-B7DB-0A4F-9B0A78CC85B9}"/>
              </a:ext>
            </a:extLst>
          </p:cNvPr>
          <p:cNvSpPr/>
          <p:nvPr/>
        </p:nvSpPr>
        <p:spPr bwMode="auto">
          <a:xfrm>
            <a:off x="428706" y="2055141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A91FD936-4E1B-9235-CCE4-56792A924C83}"/>
              </a:ext>
            </a:extLst>
          </p:cNvPr>
          <p:cNvSpPr/>
          <p:nvPr/>
        </p:nvSpPr>
        <p:spPr bwMode="auto">
          <a:xfrm>
            <a:off x="428706" y="2378991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7DDD8971-F9C0-CCAB-67B7-4FF0E6DB937C}"/>
              </a:ext>
            </a:extLst>
          </p:cNvPr>
          <p:cNvSpPr/>
          <p:nvPr/>
        </p:nvSpPr>
        <p:spPr bwMode="auto">
          <a:xfrm>
            <a:off x="428706" y="2721891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C6A32A0A-D84C-A57F-C050-9462B76603B0}"/>
              </a:ext>
            </a:extLst>
          </p:cNvPr>
          <p:cNvSpPr/>
          <p:nvPr/>
        </p:nvSpPr>
        <p:spPr bwMode="auto">
          <a:xfrm>
            <a:off x="8282462" y="3725377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1909AB3B-6614-055B-047A-0C79F798AAE0}"/>
              </a:ext>
            </a:extLst>
          </p:cNvPr>
          <p:cNvSpPr/>
          <p:nvPr/>
        </p:nvSpPr>
        <p:spPr bwMode="auto">
          <a:xfrm>
            <a:off x="8282462" y="3506302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9689219E-2A59-A4F1-43BF-9CD3D1016684}"/>
              </a:ext>
            </a:extLst>
          </p:cNvPr>
          <p:cNvSpPr/>
          <p:nvPr/>
        </p:nvSpPr>
        <p:spPr bwMode="auto">
          <a:xfrm>
            <a:off x="8282462" y="3334852"/>
            <a:ext cx="170120" cy="154655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AD6439D-D11B-DEE1-EEB7-0817D9C23141}"/>
              </a:ext>
            </a:extLst>
          </p:cNvPr>
          <p:cNvSpPr/>
          <p:nvPr/>
        </p:nvSpPr>
        <p:spPr bwMode="auto">
          <a:xfrm>
            <a:off x="8282462" y="3144352"/>
            <a:ext cx="170120" cy="154655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63B74D88-D17F-6066-264C-2BA97DB081E6}"/>
              </a:ext>
            </a:extLst>
          </p:cNvPr>
          <p:cNvSpPr/>
          <p:nvPr/>
        </p:nvSpPr>
        <p:spPr bwMode="auto">
          <a:xfrm>
            <a:off x="7818625" y="3757004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0FB1A74A-17AE-FCDA-FF0F-04E5CBC298E1}"/>
              </a:ext>
            </a:extLst>
          </p:cNvPr>
          <p:cNvSpPr/>
          <p:nvPr/>
        </p:nvSpPr>
        <p:spPr bwMode="auto">
          <a:xfrm>
            <a:off x="7597709" y="3421242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5AB557A7-1A90-A4AD-9349-3FAECDDC9D10}"/>
              </a:ext>
            </a:extLst>
          </p:cNvPr>
          <p:cNvSpPr/>
          <p:nvPr/>
        </p:nvSpPr>
        <p:spPr bwMode="auto">
          <a:xfrm>
            <a:off x="7158512" y="3334852"/>
            <a:ext cx="170120" cy="154655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E02AC2B8-113F-E98C-19BC-1D35FEE4B2E1}"/>
              </a:ext>
            </a:extLst>
          </p:cNvPr>
          <p:cNvSpPr/>
          <p:nvPr/>
        </p:nvSpPr>
        <p:spPr bwMode="auto">
          <a:xfrm>
            <a:off x="7158512" y="3144352"/>
            <a:ext cx="170120" cy="154655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E5F1FAF5-672F-72A2-524B-ED01AE0EE19B}"/>
              </a:ext>
            </a:extLst>
          </p:cNvPr>
          <p:cNvSpPr/>
          <p:nvPr/>
        </p:nvSpPr>
        <p:spPr bwMode="auto">
          <a:xfrm>
            <a:off x="7022761" y="3696818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5B8C3EF5-CF8D-7C72-619F-838B422F9D16}"/>
              </a:ext>
            </a:extLst>
          </p:cNvPr>
          <p:cNvSpPr/>
          <p:nvPr/>
        </p:nvSpPr>
        <p:spPr bwMode="auto">
          <a:xfrm>
            <a:off x="6539387" y="3944452"/>
            <a:ext cx="170120" cy="154655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2B9A16FC-2D53-7ABF-5BC7-1A8C76533EE4}"/>
              </a:ext>
            </a:extLst>
          </p:cNvPr>
          <p:cNvSpPr/>
          <p:nvPr/>
        </p:nvSpPr>
        <p:spPr bwMode="auto">
          <a:xfrm>
            <a:off x="6294625" y="3936887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960F3A19-B41D-253F-CB62-7297BC8EBB62}"/>
              </a:ext>
            </a:extLst>
          </p:cNvPr>
          <p:cNvSpPr/>
          <p:nvPr/>
        </p:nvSpPr>
        <p:spPr bwMode="auto">
          <a:xfrm>
            <a:off x="5996462" y="3334852"/>
            <a:ext cx="170120" cy="154655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431ACA39-BA13-EE79-D664-69BBA29EF3CB}"/>
              </a:ext>
            </a:extLst>
          </p:cNvPr>
          <p:cNvSpPr/>
          <p:nvPr/>
        </p:nvSpPr>
        <p:spPr bwMode="auto">
          <a:xfrm>
            <a:off x="5996462" y="3144352"/>
            <a:ext cx="170120" cy="154655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1BF513A6-D76C-D6DD-175B-069B029479BF}"/>
              </a:ext>
            </a:extLst>
          </p:cNvPr>
          <p:cNvSpPr/>
          <p:nvPr/>
        </p:nvSpPr>
        <p:spPr bwMode="auto">
          <a:xfrm>
            <a:off x="5672612" y="3725377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B183597C-CD8F-EFF7-496B-9410554432F3}"/>
              </a:ext>
            </a:extLst>
          </p:cNvPr>
          <p:cNvSpPr/>
          <p:nvPr/>
        </p:nvSpPr>
        <p:spPr bwMode="auto">
          <a:xfrm>
            <a:off x="5472587" y="3506302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70E99E54-AAD3-D669-E7F6-10DD6FE6D95F}"/>
              </a:ext>
            </a:extLst>
          </p:cNvPr>
          <p:cNvSpPr/>
          <p:nvPr/>
        </p:nvSpPr>
        <p:spPr bwMode="auto">
          <a:xfrm>
            <a:off x="5224937" y="3334852"/>
            <a:ext cx="170120" cy="154655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4B0C24B3-7D8B-8FDA-C52F-296D2F98A85B}"/>
              </a:ext>
            </a:extLst>
          </p:cNvPr>
          <p:cNvSpPr/>
          <p:nvPr/>
        </p:nvSpPr>
        <p:spPr bwMode="auto">
          <a:xfrm>
            <a:off x="5224937" y="3144352"/>
            <a:ext cx="170120" cy="154655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4414BDCC-CFF9-A5D8-BA37-F90F7DB6ADEC}"/>
              </a:ext>
            </a:extLst>
          </p:cNvPr>
          <p:cNvSpPr/>
          <p:nvPr/>
        </p:nvSpPr>
        <p:spPr bwMode="auto">
          <a:xfrm>
            <a:off x="5243987" y="3944452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705788C7-3BC8-E67D-FDEF-F9A4F027EF2E}"/>
              </a:ext>
            </a:extLst>
          </p:cNvPr>
          <p:cNvSpPr/>
          <p:nvPr/>
        </p:nvSpPr>
        <p:spPr bwMode="auto">
          <a:xfrm>
            <a:off x="5024912" y="3944452"/>
            <a:ext cx="170120" cy="154655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D5570F53-675E-996F-4A49-9BD56EE302E8}"/>
              </a:ext>
            </a:extLst>
          </p:cNvPr>
          <p:cNvSpPr/>
          <p:nvPr/>
        </p:nvSpPr>
        <p:spPr bwMode="auto">
          <a:xfrm>
            <a:off x="4665850" y="3936887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ED52DE67-2F0A-F216-A627-4BB072B9B4C5}"/>
              </a:ext>
            </a:extLst>
          </p:cNvPr>
          <p:cNvSpPr/>
          <p:nvPr/>
        </p:nvSpPr>
        <p:spPr bwMode="auto">
          <a:xfrm>
            <a:off x="4301012" y="3944452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C8D0A7E5-DADE-814A-FC79-230BEE261AF2}"/>
              </a:ext>
            </a:extLst>
          </p:cNvPr>
          <p:cNvSpPr/>
          <p:nvPr/>
        </p:nvSpPr>
        <p:spPr bwMode="auto">
          <a:xfrm>
            <a:off x="3948587" y="3334852"/>
            <a:ext cx="170120" cy="154655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B063F24-410E-6CE2-CE56-0E5621906D5C}"/>
              </a:ext>
            </a:extLst>
          </p:cNvPr>
          <p:cNvSpPr/>
          <p:nvPr/>
        </p:nvSpPr>
        <p:spPr bwMode="auto">
          <a:xfrm>
            <a:off x="3948587" y="3144352"/>
            <a:ext cx="170120" cy="154655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52E51204-726F-93A6-CC32-64F4EE62B323}"/>
              </a:ext>
            </a:extLst>
          </p:cNvPr>
          <p:cNvSpPr/>
          <p:nvPr/>
        </p:nvSpPr>
        <p:spPr bwMode="auto">
          <a:xfrm>
            <a:off x="3529487" y="3506302"/>
            <a:ext cx="170120" cy="154655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388F3E6D-C798-3D10-6059-9309371D3B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0861341"/>
              </p:ext>
            </p:extLst>
          </p:nvPr>
        </p:nvGraphicFramePr>
        <p:xfrm>
          <a:off x="123710" y="4541025"/>
          <a:ext cx="9600928" cy="1732250"/>
        </p:xfrm>
        <a:graphic>
          <a:graphicData uri="http://schemas.openxmlformats.org/drawingml/2006/table">
            <a:tbl>
              <a:tblPr/>
              <a:tblGrid>
                <a:gridCol w="1022781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857416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943158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771674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209862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  <a:gridCol w="1083053">
                  <a:extLst>
                    <a:ext uri="{9D8B030D-6E8A-4147-A177-3AD203B41FA5}">
                      <a16:colId xmlns:a16="http://schemas.microsoft.com/office/drawing/2014/main" val="246417249"/>
                    </a:ext>
                  </a:extLst>
                </a:gridCol>
                <a:gridCol w="1076836">
                  <a:extLst>
                    <a:ext uri="{9D8B030D-6E8A-4147-A177-3AD203B41FA5}">
                      <a16:colId xmlns:a16="http://schemas.microsoft.com/office/drawing/2014/main" val="2380843586"/>
                    </a:ext>
                  </a:extLst>
                </a:gridCol>
                <a:gridCol w="1256308">
                  <a:extLst>
                    <a:ext uri="{9D8B030D-6E8A-4147-A177-3AD203B41FA5}">
                      <a16:colId xmlns:a16="http://schemas.microsoft.com/office/drawing/2014/main" val="4067901605"/>
                    </a:ext>
                  </a:extLst>
                </a:gridCol>
                <a:gridCol w="689920">
                  <a:extLst>
                    <a:ext uri="{9D8B030D-6E8A-4147-A177-3AD203B41FA5}">
                      <a16:colId xmlns:a16="http://schemas.microsoft.com/office/drawing/2014/main" val="2072010168"/>
                    </a:ext>
                  </a:extLst>
                </a:gridCol>
                <a:gridCol w="689920">
                  <a:extLst>
                    <a:ext uri="{9D8B030D-6E8A-4147-A177-3AD203B41FA5}">
                      <a16:colId xmlns:a16="http://schemas.microsoft.com/office/drawing/2014/main" val="31774248"/>
                    </a:ext>
                  </a:extLst>
                </a:gridCol>
              </a:tblGrid>
              <a:tr h="303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시뮬레이션 그룹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시설그룹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여객시설코드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여객시설명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시뮬레이션코드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위치좌표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(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시작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)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위치좌표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(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끝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)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사용여부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삭제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17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M2-05</a:t>
                      </a:r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/>
                        <a:t>M3-05</a:t>
                      </a:r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352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35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기준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94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사용자정의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5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사용자정의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상업시설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8-20-1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M2-01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M2-01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FCEC05FC-C53D-431B-30E0-F5D27381E604}"/>
              </a:ext>
            </a:extLst>
          </p:cNvPr>
          <p:cNvGrpSpPr/>
          <p:nvPr/>
        </p:nvGrpSpPr>
        <p:grpSpPr>
          <a:xfrm>
            <a:off x="8985933" y="4214384"/>
            <a:ext cx="703531" cy="244106"/>
            <a:chOff x="2706510" y="2380735"/>
            <a:chExt cx="773884" cy="268517"/>
          </a:xfrm>
        </p:grpSpPr>
        <p:sp>
          <p:nvSpPr>
            <p:cNvPr id="151" name="AutoShape 55">
              <a:extLst>
                <a:ext uri="{FF2B5EF4-FFF2-40B4-BE49-F238E27FC236}">
                  <a16:creationId xmlns:a16="http://schemas.microsoft.com/office/drawing/2014/main" id="{0FCD18A4-AA69-7DED-B8BB-A077242E6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" name="Excel">
              <a:extLst>
                <a:ext uri="{FF2B5EF4-FFF2-40B4-BE49-F238E27FC236}">
                  <a16:creationId xmlns:a16="http://schemas.microsoft.com/office/drawing/2014/main" id="{F1E60C01-1F31-A390-A88B-A85FBDB8FA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6D6A5B5A-DAD8-1D42-1775-88A30307D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192" y="6465121"/>
            <a:ext cx="7446502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 defTabSz="1033463">
              <a:spcBef>
                <a:spcPct val="20000"/>
              </a:spcBef>
            </a:pP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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◀   </a:t>
            </a:r>
            <a:r>
              <a:rPr lang="en-US" altLang="ko-KR" sz="700" u="sng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2   3   4   5   6   7   8   9   10   ▶ 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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E5F1FAF5-672F-72A2-524B-ED01AE0EE19B}"/>
              </a:ext>
            </a:extLst>
          </p:cNvPr>
          <p:cNvSpPr/>
          <p:nvPr/>
        </p:nvSpPr>
        <p:spPr bwMode="auto">
          <a:xfrm>
            <a:off x="6134920" y="1886360"/>
            <a:ext cx="170120" cy="154655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7" name="AutoShape 55">
            <a:extLst>
              <a:ext uri="{FF2B5EF4-FFF2-40B4-BE49-F238E27FC236}">
                <a16:creationId xmlns:a16="http://schemas.microsoft.com/office/drawing/2014/main" id="{EB0DBE30-1833-4B39-A704-282979131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4651" y="4225263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AF192D9-39DF-4241-BF96-9DFFF9FBDCC7}"/>
              </a:ext>
            </a:extLst>
          </p:cNvPr>
          <p:cNvSpPr txBox="1"/>
          <p:nvPr/>
        </p:nvSpPr>
        <p:spPr>
          <a:xfrm>
            <a:off x="8388364" y="4233763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60" name="AutoShape 55">
            <a:extLst>
              <a:ext uri="{FF2B5EF4-FFF2-40B4-BE49-F238E27FC236}">
                <a16:creationId xmlns:a16="http://schemas.microsoft.com/office/drawing/2014/main" id="{E4EFDD62-9298-4FC1-B1E7-0067FE202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9294" y="4225773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A66EF4E-B855-473D-8F4A-F60759007C71}"/>
              </a:ext>
            </a:extLst>
          </p:cNvPr>
          <p:cNvSpPr txBox="1"/>
          <p:nvPr/>
        </p:nvSpPr>
        <p:spPr>
          <a:xfrm>
            <a:off x="7889294" y="4233970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69757A12-DBA9-4EE2-BAF2-B2717CAF76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019124"/>
              </p:ext>
            </p:extLst>
          </p:nvPr>
        </p:nvGraphicFramePr>
        <p:xfrm>
          <a:off x="147200" y="569081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0" name="Rectangle 7">
            <a:extLst>
              <a:ext uri="{FF2B5EF4-FFF2-40B4-BE49-F238E27FC236}">
                <a16:creationId xmlns:a16="http://schemas.microsoft.com/office/drawing/2014/main" id="{2CFE25BA-5393-44C1-9C87-AEB0249BA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81" y="632197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71" name="AutoShape 89">
            <a:extLst>
              <a:ext uri="{FF2B5EF4-FFF2-40B4-BE49-F238E27FC236}">
                <a16:creationId xmlns:a16="http://schemas.microsoft.com/office/drawing/2014/main" id="{D8A0A924-1CE1-4079-90AF-BA8D8B340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392" y="609588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AB826BDE-0DBD-474B-810D-2F94EF54C3E7}"/>
              </a:ext>
            </a:extLst>
          </p:cNvPr>
          <p:cNvGrpSpPr/>
          <p:nvPr/>
        </p:nvGrpSpPr>
        <p:grpSpPr>
          <a:xfrm>
            <a:off x="9129604" y="597235"/>
            <a:ext cx="594348" cy="283906"/>
            <a:chOff x="2941228" y="5138388"/>
            <a:chExt cx="594348" cy="283906"/>
          </a:xfrm>
        </p:grpSpPr>
        <p:sp>
          <p:nvSpPr>
            <p:cNvPr id="73" name="AutoShape 55">
              <a:extLst>
                <a:ext uri="{FF2B5EF4-FFF2-40B4-BE49-F238E27FC236}">
                  <a16:creationId xmlns:a16="http://schemas.microsoft.com/office/drawing/2014/main" id="{D6F1275C-AC22-45FC-A70A-8F85F181C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Search">
              <a:extLst>
                <a:ext uri="{FF2B5EF4-FFF2-40B4-BE49-F238E27FC236}">
                  <a16:creationId xmlns:a16="http://schemas.microsoft.com/office/drawing/2014/main" id="{7AEA8499-B27B-4B00-86AD-2FC839454DD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" name="타원 74">
            <a:extLst>
              <a:ext uri="{FF2B5EF4-FFF2-40B4-BE49-F238E27FC236}">
                <a16:creationId xmlns:a16="http://schemas.microsoft.com/office/drawing/2014/main" id="{1DD970AB-792A-4709-92E9-AAD9FD923F5E}"/>
              </a:ext>
            </a:extLst>
          </p:cNvPr>
          <p:cNvSpPr/>
          <p:nvPr/>
        </p:nvSpPr>
        <p:spPr bwMode="auto">
          <a:xfrm>
            <a:off x="2874263" y="686302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583FBADF-B6C3-4CF3-AE50-397EA9B08C05}"/>
              </a:ext>
            </a:extLst>
          </p:cNvPr>
          <p:cNvSpPr/>
          <p:nvPr/>
        </p:nvSpPr>
        <p:spPr bwMode="auto">
          <a:xfrm>
            <a:off x="3826740" y="686302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7" name="Rectangle 7">
            <a:extLst>
              <a:ext uri="{FF2B5EF4-FFF2-40B4-BE49-F238E27FC236}">
                <a16:creationId xmlns:a16="http://schemas.microsoft.com/office/drawing/2014/main" id="{8F1A4E04-2FFA-4706-8932-919AE1671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0504" y="641165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Rectangle 7">
            <a:extLst>
              <a:ext uri="{FF2B5EF4-FFF2-40B4-BE49-F238E27FC236}">
                <a16:creationId xmlns:a16="http://schemas.microsoft.com/office/drawing/2014/main" id="{D6E3FCFA-91EF-43EC-BDC8-A66AD7C44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3006" y="641165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072BD399-C4BB-4991-A2AB-154337D36BB0}"/>
              </a:ext>
            </a:extLst>
          </p:cNvPr>
          <p:cNvSpPr/>
          <p:nvPr/>
        </p:nvSpPr>
        <p:spPr bwMode="auto">
          <a:xfrm>
            <a:off x="3826740" y="686302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6A169D09-DA00-43E9-ADED-8F6A94556B06}"/>
              </a:ext>
            </a:extLst>
          </p:cNvPr>
          <p:cNvSpPr/>
          <p:nvPr/>
        </p:nvSpPr>
        <p:spPr bwMode="auto">
          <a:xfrm>
            <a:off x="3833241" y="67790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3B9202D-8DA7-402A-A47A-E0E03D6C864A}"/>
              </a:ext>
            </a:extLst>
          </p:cNvPr>
          <p:cNvGrpSpPr/>
          <p:nvPr/>
        </p:nvGrpSpPr>
        <p:grpSpPr>
          <a:xfrm>
            <a:off x="9089812" y="4905991"/>
            <a:ext cx="568700" cy="187149"/>
            <a:chOff x="8773644" y="1555507"/>
            <a:chExt cx="568700" cy="268517"/>
          </a:xfrm>
        </p:grpSpPr>
        <p:sp>
          <p:nvSpPr>
            <p:cNvPr id="93" name="AutoShape 55">
              <a:extLst>
                <a:ext uri="{FF2B5EF4-FFF2-40B4-BE49-F238E27FC236}">
                  <a16:creationId xmlns:a16="http://schemas.microsoft.com/office/drawing/2014/main" id="{53880FB6-48EF-4270-A229-7D23102F8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3644" y="1555507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4" name="Trash">
              <a:extLst>
                <a:ext uri="{FF2B5EF4-FFF2-40B4-BE49-F238E27FC236}">
                  <a16:creationId xmlns:a16="http://schemas.microsoft.com/office/drawing/2014/main" id="{43B4860E-6D31-43D4-8C4C-662B7F1ADA1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51663" y="1623338"/>
              <a:ext cx="110927" cy="132854"/>
            </a:xfrm>
            <a:custGeom>
              <a:avLst/>
              <a:gdLst>
                <a:gd name="T0" fmla="*/ 188 w 560"/>
                <a:gd name="T1" fmla="*/ 16 h 667"/>
                <a:gd name="T2" fmla="*/ 173 w 560"/>
                <a:gd name="T3" fmla="*/ 67 h 667"/>
                <a:gd name="T4" fmla="*/ 32 w 560"/>
                <a:gd name="T5" fmla="*/ 94 h 667"/>
                <a:gd name="T6" fmla="*/ 0 w 560"/>
                <a:gd name="T7" fmla="*/ 174 h 667"/>
                <a:gd name="T8" fmla="*/ 40 w 560"/>
                <a:gd name="T9" fmla="*/ 614 h 667"/>
                <a:gd name="T10" fmla="*/ 467 w 560"/>
                <a:gd name="T11" fmla="*/ 667 h 667"/>
                <a:gd name="T12" fmla="*/ 520 w 560"/>
                <a:gd name="T13" fmla="*/ 174 h 667"/>
                <a:gd name="T14" fmla="*/ 560 w 560"/>
                <a:gd name="T15" fmla="*/ 94 h 667"/>
                <a:gd name="T16" fmla="*/ 493 w 560"/>
                <a:gd name="T17" fmla="*/ 67 h 667"/>
                <a:gd name="T18" fmla="*/ 387 w 560"/>
                <a:gd name="T19" fmla="*/ 63 h 667"/>
                <a:gd name="T20" fmla="*/ 327 w 560"/>
                <a:gd name="T21" fmla="*/ 0 h 667"/>
                <a:gd name="T22" fmla="*/ 233 w 560"/>
                <a:gd name="T23" fmla="*/ 27 h 667"/>
                <a:gd name="T24" fmla="*/ 352 w 560"/>
                <a:gd name="T25" fmla="*/ 34 h 667"/>
                <a:gd name="T26" fmla="*/ 360 w 560"/>
                <a:gd name="T27" fmla="*/ 67 h 667"/>
                <a:gd name="T28" fmla="*/ 200 w 560"/>
                <a:gd name="T29" fmla="*/ 63 h 667"/>
                <a:gd name="T30" fmla="*/ 233 w 560"/>
                <a:gd name="T31" fmla="*/ 27 h 667"/>
                <a:gd name="T32" fmla="*/ 493 w 560"/>
                <a:gd name="T33" fmla="*/ 94 h 667"/>
                <a:gd name="T34" fmla="*/ 533 w 560"/>
                <a:gd name="T35" fmla="*/ 120 h 667"/>
                <a:gd name="T36" fmla="*/ 27 w 560"/>
                <a:gd name="T37" fmla="*/ 147 h 667"/>
                <a:gd name="T38" fmla="*/ 53 w 560"/>
                <a:gd name="T39" fmla="*/ 120 h 667"/>
                <a:gd name="T40" fmla="*/ 67 w 560"/>
                <a:gd name="T41" fmla="*/ 94 h 667"/>
                <a:gd name="T42" fmla="*/ 493 w 560"/>
                <a:gd name="T43" fmla="*/ 174 h 667"/>
                <a:gd name="T44" fmla="*/ 467 w 560"/>
                <a:gd name="T45" fmla="*/ 640 h 667"/>
                <a:gd name="T46" fmla="*/ 67 w 560"/>
                <a:gd name="T47" fmla="*/ 614 h 667"/>
                <a:gd name="T48" fmla="*/ 120 w 560"/>
                <a:gd name="T49" fmla="*/ 227 h 667"/>
                <a:gd name="T50" fmla="*/ 200 w 560"/>
                <a:gd name="T51" fmla="*/ 587 h 667"/>
                <a:gd name="T52" fmla="*/ 120 w 560"/>
                <a:gd name="T53" fmla="*/ 227 h 667"/>
                <a:gd name="T54" fmla="*/ 240 w 560"/>
                <a:gd name="T55" fmla="*/ 587 h 667"/>
                <a:gd name="T56" fmla="*/ 320 w 560"/>
                <a:gd name="T57" fmla="*/ 227 h 667"/>
                <a:gd name="T58" fmla="*/ 360 w 560"/>
                <a:gd name="T59" fmla="*/ 227 h 667"/>
                <a:gd name="T60" fmla="*/ 440 w 560"/>
                <a:gd name="T61" fmla="*/ 587 h 667"/>
                <a:gd name="T62" fmla="*/ 360 w 560"/>
                <a:gd name="T63" fmla="*/ 227 h 667"/>
                <a:gd name="T64" fmla="*/ 173 w 560"/>
                <a:gd name="T65" fmla="*/ 254 h 667"/>
                <a:gd name="T66" fmla="*/ 147 w 560"/>
                <a:gd name="T67" fmla="*/ 560 h 667"/>
                <a:gd name="T68" fmla="*/ 267 w 560"/>
                <a:gd name="T69" fmla="*/ 254 h 667"/>
                <a:gd name="T70" fmla="*/ 293 w 560"/>
                <a:gd name="T71" fmla="*/ 560 h 667"/>
                <a:gd name="T72" fmla="*/ 267 w 560"/>
                <a:gd name="T73" fmla="*/ 254 h 667"/>
                <a:gd name="T74" fmla="*/ 413 w 560"/>
                <a:gd name="T75" fmla="*/ 254 h 667"/>
                <a:gd name="T76" fmla="*/ 387 w 560"/>
                <a:gd name="T77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0" h="667">
                  <a:moveTo>
                    <a:pt x="233" y="0"/>
                  </a:moveTo>
                  <a:cubicBezTo>
                    <a:pt x="215" y="0"/>
                    <a:pt x="199" y="4"/>
                    <a:pt x="188" y="16"/>
                  </a:cubicBezTo>
                  <a:cubicBezTo>
                    <a:pt x="177" y="27"/>
                    <a:pt x="173" y="44"/>
                    <a:pt x="173" y="63"/>
                  </a:cubicBezTo>
                  <a:lnTo>
                    <a:pt x="173" y="67"/>
                  </a:lnTo>
                  <a:lnTo>
                    <a:pt x="67" y="67"/>
                  </a:lnTo>
                  <a:cubicBezTo>
                    <a:pt x="50" y="67"/>
                    <a:pt x="38" y="79"/>
                    <a:pt x="32" y="94"/>
                  </a:cubicBezTo>
                  <a:lnTo>
                    <a:pt x="0" y="94"/>
                  </a:lnTo>
                  <a:lnTo>
                    <a:pt x="0" y="174"/>
                  </a:lnTo>
                  <a:lnTo>
                    <a:pt x="40" y="174"/>
                  </a:lnTo>
                  <a:lnTo>
                    <a:pt x="40" y="614"/>
                  </a:lnTo>
                  <a:cubicBezTo>
                    <a:pt x="40" y="643"/>
                    <a:pt x="64" y="667"/>
                    <a:pt x="93" y="667"/>
                  </a:cubicBezTo>
                  <a:lnTo>
                    <a:pt x="467" y="667"/>
                  </a:lnTo>
                  <a:cubicBezTo>
                    <a:pt x="496" y="667"/>
                    <a:pt x="520" y="643"/>
                    <a:pt x="520" y="614"/>
                  </a:cubicBezTo>
                  <a:lnTo>
                    <a:pt x="520" y="174"/>
                  </a:lnTo>
                  <a:lnTo>
                    <a:pt x="560" y="174"/>
                  </a:lnTo>
                  <a:lnTo>
                    <a:pt x="560" y="94"/>
                  </a:lnTo>
                  <a:lnTo>
                    <a:pt x="528" y="94"/>
                  </a:lnTo>
                  <a:cubicBezTo>
                    <a:pt x="522" y="79"/>
                    <a:pt x="510" y="67"/>
                    <a:pt x="493" y="67"/>
                  </a:cubicBezTo>
                  <a:lnTo>
                    <a:pt x="387" y="67"/>
                  </a:lnTo>
                  <a:lnTo>
                    <a:pt x="387" y="63"/>
                  </a:lnTo>
                  <a:cubicBezTo>
                    <a:pt x="387" y="44"/>
                    <a:pt x="383" y="27"/>
                    <a:pt x="372" y="16"/>
                  </a:cubicBezTo>
                  <a:cubicBezTo>
                    <a:pt x="361" y="4"/>
                    <a:pt x="345" y="0"/>
                    <a:pt x="327" y="0"/>
                  </a:cubicBezTo>
                  <a:lnTo>
                    <a:pt x="233" y="0"/>
                  </a:lnTo>
                  <a:close/>
                  <a:moveTo>
                    <a:pt x="233" y="27"/>
                  </a:moveTo>
                  <a:lnTo>
                    <a:pt x="327" y="27"/>
                  </a:lnTo>
                  <a:cubicBezTo>
                    <a:pt x="341" y="27"/>
                    <a:pt x="348" y="30"/>
                    <a:pt x="352" y="34"/>
                  </a:cubicBezTo>
                  <a:cubicBezTo>
                    <a:pt x="357" y="39"/>
                    <a:pt x="360" y="47"/>
                    <a:pt x="360" y="63"/>
                  </a:cubicBezTo>
                  <a:lnTo>
                    <a:pt x="360" y="67"/>
                  </a:lnTo>
                  <a:lnTo>
                    <a:pt x="200" y="67"/>
                  </a:lnTo>
                  <a:lnTo>
                    <a:pt x="200" y="63"/>
                  </a:lnTo>
                  <a:cubicBezTo>
                    <a:pt x="200" y="47"/>
                    <a:pt x="203" y="39"/>
                    <a:pt x="207" y="34"/>
                  </a:cubicBezTo>
                  <a:cubicBezTo>
                    <a:pt x="212" y="30"/>
                    <a:pt x="219" y="27"/>
                    <a:pt x="233" y="27"/>
                  </a:cubicBezTo>
                  <a:close/>
                  <a:moveTo>
                    <a:pt x="67" y="94"/>
                  </a:moveTo>
                  <a:lnTo>
                    <a:pt x="493" y="94"/>
                  </a:lnTo>
                  <a:cubicBezTo>
                    <a:pt x="507" y="100"/>
                    <a:pt x="507" y="107"/>
                    <a:pt x="507" y="120"/>
                  </a:cubicBezTo>
                  <a:lnTo>
                    <a:pt x="533" y="120"/>
                  </a:lnTo>
                  <a:lnTo>
                    <a:pt x="533" y="147"/>
                  </a:lnTo>
                  <a:lnTo>
                    <a:pt x="27" y="147"/>
                  </a:lnTo>
                  <a:lnTo>
                    <a:pt x="27" y="120"/>
                  </a:lnTo>
                  <a:lnTo>
                    <a:pt x="53" y="120"/>
                  </a:lnTo>
                  <a:lnTo>
                    <a:pt x="53" y="107"/>
                  </a:lnTo>
                  <a:cubicBezTo>
                    <a:pt x="53" y="102"/>
                    <a:pt x="62" y="94"/>
                    <a:pt x="67" y="94"/>
                  </a:cubicBezTo>
                  <a:close/>
                  <a:moveTo>
                    <a:pt x="67" y="174"/>
                  </a:moveTo>
                  <a:lnTo>
                    <a:pt x="493" y="174"/>
                  </a:lnTo>
                  <a:lnTo>
                    <a:pt x="493" y="614"/>
                  </a:lnTo>
                  <a:cubicBezTo>
                    <a:pt x="493" y="629"/>
                    <a:pt x="482" y="640"/>
                    <a:pt x="467" y="640"/>
                  </a:cubicBezTo>
                  <a:lnTo>
                    <a:pt x="93" y="640"/>
                  </a:lnTo>
                  <a:cubicBezTo>
                    <a:pt x="78" y="640"/>
                    <a:pt x="67" y="629"/>
                    <a:pt x="67" y="614"/>
                  </a:cubicBezTo>
                  <a:lnTo>
                    <a:pt x="67" y="174"/>
                  </a:lnTo>
                  <a:close/>
                  <a:moveTo>
                    <a:pt x="120" y="227"/>
                  </a:moveTo>
                  <a:lnTo>
                    <a:pt x="120" y="587"/>
                  </a:lnTo>
                  <a:lnTo>
                    <a:pt x="200" y="587"/>
                  </a:lnTo>
                  <a:lnTo>
                    <a:pt x="200" y="227"/>
                  </a:lnTo>
                  <a:lnTo>
                    <a:pt x="120" y="227"/>
                  </a:lnTo>
                  <a:close/>
                  <a:moveTo>
                    <a:pt x="240" y="227"/>
                  </a:moveTo>
                  <a:lnTo>
                    <a:pt x="240" y="587"/>
                  </a:lnTo>
                  <a:lnTo>
                    <a:pt x="320" y="587"/>
                  </a:lnTo>
                  <a:lnTo>
                    <a:pt x="320" y="227"/>
                  </a:lnTo>
                  <a:lnTo>
                    <a:pt x="240" y="227"/>
                  </a:lnTo>
                  <a:close/>
                  <a:moveTo>
                    <a:pt x="360" y="227"/>
                  </a:moveTo>
                  <a:lnTo>
                    <a:pt x="360" y="587"/>
                  </a:lnTo>
                  <a:lnTo>
                    <a:pt x="440" y="587"/>
                  </a:lnTo>
                  <a:lnTo>
                    <a:pt x="440" y="227"/>
                  </a:lnTo>
                  <a:lnTo>
                    <a:pt x="360" y="227"/>
                  </a:lnTo>
                  <a:close/>
                  <a:moveTo>
                    <a:pt x="147" y="254"/>
                  </a:moveTo>
                  <a:lnTo>
                    <a:pt x="173" y="254"/>
                  </a:lnTo>
                  <a:lnTo>
                    <a:pt x="173" y="560"/>
                  </a:lnTo>
                  <a:lnTo>
                    <a:pt x="147" y="560"/>
                  </a:lnTo>
                  <a:lnTo>
                    <a:pt x="147" y="254"/>
                  </a:lnTo>
                  <a:close/>
                  <a:moveTo>
                    <a:pt x="267" y="254"/>
                  </a:moveTo>
                  <a:lnTo>
                    <a:pt x="293" y="254"/>
                  </a:lnTo>
                  <a:lnTo>
                    <a:pt x="293" y="560"/>
                  </a:lnTo>
                  <a:lnTo>
                    <a:pt x="267" y="560"/>
                  </a:lnTo>
                  <a:lnTo>
                    <a:pt x="267" y="254"/>
                  </a:lnTo>
                  <a:close/>
                  <a:moveTo>
                    <a:pt x="387" y="254"/>
                  </a:moveTo>
                  <a:lnTo>
                    <a:pt x="413" y="254"/>
                  </a:lnTo>
                  <a:lnTo>
                    <a:pt x="413" y="560"/>
                  </a:lnTo>
                  <a:lnTo>
                    <a:pt x="387" y="560"/>
                  </a:lnTo>
                  <a:lnTo>
                    <a:pt x="387" y="254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38A98CDF-D1F4-4E3D-AEA3-28757B412016}"/>
              </a:ext>
            </a:extLst>
          </p:cNvPr>
          <p:cNvGrpSpPr/>
          <p:nvPr/>
        </p:nvGrpSpPr>
        <p:grpSpPr>
          <a:xfrm>
            <a:off x="9089812" y="5195504"/>
            <a:ext cx="568700" cy="187149"/>
            <a:chOff x="8773644" y="1555507"/>
            <a:chExt cx="568700" cy="268517"/>
          </a:xfrm>
        </p:grpSpPr>
        <p:sp>
          <p:nvSpPr>
            <p:cNvPr id="96" name="AutoShape 55">
              <a:extLst>
                <a:ext uri="{FF2B5EF4-FFF2-40B4-BE49-F238E27FC236}">
                  <a16:creationId xmlns:a16="http://schemas.microsoft.com/office/drawing/2014/main" id="{4781DAC6-A9EC-4418-A42F-871C31F3B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3644" y="1555507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Trash">
              <a:extLst>
                <a:ext uri="{FF2B5EF4-FFF2-40B4-BE49-F238E27FC236}">
                  <a16:creationId xmlns:a16="http://schemas.microsoft.com/office/drawing/2014/main" id="{BA3B6AB6-DBAD-4BF8-988A-461132813B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51663" y="1623338"/>
              <a:ext cx="110927" cy="132854"/>
            </a:xfrm>
            <a:custGeom>
              <a:avLst/>
              <a:gdLst>
                <a:gd name="T0" fmla="*/ 188 w 560"/>
                <a:gd name="T1" fmla="*/ 16 h 667"/>
                <a:gd name="T2" fmla="*/ 173 w 560"/>
                <a:gd name="T3" fmla="*/ 67 h 667"/>
                <a:gd name="T4" fmla="*/ 32 w 560"/>
                <a:gd name="T5" fmla="*/ 94 h 667"/>
                <a:gd name="T6" fmla="*/ 0 w 560"/>
                <a:gd name="T7" fmla="*/ 174 h 667"/>
                <a:gd name="T8" fmla="*/ 40 w 560"/>
                <a:gd name="T9" fmla="*/ 614 h 667"/>
                <a:gd name="T10" fmla="*/ 467 w 560"/>
                <a:gd name="T11" fmla="*/ 667 h 667"/>
                <a:gd name="T12" fmla="*/ 520 w 560"/>
                <a:gd name="T13" fmla="*/ 174 h 667"/>
                <a:gd name="T14" fmla="*/ 560 w 560"/>
                <a:gd name="T15" fmla="*/ 94 h 667"/>
                <a:gd name="T16" fmla="*/ 493 w 560"/>
                <a:gd name="T17" fmla="*/ 67 h 667"/>
                <a:gd name="T18" fmla="*/ 387 w 560"/>
                <a:gd name="T19" fmla="*/ 63 h 667"/>
                <a:gd name="T20" fmla="*/ 327 w 560"/>
                <a:gd name="T21" fmla="*/ 0 h 667"/>
                <a:gd name="T22" fmla="*/ 233 w 560"/>
                <a:gd name="T23" fmla="*/ 27 h 667"/>
                <a:gd name="T24" fmla="*/ 352 w 560"/>
                <a:gd name="T25" fmla="*/ 34 h 667"/>
                <a:gd name="T26" fmla="*/ 360 w 560"/>
                <a:gd name="T27" fmla="*/ 67 h 667"/>
                <a:gd name="T28" fmla="*/ 200 w 560"/>
                <a:gd name="T29" fmla="*/ 63 h 667"/>
                <a:gd name="T30" fmla="*/ 233 w 560"/>
                <a:gd name="T31" fmla="*/ 27 h 667"/>
                <a:gd name="T32" fmla="*/ 493 w 560"/>
                <a:gd name="T33" fmla="*/ 94 h 667"/>
                <a:gd name="T34" fmla="*/ 533 w 560"/>
                <a:gd name="T35" fmla="*/ 120 h 667"/>
                <a:gd name="T36" fmla="*/ 27 w 560"/>
                <a:gd name="T37" fmla="*/ 147 h 667"/>
                <a:gd name="T38" fmla="*/ 53 w 560"/>
                <a:gd name="T39" fmla="*/ 120 h 667"/>
                <a:gd name="T40" fmla="*/ 67 w 560"/>
                <a:gd name="T41" fmla="*/ 94 h 667"/>
                <a:gd name="T42" fmla="*/ 493 w 560"/>
                <a:gd name="T43" fmla="*/ 174 h 667"/>
                <a:gd name="T44" fmla="*/ 467 w 560"/>
                <a:gd name="T45" fmla="*/ 640 h 667"/>
                <a:gd name="T46" fmla="*/ 67 w 560"/>
                <a:gd name="T47" fmla="*/ 614 h 667"/>
                <a:gd name="T48" fmla="*/ 120 w 560"/>
                <a:gd name="T49" fmla="*/ 227 h 667"/>
                <a:gd name="T50" fmla="*/ 200 w 560"/>
                <a:gd name="T51" fmla="*/ 587 h 667"/>
                <a:gd name="T52" fmla="*/ 120 w 560"/>
                <a:gd name="T53" fmla="*/ 227 h 667"/>
                <a:gd name="T54" fmla="*/ 240 w 560"/>
                <a:gd name="T55" fmla="*/ 587 h 667"/>
                <a:gd name="T56" fmla="*/ 320 w 560"/>
                <a:gd name="T57" fmla="*/ 227 h 667"/>
                <a:gd name="T58" fmla="*/ 360 w 560"/>
                <a:gd name="T59" fmla="*/ 227 h 667"/>
                <a:gd name="T60" fmla="*/ 440 w 560"/>
                <a:gd name="T61" fmla="*/ 587 h 667"/>
                <a:gd name="T62" fmla="*/ 360 w 560"/>
                <a:gd name="T63" fmla="*/ 227 h 667"/>
                <a:gd name="T64" fmla="*/ 173 w 560"/>
                <a:gd name="T65" fmla="*/ 254 h 667"/>
                <a:gd name="T66" fmla="*/ 147 w 560"/>
                <a:gd name="T67" fmla="*/ 560 h 667"/>
                <a:gd name="T68" fmla="*/ 267 w 560"/>
                <a:gd name="T69" fmla="*/ 254 h 667"/>
                <a:gd name="T70" fmla="*/ 293 w 560"/>
                <a:gd name="T71" fmla="*/ 560 h 667"/>
                <a:gd name="T72" fmla="*/ 267 w 560"/>
                <a:gd name="T73" fmla="*/ 254 h 667"/>
                <a:gd name="T74" fmla="*/ 413 w 560"/>
                <a:gd name="T75" fmla="*/ 254 h 667"/>
                <a:gd name="T76" fmla="*/ 387 w 560"/>
                <a:gd name="T77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0" h="667">
                  <a:moveTo>
                    <a:pt x="233" y="0"/>
                  </a:moveTo>
                  <a:cubicBezTo>
                    <a:pt x="215" y="0"/>
                    <a:pt x="199" y="4"/>
                    <a:pt x="188" y="16"/>
                  </a:cubicBezTo>
                  <a:cubicBezTo>
                    <a:pt x="177" y="27"/>
                    <a:pt x="173" y="44"/>
                    <a:pt x="173" y="63"/>
                  </a:cubicBezTo>
                  <a:lnTo>
                    <a:pt x="173" y="67"/>
                  </a:lnTo>
                  <a:lnTo>
                    <a:pt x="67" y="67"/>
                  </a:lnTo>
                  <a:cubicBezTo>
                    <a:pt x="50" y="67"/>
                    <a:pt x="38" y="79"/>
                    <a:pt x="32" y="94"/>
                  </a:cubicBezTo>
                  <a:lnTo>
                    <a:pt x="0" y="94"/>
                  </a:lnTo>
                  <a:lnTo>
                    <a:pt x="0" y="174"/>
                  </a:lnTo>
                  <a:lnTo>
                    <a:pt x="40" y="174"/>
                  </a:lnTo>
                  <a:lnTo>
                    <a:pt x="40" y="614"/>
                  </a:lnTo>
                  <a:cubicBezTo>
                    <a:pt x="40" y="643"/>
                    <a:pt x="64" y="667"/>
                    <a:pt x="93" y="667"/>
                  </a:cubicBezTo>
                  <a:lnTo>
                    <a:pt x="467" y="667"/>
                  </a:lnTo>
                  <a:cubicBezTo>
                    <a:pt x="496" y="667"/>
                    <a:pt x="520" y="643"/>
                    <a:pt x="520" y="614"/>
                  </a:cubicBezTo>
                  <a:lnTo>
                    <a:pt x="520" y="174"/>
                  </a:lnTo>
                  <a:lnTo>
                    <a:pt x="560" y="174"/>
                  </a:lnTo>
                  <a:lnTo>
                    <a:pt x="560" y="94"/>
                  </a:lnTo>
                  <a:lnTo>
                    <a:pt x="528" y="94"/>
                  </a:lnTo>
                  <a:cubicBezTo>
                    <a:pt x="522" y="79"/>
                    <a:pt x="510" y="67"/>
                    <a:pt x="493" y="67"/>
                  </a:cubicBezTo>
                  <a:lnTo>
                    <a:pt x="387" y="67"/>
                  </a:lnTo>
                  <a:lnTo>
                    <a:pt x="387" y="63"/>
                  </a:lnTo>
                  <a:cubicBezTo>
                    <a:pt x="387" y="44"/>
                    <a:pt x="383" y="27"/>
                    <a:pt x="372" y="16"/>
                  </a:cubicBezTo>
                  <a:cubicBezTo>
                    <a:pt x="361" y="4"/>
                    <a:pt x="345" y="0"/>
                    <a:pt x="327" y="0"/>
                  </a:cubicBezTo>
                  <a:lnTo>
                    <a:pt x="233" y="0"/>
                  </a:lnTo>
                  <a:close/>
                  <a:moveTo>
                    <a:pt x="233" y="27"/>
                  </a:moveTo>
                  <a:lnTo>
                    <a:pt x="327" y="27"/>
                  </a:lnTo>
                  <a:cubicBezTo>
                    <a:pt x="341" y="27"/>
                    <a:pt x="348" y="30"/>
                    <a:pt x="352" y="34"/>
                  </a:cubicBezTo>
                  <a:cubicBezTo>
                    <a:pt x="357" y="39"/>
                    <a:pt x="360" y="47"/>
                    <a:pt x="360" y="63"/>
                  </a:cubicBezTo>
                  <a:lnTo>
                    <a:pt x="360" y="67"/>
                  </a:lnTo>
                  <a:lnTo>
                    <a:pt x="200" y="67"/>
                  </a:lnTo>
                  <a:lnTo>
                    <a:pt x="200" y="63"/>
                  </a:lnTo>
                  <a:cubicBezTo>
                    <a:pt x="200" y="47"/>
                    <a:pt x="203" y="39"/>
                    <a:pt x="207" y="34"/>
                  </a:cubicBezTo>
                  <a:cubicBezTo>
                    <a:pt x="212" y="30"/>
                    <a:pt x="219" y="27"/>
                    <a:pt x="233" y="27"/>
                  </a:cubicBezTo>
                  <a:close/>
                  <a:moveTo>
                    <a:pt x="67" y="94"/>
                  </a:moveTo>
                  <a:lnTo>
                    <a:pt x="493" y="94"/>
                  </a:lnTo>
                  <a:cubicBezTo>
                    <a:pt x="507" y="100"/>
                    <a:pt x="507" y="107"/>
                    <a:pt x="507" y="120"/>
                  </a:cubicBezTo>
                  <a:lnTo>
                    <a:pt x="533" y="120"/>
                  </a:lnTo>
                  <a:lnTo>
                    <a:pt x="533" y="147"/>
                  </a:lnTo>
                  <a:lnTo>
                    <a:pt x="27" y="147"/>
                  </a:lnTo>
                  <a:lnTo>
                    <a:pt x="27" y="120"/>
                  </a:lnTo>
                  <a:lnTo>
                    <a:pt x="53" y="120"/>
                  </a:lnTo>
                  <a:lnTo>
                    <a:pt x="53" y="107"/>
                  </a:lnTo>
                  <a:cubicBezTo>
                    <a:pt x="53" y="102"/>
                    <a:pt x="62" y="94"/>
                    <a:pt x="67" y="94"/>
                  </a:cubicBezTo>
                  <a:close/>
                  <a:moveTo>
                    <a:pt x="67" y="174"/>
                  </a:moveTo>
                  <a:lnTo>
                    <a:pt x="493" y="174"/>
                  </a:lnTo>
                  <a:lnTo>
                    <a:pt x="493" y="614"/>
                  </a:lnTo>
                  <a:cubicBezTo>
                    <a:pt x="493" y="629"/>
                    <a:pt x="482" y="640"/>
                    <a:pt x="467" y="640"/>
                  </a:cubicBezTo>
                  <a:lnTo>
                    <a:pt x="93" y="640"/>
                  </a:lnTo>
                  <a:cubicBezTo>
                    <a:pt x="78" y="640"/>
                    <a:pt x="67" y="629"/>
                    <a:pt x="67" y="614"/>
                  </a:cubicBezTo>
                  <a:lnTo>
                    <a:pt x="67" y="174"/>
                  </a:lnTo>
                  <a:close/>
                  <a:moveTo>
                    <a:pt x="120" y="227"/>
                  </a:moveTo>
                  <a:lnTo>
                    <a:pt x="120" y="587"/>
                  </a:lnTo>
                  <a:lnTo>
                    <a:pt x="200" y="587"/>
                  </a:lnTo>
                  <a:lnTo>
                    <a:pt x="200" y="227"/>
                  </a:lnTo>
                  <a:lnTo>
                    <a:pt x="120" y="227"/>
                  </a:lnTo>
                  <a:close/>
                  <a:moveTo>
                    <a:pt x="240" y="227"/>
                  </a:moveTo>
                  <a:lnTo>
                    <a:pt x="240" y="587"/>
                  </a:lnTo>
                  <a:lnTo>
                    <a:pt x="320" y="587"/>
                  </a:lnTo>
                  <a:lnTo>
                    <a:pt x="320" y="227"/>
                  </a:lnTo>
                  <a:lnTo>
                    <a:pt x="240" y="227"/>
                  </a:lnTo>
                  <a:close/>
                  <a:moveTo>
                    <a:pt x="360" y="227"/>
                  </a:moveTo>
                  <a:lnTo>
                    <a:pt x="360" y="587"/>
                  </a:lnTo>
                  <a:lnTo>
                    <a:pt x="440" y="587"/>
                  </a:lnTo>
                  <a:lnTo>
                    <a:pt x="440" y="227"/>
                  </a:lnTo>
                  <a:lnTo>
                    <a:pt x="360" y="227"/>
                  </a:lnTo>
                  <a:close/>
                  <a:moveTo>
                    <a:pt x="147" y="254"/>
                  </a:moveTo>
                  <a:lnTo>
                    <a:pt x="173" y="254"/>
                  </a:lnTo>
                  <a:lnTo>
                    <a:pt x="173" y="560"/>
                  </a:lnTo>
                  <a:lnTo>
                    <a:pt x="147" y="560"/>
                  </a:lnTo>
                  <a:lnTo>
                    <a:pt x="147" y="254"/>
                  </a:lnTo>
                  <a:close/>
                  <a:moveTo>
                    <a:pt x="267" y="254"/>
                  </a:moveTo>
                  <a:lnTo>
                    <a:pt x="293" y="254"/>
                  </a:lnTo>
                  <a:lnTo>
                    <a:pt x="293" y="560"/>
                  </a:lnTo>
                  <a:lnTo>
                    <a:pt x="267" y="560"/>
                  </a:lnTo>
                  <a:lnTo>
                    <a:pt x="267" y="254"/>
                  </a:lnTo>
                  <a:close/>
                  <a:moveTo>
                    <a:pt x="387" y="254"/>
                  </a:moveTo>
                  <a:lnTo>
                    <a:pt x="413" y="254"/>
                  </a:lnTo>
                  <a:lnTo>
                    <a:pt x="413" y="560"/>
                  </a:lnTo>
                  <a:lnTo>
                    <a:pt x="387" y="560"/>
                  </a:lnTo>
                  <a:lnTo>
                    <a:pt x="387" y="254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846257D7-EA84-47A8-9B51-3DE20A963752}"/>
              </a:ext>
            </a:extLst>
          </p:cNvPr>
          <p:cNvGrpSpPr/>
          <p:nvPr/>
        </p:nvGrpSpPr>
        <p:grpSpPr>
          <a:xfrm>
            <a:off x="9089812" y="5485017"/>
            <a:ext cx="568700" cy="187149"/>
            <a:chOff x="8773644" y="1555507"/>
            <a:chExt cx="568700" cy="268517"/>
          </a:xfrm>
        </p:grpSpPr>
        <p:sp>
          <p:nvSpPr>
            <p:cNvPr id="99" name="AutoShape 55">
              <a:extLst>
                <a:ext uri="{FF2B5EF4-FFF2-40B4-BE49-F238E27FC236}">
                  <a16:creationId xmlns:a16="http://schemas.microsoft.com/office/drawing/2014/main" id="{1FC5503B-6EB8-4AB0-83DC-E233CF337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3644" y="1555507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0" name="Trash">
              <a:extLst>
                <a:ext uri="{FF2B5EF4-FFF2-40B4-BE49-F238E27FC236}">
                  <a16:creationId xmlns:a16="http://schemas.microsoft.com/office/drawing/2014/main" id="{5FE2010D-2017-4F1A-8BBD-3B62CCFD48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51663" y="1623338"/>
              <a:ext cx="110927" cy="132854"/>
            </a:xfrm>
            <a:custGeom>
              <a:avLst/>
              <a:gdLst>
                <a:gd name="T0" fmla="*/ 188 w 560"/>
                <a:gd name="T1" fmla="*/ 16 h 667"/>
                <a:gd name="T2" fmla="*/ 173 w 560"/>
                <a:gd name="T3" fmla="*/ 67 h 667"/>
                <a:gd name="T4" fmla="*/ 32 w 560"/>
                <a:gd name="T5" fmla="*/ 94 h 667"/>
                <a:gd name="T6" fmla="*/ 0 w 560"/>
                <a:gd name="T7" fmla="*/ 174 h 667"/>
                <a:gd name="T8" fmla="*/ 40 w 560"/>
                <a:gd name="T9" fmla="*/ 614 h 667"/>
                <a:gd name="T10" fmla="*/ 467 w 560"/>
                <a:gd name="T11" fmla="*/ 667 h 667"/>
                <a:gd name="T12" fmla="*/ 520 w 560"/>
                <a:gd name="T13" fmla="*/ 174 h 667"/>
                <a:gd name="T14" fmla="*/ 560 w 560"/>
                <a:gd name="T15" fmla="*/ 94 h 667"/>
                <a:gd name="T16" fmla="*/ 493 w 560"/>
                <a:gd name="T17" fmla="*/ 67 h 667"/>
                <a:gd name="T18" fmla="*/ 387 w 560"/>
                <a:gd name="T19" fmla="*/ 63 h 667"/>
                <a:gd name="T20" fmla="*/ 327 w 560"/>
                <a:gd name="T21" fmla="*/ 0 h 667"/>
                <a:gd name="T22" fmla="*/ 233 w 560"/>
                <a:gd name="T23" fmla="*/ 27 h 667"/>
                <a:gd name="T24" fmla="*/ 352 w 560"/>
                <a:gd name="T25" fmla="*/ 34 h 667"/>
                <a:gd name="T26" fmla="*/ 360 w 560"/>
                <a:gd name="T27" fmla="*/ 67 h 667"/>
                <a:gd name="T28" fmla="*/ 200 w 560"/>
                <a:gd name="T29" fmla="*/ 63 h 667"/>
                <a:gd name="T30" fmla="*/ 233 w 560"/>
                <a:gd name="T31" fmla="*/ 27 h 667"/>
                <a:gd name="T32" fmla="*/ 493 w 560"/>
                <a:gd name="T33" fmla="*/ 94 h 667"/>
                <a:gd name="T34" fmla="*/ 533 w 560"/>
                <a:gd name="T35" fmla="*/ 120 h 667"/>
                <a:gd name="T36" fmla="*/ 27 w 560"/>
                <a:gd name="T37" fmla="*/ 147 h 667"/>
                <a:gd name="T38" fmla="*/ 53 w 560"/>
                <a:gd name="T39" fmla="*/ 120 h 667"/>
                <a:gd name="T40" fmla="*/ 67 w 560"/>
                <a:gd name="T41" fmla="*/ 94 h 667"/>
                <a:gd name="T42" fmla="*/ 493 w 560"/>
                <a:gd name="T43" fmla="*/ 174 h 667"/>
                <a:gd name="T44" fmla="*/ 467 w 560"/>
                <a:gd name="T45" fmla="*/ 640 h 667"/>
                <a:gd name="T46" fmla="*/ 67 w 560"/>
                <a:gd name="T47" fmla="*/ 614 h 667"/>
                <a:gd name="T48" fmla="*/ 120 w 560"/>
                <a:gd name="T49" fmla="*/ 227 h 667"/>
                <a:gd name="T50" fmla="*/ 200 w 560"/>
                <a:gd name="T51" fmla="*/ 587 h 667"/>
                <a:gd name="T52" fmla="*/ 120 w 560"/>
                <a:gd name="T53" fmla="*/ 227 h 667"/>
                <a:gd name="T54" fmla="*/ 240 w 560"/>
                <a:gd name="T55" fmla="*/ 587 h 667"/>
                <a:gd name="T56" fmla="*/ 320 w 560"/>
                <a:gd name="T57" fmla="*/ 227 h 667"/>
                <a:gd name="T58" fmla="*/ 360 w 560"/>
                <a:gd name="T59" fmla="*/ 227 h 667"/>
                <a:gd name="T60" fmla="*/ 440 w 560"/>
                <a:gd name="T61" fmla="*/ 587 h 667"/>
                <a:gd name="T62" fmla="*/ 360 w 560"/>
                <a:gd name="T63" fmla="*/ 227 h 667"/>
                <a:gd name="T64" fmla="*/ 173 w 560"/>
                <a:gd name="T65" fmla="*/ 254 h 667"/>
                <a:gd name="T66" fmla="*/ 147 w 560"/>
                <a:gd name="T67" fmla="*/ 560 h 667"/>
                <a:gd name="T68" fmla="*/ 267 w 560"/>
                <a:gd name="T69" fmla="*/ 254 h 667"/>
                <a:gd name="T70" fmla="*/ 293 w 560"/>
                <a:gd name="T71" fmla="*/ 560 h 667"/>
                <a:gd name="T72" fmla="*/ 267 w 560"/>
                <a:gd name="T73" fmla="*/ 254 h 667"/>
                <a:gd name="T74" fmla="*/ 413 w 560"/>
                <a:gd name="T75" fmla="*/ 254 h 667"/>
                <a:gd name="T76" fmla="*/ 387 w 560"/>
                <a:gd name="T77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0" h="667">
                  <a:moveTo>
                    <a:pt x="233" y="0"/>
                  </a:moveTo>
                  <a:cubicBezTo>
                    <a:pt x="215" y="0"/>
                    <a:pt x="199" y="4"/>
                    <a:pt x="188" y="16"/>
                  </a:cubicBezTo>
                  <a:cubicBezTo>
                    <a:pt x="177" y="27"/>
                    <a:pt x="173" y="44"/>
                    <a:pt x="173" y="63"/>
                  </a:cubicBezTo>
                  <a:lnTo>
                    <a:pt x="173" y="67"/>
                  </a:lnTo>
                  <a:lnTo>
                    <a:pt x="67" y="67"/>
                  </a:lnTo>
                  <a:cubicBezTo>
                    <a:pt x="50" y="67"/>
                    <a:pt x="38" y="79"/>
                    <a:pt x="32" y="94"/>
                  </a:cubicBezTo>
                  <a:lnTo>
                    <a:pt x="0" y="94"/>
                  </a:lnTo>
                  <a:lnTo>
                    <a:pt x="0" y="174"/>
                  </a:lnTo>
                  <a:lnTo>
                    <a:pt x="40" y="174"/>
                  </a:lnTo>
                  <a:lnTo>
                    <a:pt x="40" y="614"/>
                  </a:lnTo>
                  <a:cubicBezTo>
                    <a:pt x="40" y="643"/>
                    <a:pt x="64" y="667"/>
                    <a:pt x="93" y="667"/>
                  </a:cubicBezTo>
                  <a:lnTo>
                    <a:pt x="467" y="667"/>
                  </a:lnTo>
                  <a:cubicBezTo>
                    <a:pt x="496" y="667"/>
                    <a:pt x="520" y="643"/>
                    <a:pt x="520" y="614"/>
                  </a:cubicBezTo>
                  <a:lnTo>
                    <a:pt x="520" y="174"/>
                  </a:lnTo>
                  <a:lnTo>
                    <a:pt x="560" y="174"/>
                  </a:lnTo>
                  <a:lnTo>
                    <a:pt x="560" y="94"/>
                  </a:lnTo>
                  <a:lnTo>
                    <a:pt x="528" y="94"/>
                  </a:lnTo>
                  <a:cubicBezTo>
                    <a:pt x="522" y="79"/>
                    <a:pt x="510" y="67"/>
                    <a:pt x="493" y="67"/>
                  </a:cubicBezTo>
                  <a:lnTo>
                    <a:pt x="387" y="67"/>
                  </a:lnTo>
                  <a:lnTo>
                    <a:pt x="387" y="63"/>
                  </a:lnTo>
                  <a:cubicBezTo>
                    <a:pt x="387" y="44"/>
                    <a:pt x="383" y="27"/>
                    <a:pt x="372" y="16"/>
                  </a:cubicBezTo>
                  <a:cubicBezTo>
                    <a:pt x="361" y="4"/>
                    <a:pt x="345" y="0"/>
                    <a:pt x="327" y="0"/>
                  </a:cubicBezTo>
                  <a:lnTo>
                    <a:pt x="233" y="0"/>
                  </a:lnTo>
                  <a:close/>
                  <a:moveTo>
                    <a:pt x="233" y="27"/>
                  </a:moveTo>
                  <a:lnTo>
                    <a:pt x="327" y="27"/>
                  </a:lnTo>
                  <a:cubicBezTo>
                    <a:pt x="341" y="27"/>
                    <a:pt x="348" y="30"/>
                    <a:pt x="352" y="34"/>
                  </a:cubicBezTo>
                  <a:cubicBezTo>
                    <a:pt x="357" y="39"/>
                    <a:pt x="360" y="47"/>
                    <a:pt x="360" y="63"/>
                  </a:cubicBezTo>
                  <a:lnTo>
                    <a:pt x="360" y="67"/>
                  </a:lnTo>
                  <a:lnTo>
                    <a:pt x="200" y="67"/>
                  </a:lnTo>
                  <a:lnTo>
                    <a:pt x="200" y="63"/>
                  </a:lnTo>
                  <a:cubicBezTo>
                    <a:pt x="200" y="47"/>
                    <a:pt x="203" y="39"/>
                    <a:pt x="207" y="34"/>
                  </a:cubicBezTo>
                  <a:cubicBezTo>
                    <a:pt x="212" y="30"/>
                    <a:pt x="219" y="27"/>
                    <a:pt x="233" y="27"/>
                  </a:cubicBezTo>
                  <a:close/>
                  <a:moveTo>
                    <a:pt x="67" y="94"/>
                  </a:moveTo>
                  <a:lnTo>
                    <a:pt x="493" y="94"/>
                  </a:lnTo>
                  <a:cubicBezTo>
                    <a:pt x="507" y="100"/>
                    <a:pt x="507" y="107"/>
                    <a:pt x="507" y="120"/>
                  </a:cubicBezTo>
                  <a:lnTo>
                    <a:pt x="533" y="120"/>
                  </a:lnTo>
                  <a:lnTo>
                    <a:pt x="533" y="147"/>
                  </a:lnTo>
                  <a:lnTo>
                    <a:pt x="27" y="147"/>
                  </a:lnTo>
                  <a:lnTo>
                    <a:pt x="27" y="120"/>
                  </a:lnTo>
                  <a:lnTo>
                    <a:pt x="53" y="120"/>
                  </a:lnTo>
                  <a:lnTo>
                    <a:pt x="53" y="107"/>
                  </a:lnTo>
                  <a:cubicBezTo>
                    <a:pt x="53" y="102"/>
                    <a:pt x="62" y="94"/>
                    <a:pt x="67" y="94"/>
                  </a:cubicBezTo>
                  <a:close/>
                  <a:moveTo>
                    <a:pt x="67" y="174"/>
                  </a:moveTo>
                  <a:lnTo>
                    <a:pt x="493" y="174"/>
                  </a:lnTo>
                  <a:lnTo>
                    <a:pt x="493" y="614"/>
                  </a:lnTo>
                  <a:cubicBezTo>
                    <a:pt x="493" y="629"/>
                    <a:pt x="482" y="640"/>
                    <a:pt x="467" y="640"/>
                  </a:cubicBezTo>
                  <a:lnTo>
                    <a:pt x="93" y="640"/>
                  </a:lnTo>
                  <a:cubicBezTo>
                    <a:pt x="78" y="640"/>
                    <a:pt x="67" y="629"/>
                    <a:pt x="67" y="614"/>
                  </a:cubicBezTo>
                  <a:lnTo>
                    <a:pt x="67" y="174"/>
                  </a:lnTo>
                  <a:close/>
                  <a:moveTo>
                    <a:pt x="120" y="227"/>
                  </a:moveTo>
                  <a:lnTo>
                    <a:pt x="120" y="587"/>
                  </a:lnTo>
                  <a:lnTo>
                    <a:pt x="200" y="587"/>
                  </a:lnTo>
                  <a:lnTo>
                    <a:pt x="200" y="227"/>
                  </a:lnTo>
                  <a:lnTo>
                    <a:pt x="120" y="227"/>
                  </a:lnTo>
                  <a:close/>
                  <a:moveTo>
                    <a:pt x="240" y="227"/>
                  </a:moveTo>
                  <a:lnTo>
                    <a:pt x="240" y="587"/>
                  </a:lnTo>
                  <a:lnTo>
                    <a:pt x="320" y="587"/>
                  </a:lnTo>
                  <a:lnTo>
                    <a:pt x="320" y="227"/>
                  </a:lnTo>
                  <a:lnTo>
                    <a:pt x="240" y="227"/>
                  </a:lnTo>
                  <a:close/>
                  <a:moveTo>
                    <a:pt x="360" y="227"/>
                  </a:moveTo>
                  <a:lnTo>
                    <a:pt x="360" y="587"/>
                  </a:lnTo>
                  <a:lnTo>
                    <a:pt x="440" y="587"/>
                  </a:lnTo>
                  <a:lnTo>
                    <a:pt x="440" y="227"/>
                  </a:lnTo>
                  <a:lnTo>
                    <a:pt x="360" y="227"/>
                  </a:lnTo>
                  <a:close/>
                  <a:moveTo>
                    <a:pt x="147" y="254"/>
                  </a:moveTo>
                  <a:lnTo>
                    <a:pt x="173" y="254"/>
                  </a:lnTo>
                  <a:lnTo>
                    <a:pt x="173" y="560"/>
                  </a:lnTo>
                  <a:lnTo>
                    <a:pt x="147" y="560"/>
                  </a:lnTo>
                  <a:lnTo>
                    <a:pt x="147" y="254"/>
                  </a:lnTo>
                  <a:close/>
                  <a:moveTo>
                    <a:pt x="267" y="254"/>
                  </a:moveTo>
                  <a:lnTo>
                    <a:pt x="293" y="254"/>
                  </a:lnTo>
                  <a:lnTo>
                    <a:pt x="293" y="560"/>
                  </a:lnTo>
                  <a:lnTo>
                    <a:pt x="267" y="560"/>
                  </a:lnTo>
                  <a:lnTo>
                    <a:pt x="267" y="254"/>
                  </a:lnTo>
                  <a:close/>
                  <a:moveTo>
                    <a:pt x="387" y="254"/>
                  </a:moveTo>
                  <a:lnTo>
                    <a:pt x="413" y="254"/>
                  </a:lnTo>
                  <a:lnTo>
                    <a:pt x="413" y="560"/>
                  </a:lnTo>
                  <a:lnTo>
                    <a:pt x="387" y="560"/>
                  </a:lnTo>
                  <a:lnTo>
                    <a:pt x="387" y="254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31882BE8-509A-4142-8614-4FC87754AEAD}"/>
              </a:ext>
            </a:extLst>
          </p:cNvPr>
          <p:cNvGrpSpPr/>
          <p:nvPr/>
        </p:nvGrpSpPr>
        <p:grpSpPr>
          <a:xfrm>
            <a:off x="9089812" y="5774530"/>
            <a:ext cx="568700" cy="187149"/>
            <a:chOff x="8773644" y="1555507"/>
            <a:chExt cx="568700" cy="268517"/>
          </a:xfrm>
        </p:grpSpPr>
        <p:sp>
          <p:nvSpPr>
            <p:cNvPr id="102" name="AutoShape 55">
              <a:extLst>
                <a:ext uri="{FF2B5EF4-FFF2-40B4-BE49-F238E27FC236}">
                  <a16:creationId xmlns:a16="http://schemas.microsoft.com/office/drawing/2014/main" id="{2BF392BA-AABE-4D68-9655-896F39B10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3644" y="1555507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3" name="Trash">
              <a:extLst>
                <a:ext uri="{FF2B5EF4-FFF2-40B4-BE49-F238E27FC236}">
                  <a16:creationId xmlns:a16="http://schemas.microsoft.com/office/drawing/2014/main" id="{102146DA-D96F-4D8A-B52B-4591E71FE9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51663" y="1623338"/>
              <a:ext cx="110927" cy="132854"/>
            </a:xfrm>
            <a:custGeom>
              <a:avLst/>
              <a:gdLst>
                <a:gd name="T0" fmla="*/ 188 w 560"/>
                <a:gd name="T1" fmla="*/ 16 h 667"/>
                <a:gd name="T2" fmla="*/ 173 w 560"/>
                <a:gd name="T3" fmla="*/ 67 h 667"/>
                <a:gd name="T4" fmla="*/ 32 w 560"/>
                <a:gd name="T5" fmla="*/ 94 h 667"/>
                <a:gd name="T6" fmla="*/ 0 w 560"/>
                <a:gd name="T7" fmla="*/ 174 h 667"/>
                <a:gd name="T8" fmla="*/ 40 w 560"/>
                <a:gd name="T9" fmla="*/ 614 h 667"/>
                <a:gd name="T10" fmla="*/ 467 w 560"/>
                <a:gd name="T11" fmla="*/ 667 h 667"/>
                <a:gd name="T12" fmla="*/ 520 w 560"/>
                <a:gd name="T13" fmla="*/ 174 h 667"/>
                <a:gd name="T14" fmla="*/ 560 w 560"/>
                <a:gd name="T15" fmla="*/ 94 h 667"/>
                <a:gd name="T16" fmla="*/ 493 w 560"/>
                <a:gd name="T17" fmla="*/ 67 h 667"/>
                <a:gd name="T18" fmla="*/ 387 w 560"/>
                <a:gd name="T19" fmla="*/ 63 h 667"/>
                <a:gd name="T20" fmla="*/ 327 w 560"/>
                <a:gd name="T21" fmla="*/ 0 h 667"/>
                <a:gd name="T22" fmla="*/ 233 w 560"/>
                <a:gd name="T23" fmla="*/ 27 h 667"/>
                <a:gd name="T24" fmla="*/ 352 w 560"/>
                <a:gd name="T25" fmla="*/ 34 h 667"/>
                <a:gd name="T26" fmla="*/ 360 w 560"/>
                <a:gd name="T27" fmla="*/ 67 h 667"/>
                <a:gd name="T28" fmla="*/ 200 w 560"/>
                <a:gd name="T29" fmla="*/ 63 h 667"/>
                <a:gd name="T30" fmla="*/ 233 w 560"/>
                <a:gd name="T31" fmla="*/ 27 h 667"/>
                <a:gd name="T32" fmla="*/ 493 w 560"/>
                <a:gd name="T33" fmla="*/ 94 h 667"/>
                <a:gd name="T34" fmla="*/ 533 w 560"/>
                <a:gd name="T35" fmla="*/ 120 h 667"/>
                <a:gd name="T36" fmla="*/ 27 w 560"/>
                <a:gd name="T37" fmla="*/ 147 h 667"/>
                <a:gd name="T38" fmla="*/ 53 w 560"/>
                <a:gd name="T39" fmla="*/ 120 h 667"/>
                <a:gd name="T40" fmla="*/ 67 w 560"/>
                <a:gd name="T41" fmla="*/ 94 h 667"/>
                <a:gd name="T42" fmla="*/ 493 w 560"/>
                <a:gd name="T43" fmla="*/ 174 h 667"/>
                <a:gd name="T44" fmla="*/ 467 w 560"/>
                <a:gd name="T45" fmla="*/ 640 h 667"/>
                <a:gd name="T46" fmla="*/ 67 w 560"/>
                <a:gd name="T47" fmla="*/ 614 h 667"/>
                <a:gd name="T48" fmla="*/ 120 w 560"/>
                <a:gd name="T49" fmla="*/ 227 h 667"/>
                <a:gd name="T50" fmla="*/ 200 w 560"/>
                <a:gd name="T51" fmla="*/ 587 h 667"/>
                <a:gd name="T52" fmla="*/ 120 w 560"/>
                <a:gd name="T53" fmla="*/ 227 h 667"/>
                <a:gd name="T54" fmla="*/ 240 w 560"/>
                <a:gd name="T55" fmla="*/ 587 h 667"/>
                <a:gd name="T56" fmla="*/ 320 w 560"/>
                <a:gd name="T57" fmla="*/ 227 h 667"/>
                <a:gd name="T58" fmla="*/ 360 w 560"/>
                <a:gd name="T59" fmla="*/ 227 h 667"/>
                <a:gd name="T60" fmla="*/ 440 w 560"/>
                <a:gd name="T61" fmla="*/ 587 h 667"/>
                <a:gd name="T62" fmla="*/ 360 w 560"/>
                <a:gd name="T63" fmla="*/ 227 h 667"/>
                <a:gd name="T64" fmla="*/ 173 w 560"/>
                <a:gd name="T65" fmla="*/ 254 h 667"/>
                <a:gd name="T66" fmla="*/ 147 w 560"/>
                <a:gd name="T67" fmla="*/ 560 h 667"/>
                <a:gd name="T68" fmla="*/ 267 w 560"/>
                <a:gd name="T69" fmla="*/ 254 h 667"/>
                <a:gd name="T70" fmla="*/ 293 w 560"/>
                <a:gd name="T71" fmla="*/ 560 h 667"/>
                <a:gd name="T72" fmla="*/ 267 w 560"/>
                <a:gd name="T73" fmla="*/ 254 h 667"/>
                <a:gd name="T74" fmla="*/ 413 w 560"/>
                <a:gd name="T75" fmla="*/ 254 h 667"/>
                <a:gd name="T76" fmla="*/ 387 w 560"/>
                <a:gd name="T77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0" h="667">
                  <a:moveTo>
                    <a:pt x="233" y="0"/>
                  </a:moveTo>
                  <a:cubicBezTo>
                    <a:pt x="215" y="0"/>
                    <a:pt x="199" y="4"/>
                    <a:pt x="188" y="16"/>
                  </a:cubicBezTo>
                  <a:cubicBezTo>
                    <a:pt x="177" y="27"/>
                    <a:pt x="173" y="44"/>
                    <a:pt x="173" y="63"/>
                  </a:cubicBezTo>
                  <a:lnTo>
                    <a:pt x="173" y="67"/>
                  </a:lnTo>
                  <a:lnTo>
                    <a:pt x="67" y="67"/>
                  </a:lnTo>
                  <a:cubicBezTo>
                    <a:pt x="50" y="67"/>
                    <a:pt x="38" y="79"/>
                    <a:pt x="32" y="94"/>
                  </a:cubicBezTo>
                  <a:lnTo>
                    <a:pt x="0" y="94"/>
                  </a:lnTo>
                  <a:lnTo>
                    <a:pt x="0" y="174"/>
                  </a:lnTo>
                  <a:lnTo>
                    <a:pt x="40" y="174"/>
                  </a:lnTo>
                  <a:lnTo>
                    <a:pt x="40" y="614"/>
                  </a:lnTo>
                  <a:cubicBezTo>
                    <a:pt x="40" y="643"/>
                    <a:pt x="64" y="667"/>
                    <a:pt x="93" y="667"/>
                  </a:cubicBezTo>
                  <a:lnTo>
                    <a:pt x="467" y="667"/>
                  </a:lnTo>
                  <a:cubicBezTo>
                    <a:pt x="496" y="667"/>
                    <a:pt x="520" y="643"/>
                    <a:pt x="520" y="614"/>
                  </a:cubicBezTo>
                  <a:lnTo>
                    <a:pt x="520" y="174"/>
                  </a:lnTo>
                  <a:lnTo>
                    <a:pt x="560" y="174"/>
                  </a:lnTo>
                  <a:lnTo>
                    <a:pt x="560" y="94"/>
                  </a:lnTo>
                  <a:lnTo>
                    <a:pt x="528" y="94"/>
                  </a:lnTo>
                  <a:cubicBezTo>
                    <a:pt x="522" y="79"/>
                    <a:pt x="510" y="67"/>
                    <a:pt x="493" y="67"/>
                  </a:cubicBezTo>
                  <a:lnTo>
                    <a:pt x="387" y="67"/>
                  </a:lnTo>
                  <a:lnTo>
                    <a:pt x="387" y="63"/>
                  </a:lnTo>
                  <a:cubicBezTo>
                    <a:pt x="387" y="44"/>
                    <a:pt x="383" y="27"/>
                    <a:pt x="372" y="16"/>
                  </a:cubicBezTo>
                  <a:cubicBezTo>
                    <a:pt x="361" y="4"/>
                    <a:pt x="345" y="0"/>
                    <a:pt x="327" y="0"/>
                  </a:cubicBezTo>
                  <a:lnTo>
                    <a:pt x="233" y="0"/>
                  </a:lnTo>
                  <a:close/>
                  <a:moveTo>
                    <a:pt x="233" y="27"/>
                  </a:moveTo>
                  <a:lnTo>
                    <a:pt x="327" y="27"/>
                  </a:lnTo>
                  <a:cubicBezTo>
                    <a:pt x="341" y="27"/>
                    <a:pt x="348" y="30"/>
                    <a:pt x="352" y="34"/>
                  </a:cubicBezTo>
                  <a:cubicBezTo>
                    <a:pt x="357" y="39"/>
                    <a:pt x="360" y="47"/>
                    <a:pt x="360" y="63"/>
                  </a:cubicBezTo>
                  <a:lnTo>
                    <a:pt x="360" y="67"/>
                  </a:lnTo>
                  <a:lnTo>
                    <a:pt x="200" y="67"/>
                  </a:lnTo>
                  <a:lnTo>
                    <a:pt x="200" y="63"/>
                  </a:lnTo>
                  <a:cubicBezTo>
                    <a:pt x="200" y="47"/>
                    <a:pt x="203" y="39"/>
                    <a:pt x="207" y="34"/>
                  </a:cubicBezTo>
                  <a:cubicBezTo>
                    <a:pt x="212" y="30"/>
                    <a:pt x="219" y="27"/>
                    <a:pt x="233" y="27"/>
                  </a:cubicBezTo>
                  <a:close/>
                  <a:moveTo>
                    <a:pt x="67" y="94"/>
                  </a:moveTo>
                  <a:lnTo>
                    <a:pt x="493" y="94"/>
                  </a:lnTo>
                  <a:cubicBezTo>
                    <a:pt x="507" y="100"/>
                    <a:pt x="507" y="107"/>
                    <a:pt x="507" y="120"/>
                  </a:cubicBezTo>
                  <a:lnTo>
                    <a:pt x="533" y="120"/>
                  </a:lnTo>
                  <a:lnTo>
                    <a:pt x="533" y="147"/>
                  </a:lnTo>
                  <a:lnTo>
                    <a:pt x="27" y="147"/>
                  </a:lnTo>
                  <a:lnTo>
                    <a:pt x="27" y="120"/>
                  </a:lnTo>
                  <a:lnTo>
                    <a:pt x="53" y="120"/>
                  </a:lnTo>
                  <a:lnTo>
                    <a:pt x="53" y="107"/>
                  </a:lnTo>
                  <a:cubicBezTo>
                    <a:pt x="53" y="102"/>
                    <a:pt x="62" y="94"/>
                    <a:pt x="67" y="94"/>
                  </a:cubicBezTo>
                  <a:close/>
                  <a:moveTo>
                    <a:pt x="67" y="174"/>
                  </a:moveTo>
                  <a:lnTo>
                    <a:pt x="493" y="174"/>
                  </a:lnTo>
                  <a:lnTo>
                    <a:pt x="493" y="614"/>
                  </a:lnTo>
                  <a:cubicBezTo>
                    <a:pt x="493" y="629"/>
                    <a:pt x="482" y="640"/>
                    <a:pt x="467" y="640"/>
                  </a:cubicBezTo>
                  <a:lnTo>
                    <a:pt x="93" y="640"/>
                  </a:lnTo>
                  <a:cubicBezTo>
                    <a:pt x="78" y="640"/>
                    <a:pt x="67" y="629"/>
                    <a:pt x="67" y="614"/>
                  </a:cubicBezTo>
                  <a:lnTo>
                    <a:pt x="67" y="174"/>
                  </a:lnTo>
                  <a:close/>
                  <a:moveTo>
                    <a:pt x="120" y="227"/>
                  </a:moveTo>
                  <a:lnTo>
                    <a:pt x="120" y="587"/>
                  </a:lnTo>
                  <a:lnTo>
                    <a:pt x="200" y="587"/>
                  </a:lnTo>
                  <a:lnTo>
                    <a:pt x="200" y="227"/>
                  </a:lnTo>
                  <a:lnTo>
                    <a:pt x="120" y="227"/>
                  </a:lnTo>
                  <a:close/>
                  <a:moveTo>
                    <a:pt x="240" y="227"/>
                  </a:moveTo>
                  <a:lnTo>
                    <a:pt x="240" y="587"/>
                  </a:lnTo>
                  <a:lnTo>
                    <a:pt x="320" y="587"/>
                  </a:lnTo>
                  <a:lnTo>
                    <a:pt x="320" y="227"/>
                  </a:lnTo>
                  <a:lnTo>
                    <a:pt x="240" y="227"/>
                  </a:lnTo>
                  <a:close/>
                  <a:moveTo>
                    <a:pt x="360" y="227"/>
                  </a:moveTo>
                  <a:lnTo>
                    <a:pt x="360" y="587"/>
                  </a:lnTo>
                  <a:lnTo>
                    <a:pt x="440" y="587"/>
                  </a:lnTo>
                  <a:lnTo>
                    <a:pt x="440" y="227"/>
                  </a:lnTo>
                  <a:lnTo>
                    <a:pt x="360" y="227"/>
                  </a:lnTo>
                  <a:close/>
                  <a:moveTo>
                    <a:pt x="147" y="254"/>
                  </a:moveTo>
                  <a:lnTo>
                    <a:pt x="173" y="254"/>
                  </a:lnTo>
                  <a:lnTo>
                    <a:pt x="173" y="560"/>
                  </a:lnTo>
                  <a:lnTo>
                    <a:pt x="147" y="560"/>
                  </a:lnTo>
                  <a:lnTo>
                    <a:pt x="147" y="254"/>
                  </a:lnTo>
                  <a:close/>
                  <a:moveTo>
                    <a:pt x="267" y="254"/>
                  </a:moveTo>
                  <a:lnTo>
                    <a:pt x="293" y="254"/>
                  </a:lnTo>
                  <a:lnTo>
                    <a:pt x="293" y="560"/>
                  </a:lnTo>
                  <a:lnTo>
                    <a:pt x="267" y="560"/>
                  </a:lnTo>
                  <a:lnTo>
                    <a:pt x="267" y="254"/>
                  </a:lnTo>
                  <a:close/>
                  <a:moveTo>
                    <a:pt x="387" y="254"/>
                  </a:moveTo>
                  <a:lnTo>
                    <a:pt x="413" y="254"/>
                  </a:lnTo>
                  <a:lnTo>
                    <a:pt x="413" y="560"/>
                  </a:lnTo>
                  <a:lnTo>
                    <a:pt x="387" y="560"/>
                  </a:lnTo>
                  <a:lnTo>
                    <a:pt x="387" y="254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670B2381-52E7-4587-AC37-84B252087FC8}"/>
              </a:ext>
            </a:extLst>
          </p:cNvPr>
          <p:cNvGrpSpPr/>
          <p:nvPr/>
        </p:nvGrpSpPr>
        <p:grpSpPr>
          <a:xfrm>
            <a:off x="9089812" y="6064041"/>
            <a:ext cx="568700" cy="187149"/>
            <a:chOff x="8773644" y="1555507"/>
            <a:chExt cx="568700" cy="268517"/>
          </a:xfrm>
        </p:grpSpPr>
        <p:sp>
          <p:nvSpPr>
            <p:cNvPr id="105" name="AutoShape 55">
              <a:extLst>
                <a:ext uri="{FF2B5EF4-FFF2-40B4-BE49-F238E27FC236}">
                  <a16:creationId xmlns:a16="http://schemas.microsoft.com/office/drawing/2014/main" id="{DBD249F7-9A22-4C35-B309-1B5DC3D5B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3644" y="1555507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" name="Trash">
              <a:extLst>
                <a:ext uri="{FF2B5EF4-FFF2-40B4-BE49-F238E27FC236}">
                  <a16:creationId xmlns:a16="http://schemas.microsoft.com/office/drawing/2014/main" id="{A768A560-7D32-4F97-98DD-4A429357FD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51663" y="1623338"/>
              <a:ext cx="110927" cy="132854"/>
            </a:xfrm>
            <a:custGeom>
              <a:avLst/>
              <a:gdLst>
                <a:gd name="T0" fmla="*/ 188 w 560"/>
                <a:gd name="T1" fmla="*/ 16 h 667"/>
                <a:gd name="T2" fmla="*/ 173 w 560"/>
                <a:gd name="T3" fmla="*/ 67 h 667"/>
                <a:gd name="T4" fmla="*/ 32 w 560"/>
                <a:gd name="T5" fmla="*/ 94 h 667"/>
                <a:gd name="T6" fmla="*/ 0 w 560"/>
                <a:gd name="T7" fmla="*/ 174 h 667"/>
                <a:gd name="T8" fmla="*/ 40 w 560"/>
                <a:gd name="T9" fmla="*/ 614 h 667"/>
                <a:gd name="T10" fmla="*/ 467 w 560"/>
                <a:gd name="T11" fmla="*/ 667 h 667"/>
                <a:gd name="T12" fmla="*/ 520 w 560"/>
                <a:gd name="T13" fmla="*/ 174 h 667"/>
                <a:gd name="T14" fmla="*/ 560 w 560"/>
                <a:gd name="T15" fmla="*/ 94 h 667"/>
                <a:gd name="T16" fmla="*/ 493 w 560"/>
                <a:gd name="T17" fmla="*/ 67 h 667"/>
                <a:gd name="T18" fmla="*/ 387 w 560"/>
                <a:gd name="T19" fmla="*/ 63 h 667"/>
                <a:gd name="T20" fmla="*/ 327 w 560"/>
                <a:gd name="T21" fmla="*/ 0 h 667"/>
                <a:gd name="T22" fmla="*/ 233 w 560"/>
                <a:gd name="T23" fmla="*/ 27 h 667"/>
                <a:gd name="T24" fmla="*/ 352 w 560"/>
                <a:gd name="T25" fmla="*/ 34 h 667"/>
                <a:gd name="T26" fmla="*/ 360 w 560"/>
                <a:gd name="T27" fmla="*/ 67 h 667"/>
                <a:gd name="T28" fmla="*/ 200 w 560"/>
                <a:gd name="T29" fmla="*/ 63 h 667"/>
                <a:gd name="T30" fmla="*/ 233 w 560"/>
                <a:gd name="T31" fmla="*/ 27 h 667"/>
                <a:gd name="T32" fmla="*/ 493 w 560"/>
                <a:gd name="T33" fmla="*/ 94 h 667"/>
                <a:gd name="T34" fmla="*/ 533 w 560"/>
                <a:gd name="T35" fmla="*/ 120 h 667"/>
                <a:gd name="T36" fmla="*/ 27 w 560"/>
                <a:gd name="T37" fmla="*/ 147 h 667"/>
                <a:gd name="T38" fmla="*/ 53 w 560"/>
                <a:gd name="T39" fmla="*/ 120 h 667"/>
                <a:gd name="T40" fmla="*/ 67 w 560"/>
                <a:gd name="T41" fmla="*/ 94 h 667"/>
                <a:gd name="T42" fmla="*/ 493 w 560"/>
                <a:gd name="T43" fmla="*/ 174 h 667"/>
                <a:gd name="T44" fmla="*/ 467 w 560"/>
                <a:gd name="T45" fmla="*/ 640 h 667"/>
                <a:gd name="T46" fmla="*/ 67 w 560"/>
                <a:gd name="T47" fmla="*/ 614 h 667"/>
                <a:gd name="T48" fmla="*/ 120 w 560"/>
                <a:gd name="T49" fmla="*/ 227 h 667"/>
                <a:gd name="T50" fmla="*/ 200 w 560"/>
                <a:gd name="T51" fmla="*/ 587 h 667"/>
                <a:gd name="T52" fmla="*/ 120 w 560"/>
                <a:gd name="T53" fmla="*/ 227 h 667"/>
                <a:gd name="T54" fmla="*/ 240 w 560"/>
                <a:gd name="T55" fmla="*/ 587 h 667"/>
                <a:gd name="T56" fmla="*/ 320 w 560"/>
                <a:gd name="T57" fmla="*/ 227 h 667"/>
                <a:gd name="T58" fmla="*/ 360 w 560"/>
                <a:gd name="T59" fmla="*/ 227 h 667"/>
                <a:gd name="T60" fmla="*/ 440 w 560"/>
                <a:gd name="T61" fmla="*/ 587 h 667"/>
                <a:gd name="T62" fmla="*/ 360 w 560"/>
                <a:gd name="T63" fmla="*/ 227 h 667"/>
                <a:gd name="T64" fmla="*/ 173 w 560"/>
                <a:gd name="T65" fmla="*/ 254 h 667"/>
                <a:gd name="T66" fmla="*/ 147 w 560"/>
                <a:gd name="T67" fmla="*/ 560 h 667"/>
                <a:gd name="T68" fmla="*/ 267 w 560"/>
                <a:gd name="T69" fmla="*/ 254 h 667"/>
                <a:gd name="T70" fmla="*/ 293 w 560"/>
                <a:gd name="T71" fmla="*/ 560 h 667"/>
                <a:gd name="T72" fmla="*/ 267 w 560"/>
                <a:gd name="T73" fmla="*/ 254 h 667"/>
                <a:gd name="T74" fmla="*/ 413 w 560"/>
                <a:gd name="T75" fmla="*/ 254 h 667"/>
                <a:gd name="T76" fmla="*/ 387 w 560"/>
                <a:gd name="T77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0" h="667">
                  <a:moveTo>
                    <a:pt x="233" y="0"/>
                  </a:moveTo>
                  <a:cubicBezTo>
                    <a:pt x="215" y="0"/>
                    <a:pt x="199" y="4"/>
                    <a:pt x="188" y="16"/>
                  </a:cubicBezTo>
                  <a:cubicBezTo>
                    <a:pt x="177" y="27"/>
                    <a:pt x="173" y="44"/>
                    <a:pt x="173" y="63"/>
                  </a:cubicBezTo>
                  <a:lnTo>
                    <a:pt x="173" y="67"/>
                  </a:lnTo>
                  <a:lnTo>
                    <a:pt x="67" y="67"/>
                  </a:lnTo>
                  <a:cubicBezTo>
                    <a:pt x="50" y="67"/>
                    <a:pt x="38" y="79"/>
                    <a:pt x="32" y="94"/>
                  </a:cubicBezTo>
                  <a:lnTo>
                    <a:pt x="0" y="94"/>
                  </a:lnTo>
                  <a:lnTo>
                    <a:pt x="0" y="174"/>
                  </a:lnTo>
                  <a:lnTo>
                    <a:pt x="40" y="174"/>
                  </a:lnTo>
                  <a:lnTo>
                    <a:pt x="40" y="614"/>
                  </a:lnTo>
                  <a:cubicBezTo>
                    <a:pt x="40" y="643"/>
                    <a:pt x="64" y="667"/>
                    <a:pt x="93" y="667"/>
                  </a:cubicBezTo>
                  <a:lnTo>
                    <a:pt x="467" y="667"/>
                  </a:lnTo>
                  <a:cubicBezTo>
                    <a:pt x="496" y="667"/>
                    <a:pt x="520" y="643"/>
                    <a:pt x="520" y="614"/>
                  </a:cubicBezTo>
                  <a:lnTo>
                    <a:pt x="520" y="174"/>
                  </a:lnTo>
                  <a:lnTo>
                    <a:pt x="560" y="174"/>
                  </a:lnTo>
                  <a:lnTo>
                    <a:pt x="560" y="94"/>
                  </a:lnTo>
                  <a:lnTo>
                    <a:pt x="528" y="94"/>
                  </a:lnTo>
                  <a:cubicBezTo>
                    <a:pt x="522" y="79"/>
                    <a:pt x="510" y="67"/>
                    <a:pt x="493" y="67"/>
                  </a:cubicBezTo>
                  <a:lnTo>
                    <a:pt x="387" y="67"/>
                  </a:lnTo>
                  <a:lnTo>
                    <a:pt x="387" y="63"/>
                  </a:lnTo>
                  <a:cubicBezTo>
                    <a:pt x="387" y="44"/>
                    <a:pt x="383" y="27"/>
                    <a:pt x="372" y="16"/>
                  </a:cubicBezTo>
                  <a:cubicBezTo>
                    <a:pt x="361" y="4"/>
                    <a:pt x="345" y="0"/>
                    <a:pt x="327" y="0"/>
                  </a:cubicBezTo>
                  <a:lnTo>
                    <a:pt x="233" y="0"/>
                  </a:lnTo>
                  <a:close/>
                  <a:moveTo>
                    <a:pt x="233" y="27"/>
                  </a:moveTo>
                  <a:lnTo>
                    <a:pt x="327" y="27"/>
                  </a:lnTo>
                  <a:cubicBezTo>
                    <a:pt x="341" y="27"/>
                    <a:pt x="348" y="30"/>
                    <a:pt x="352" y="34"/>
                  </a:cubicBezTo>
                  <a:cubicBezTo>
                    <a:pt x="357" y="39"/>
                    <a:pt x="360" y="47"/>
                    <a:pt x="360" y="63"/>
                  </a:cubicBezTo>
                  <a:lnTo>
                    <a:pt x="360" y="67"/>
                  </a:lnTo>
                  <a:lnTo>
                    <a:pt x="200" y="67"/>
                  </a:lnTo>
                  <a:lnTo>
                    <a:pt x="200" y="63"/>
                  </a:lnTo>
                  <a:cubicBezTo>
                    <a:pt x="200" y="47"/>
                    <a:pt x="203" y="39"/>
                    <a:pt x="207" y="34"/>
                  </a:cubicBezTo>
                  <a:cubicBezTo>
                    <a:pt x="212" y="30"/>
                    <a:pt x="219" y="27"/>
                    <a:pt x="233" y="27"/>
                  </a:cubicBezTo>
                  <a:close/>
                  <a:moveTo>
                    <a:pt x="67" y="94"/>
                  </a:moveTo>
                  <a:lnTo>
                    <a:pt x="493" y="94"/>
                  </a:lnTo>
                  <a:cubicBezTo>
                    <a:pt x="507" y="100"/>
                    <a:pt x="507" y="107"/>
                    <a:pt x="507" y="120"/>
                  </a:cubicBezTo>
                  <a:lnTo>
                    <a:pt x="533" y="120"/>
                  </a:lnTo>
                  <a:lnTo>
                    <a:pt x="533" y="147"/>
                  </a:lnTo>
                  <a:lnTo>
                    <a:pt x="27" y="147"/>
                  </a:lnTo>
                  <a:lnTo>
                    <a:pt x="27" y="120"/>
                  </a:lnTo>
                  <a:lnTo>
                    <a:pt x="53" y="120"/>
                  </a:lnTo>
                  <a:lnTo>
                    <a:pt x="53" y="107"/>
                  </a:lnTo>
                  <a:cubicBezTo>
                    <a:pt x="53" y="102"/>
                    <a:pt x="62" y="94"/>
                    <a:pt x="67" y="94"/>
                  </a:cubicBezTo>
                  <a:close/>
                  <a:moveTo>
                    <a:pt x="67" y="174"/>
                  </a:moveTo>
                  <a:lnTo>
                    <a:pt x="493" y="174"/>
                  </a:lnTo>
                  <a:lnTo>
                    <a:pt x="493" y="614"/>
                  </a:lnTo>
                  <a:cubicBezTo>
                    <a:pt x="493" y="629"/>
                    <a:pt x="482" y="640"/>
                    <a:pt x="467" y="640"/>
                  </a:cubicBezTo>
                  <a:lnTo>
                    <a:pt x="93" y="640"/>
                  </a:lnTo>
                  <a:cubicBezTo>
                    <a:pt x="78" y="640"/>
                    <a:pt x="67" y="629"/>
                    <a:pt x="67" y="614"/>
                  </a:cubicBezTo>
                  <a:lnTo>
                    <a:pt x="67" y="174"/>
                  </a:lnTo>
                  <a:close/>
                  <a:moveTo>
                    <a:pt x="120" y="227"/>
                  </a:moveTo>
                  <a:lnTo>
                    <a:pt x="120" y="587"/>
                  </a:lnTo>
                  <a:lnTo>
                    <a:pt x="200" y="587"/>
                  </a:lnTo>
                  <a:lnTo>
                    <a:pt x="200" y="227"/>
                  </a:lnTo>
                  <a:lnTo>
                    <a:pt x="120" y="227"/>
                  </a:lnTo>
                  <a:close/>
                  <a:moveTo>
                    <a:pt x="240" y="227"/>
                  </a:moveTo>
                  <a:lnTo>
                    <a:pt x="240" y="587"/>
                  </a:lnTo>
                  <a:lnTo>
                    <a:pt x="320" y="587"/>
                  </a:lnTo>
                  <a:lnTo>
                    <a:pt x="320" y="227"/>
                  </a:lnTo>
                  <a:lnTo>
                    <a:pt x="240" y="227"/>
                  </a:lnTo>
                  <a:close/>
                  <a:moveTo>
                    <a:pt x="360" y="227"/>
                  </a:moveTo>
                  <a:lnTo>
                    <a:pt x="360" y="587"/>
                  </a:lnTo>
                  <a:lnTo>
                    <a:pt x="440" y="587"/>
                  </a:lnTo>
                  <a:lnTo>
                    <a:pt x="440" y="227"/>
                  </a:lnTo>
                  <a:lnTo>
                    <a:pt x="360" y="227"/>
                  </a:lnTo>
                  <a:close/>
                  <a:moveTo>
                    <a:pt x="147" y="254"/>
                  </a:moveTo>
                  <a:lnTo>
                    <a:pt x="173" y="254"/>
                  </a:lnTo>
                  <a:lnTo>
                    <a:pt x="173" y="560"/>
                  </a:lnTo>
                  <a:lnTo>
                    <a:pt x="147" y="560"/>
                  </a:lnTo>
                  <a:lnTo>
                    <a:pt x="147" y="254"/>
                  </a:lnTo>
                  <a:close/>
                  <a:moveTo>
                    <a:pt x="267" y="254"/>
                  </a:moveTo>
                  <a:lnTo>
                    <a:pt x="293" y="254"/>
                  </a:lnTo>
                  <a:lnTo>
                    <a:pt x="293" y="560"/>
                  </a:lnTo>
                  <a:lnTo>
                    <a:pt x="267" y="560"/>
                  </a:lnTo>
                  <a:lnTo>
                    <a:pt x="267" y="254"/>
                  </a:lnTo>
                  <a:close/>
                  <a:moveTo>
                    <a:pt x="387" y="254"/>
                  </a:moveTo>
                  <a:lnTo>
                    <a:pt x="413" y="254"/>
                  </a:lnTo>
                  <a:lnTo>
                    <a:pt x="413" y="560"/>
                  </a:lnTo>
                  <a:lnTo>
                    <a:pt x="387" y="560"/>
                  </a:lnTo>
                  <a:lnTo>
                    <a:pt x="387" y="254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6316359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11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시설 혼잡도 설정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4E4F93C8-9E9B-5FCB-F77A-91C1A6E96040}"/>
              </a:ext>
            </a:extLst>
          </p:cNvPr>
          <p:cNvGraphicFramePr>
            <a:graphicFrameLocks noGrp="1"/>
          </p:cNvGraphicFramePr>
          <p:nvPr/>
        </p:nvGraphicFramePr>
        <p:xfrm>
          <a:off x="1434816" y="903393"/>
          <a:ext cx="6765096" cy="3834190"/>
        </p:xfrm>
        <a:graphic>
          <a:graphicData uri="http://schemas.openxmlformats.org/drawingml/2006/table">
            <a:tbl>
              <a:tblPr/>
              <a:tblGrid>
                <a:gridCol w="1895492">
                  <a:extLst>
                    <a:ext uri="{9D8B030D-6E8A-4147-A177-3AD203B41FA5}">
                      <a16:colId xmlns:a16="http://schemas.microsoft.com/office/drawing/2014/main" val="2321597249"/>
                    </a:ext>
                  </a:extLst>
                </a:gridCol>
                <a:gridCol w="18954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4112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</a:tblGrid>
              <a:tr h="3038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시설 종류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대기인원수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175">
                <a:tc rowSpan="4"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체크인카운터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여유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352">
                <a:tc vMerge="1"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원활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35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혼잡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매우혼잡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5941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출국장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여유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3472934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원활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7188536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혼잡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1712208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매우혼잡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6777185"/>
                  </a:ext>
                </a:extLst>
              </a:tr>
              <a:tr h="295941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보안검색대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여유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966868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원활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363108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혼잡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6192142"/>
                  </a:ext>
                </a:extLst>
              </a:tr>
              <a:tr h="2959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매우혼잡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892228"/>
                  </a:ext>
                </a:extLst>
              </a:tr>
            </a:tbl>
          </a:graphicData>
        </a:graphic>
      </p:graphicFrame>
      <p:grpSp>
        <p:nvGrpSpPr>
          <p:cNvPr id="24" name="그룹 23">
            <a:extLst>
              <a:ext uri="{FF2B5EF4-FFF2-40B4-BE49-F238E27FC236}">
                <a16:creationId xmlns:a16="http://schemas.microsoft.com/office/drawing/2014/main" id="{9EE25411-860A-580C-B2A7-C7C9C0B8FAA7}"/>
              </a:ext>
            </a:extLst>
          </p:cNvPr>
          <p:cNvGrpSpPr/>
          <p:nvPr/>
        </p:nvGrpSpPr>
        <p:grpSpPr>
          <a:xfrm>
            <a:off x="7287261" y="4816165"/>
            <a:ext cx="912651" cy="356609"/>
            <a:chOff x="7540512" y="6431059"/>
            <a:chExt cx="912651" cy="356609"/>
          </a:xfrm>
        </p:grpSpPr>
        <p:sp>
          <p:nvSpPr>
            <p:cNvPr id="25" name="AutoShape 55">
              <a:extLst>
                <a:ext uri="{FF2B5EF4-FFF2-40B4-BE49-F238E27FC236}">
                  <a16:creationId xmlns:a16="http://schemas.microsoft.com/office/drawing/2014/main" id="{851BF7DC-AB1A-FF39-EE7C-50A365C24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883745" cy="356609"/>
            </a:xfrm>
            <a:prstGeom prst="rect">
              <a:avLst/>
            </a:prstGeom>
            <a:solidFill>
              <a:srgbClr val="00B0F0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7D79291-5BCB-36BE-964F-8F8D05114032}"/>
                </a:ext>
              </a:extLst>
            </p:cNvPr>
            <p:cNvSpPr txBox="1"/>
            <p:nvPr/>
          </p:nvSpPr>
          <p:spPr>
            <a:xfrm>
              <a:off x="7540512" y="6486003"/>
              <a:ext cx="91265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</a:p>
          </p:txBody>
        </p: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742027C6-6B19-F002-E53A-0E46C800E371}"/>
              </a:ext>
            </a:extLst>
          </p:cNvPr>
          <p:cNvCxnSpPr>
            <a:cxnSpLocks/>
          </p:cNvCxnSpPr>
          <p:nvPr/>
        </p:nvCxnSpPr>
        <p:spPr bwMode="auto">
          <a:xfrm>
            <a:off x="170952" y="842728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30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1241936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/>
          <p:cNvSpPr/>
          <p:nvPr/>
        </p:nvSpPr>
        <p:spPr bwMode="auto">
          <a:xfrm>
            <a:off x="6334281" y="1231212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5" name="직사각형 34"/>
          <p:cNvSpPr/>
          <p:nvPr/>
        </p:nvSpPr>
        <p:spPr bwMode="auto">
          <a:xfrm>
            <a:off x="7586923" y="1241936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6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1240693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1524582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직사각형 37"/>
          <p:cNvSpPr/>
          <p:nvPr/>
        </p:nvSpPr>
        <p:spPr bwMode="auto">
          <a:xfrm>
            <a:off x="6334281" y="1513858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7586923" y="1524582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0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1523339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1815478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직사각형 41"/>
          <p:cNvSpPr/>
          <p:nvPr/>
        </p:nvSpPr>
        <p:spPr bwMode="auto">
          <a:xfrm>
            <a:off x="6334281" y="1804754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7586923" y="1815478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4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1814235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2100288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/>
          <p:cNvSpPr/>
          <p:nvPr/>
        </p:nvSpPr>
        <p:spPr bwMode="auto">
          <a:xfrm>
            <a:off x="6334281" y="2089564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이상</a:t>
            </a:r>
          </a:p>
        </p:txBody>
      </p:sp>
      <p:sp>
        <p:nvSpPr>
          <p:cNvPr id="49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2429865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/>
          <p:cNvSpPr/>
          <p:nvPr/>
        </p:nvSpPr>
        <p:spPr bwMode="auto">
          <a:xfrm>
            <a:off x="6334281" y="2419141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1" name="직사각형 50"/>
          <p:cNvSpPr/>
          <p:nvPr/>
        </p:nvSpPr>
        <p:spPr bwMode="auto">
          <a:xfrm>
            <a:off x="7586923" y="2429865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2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2428622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2712511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/>
          <p:cNvSpPr/>
          <p:nvPr/>
        </p:nvSpPr>
        <p:spPr bwMode="auto">
          <a:xfrm>
            <a:off x="6334281" y="2701787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5" name="직사각형 54"/>
          <p:cNvSpPr/>
          <p:nvPr/>
        </p:nvSpPr>
        <p:spPr bwMode="auto">
          <a:xfrm>
            <a:off x="7586923" y="2712511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6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2711268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3003407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직사각형 57"/>
          <p:cNvSpPr/>
          <p:nvPr/>
        </p:nvSpPr>
        <p:spPr bwMode="auto">
          <a:xfrm>
            <a:off x="6334281" y="2992683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9" name="직사각형 58"/>
          <p:cNvSpPr/>
          <p:nvPr/>
        </p:nvSpPr>
        <p:spPr bwMode="auto">
          <a:xfrm>
            <a:off x="7586923" y="3003407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0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3002164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3288217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직사각형 61"/>
          <p:cNvSpPr/>
          <p:nvPr/>
        </p:nvSpPr>
        <p:spPr bwMode="auto">
          <a:xfrm>
            <a:off x="6334281" y="3277493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이상</a:t>
            </a:r>
          </a:p>
        </p:txBody>
      </p:sp>
      <p:sp>
        <p:nvSpPr>
          <p:cNvPr id="63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3595394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직사각형 63"/>
          <p:cNvSpPr/>
          <p:nvPr/>
        </p:nvSpPr>
        <p:spPr bwMode="auto">
          <a:xfrm>
            <a:off x="6334281" y="3584670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5" name="직사각형 64"/>
          <p:cNvSpPr/>
          <p:nvPr/>
        </p:nvSpPr>
        <p:spPr bwMode="auto">
          <a:xfrm>
            <a:off x="7586923" y="3595394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6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3594151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3878040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직사각형 67"/>
          <p:cNvSpPr/>
          <p:nvPr/>
        </p:nvSpPr>
        <p:spPr bwMode="auto">
          <a:xfrm>
            <a:off x="6334281" y="3867316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9" name="직사각형 68"/>
          <p:cNvSpPr/>
          <p:nvPr/>
        </p:nvSpPr>
        <p:spPr bwMode="auto">
          <a:xfrm>
            <a:off x="7586923" y="3878040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0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3876797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4168936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직사각형 71"/>
          <p:cNvSpPr/>
          <p:nvPr/>
        </p:nvSpPr>
        <p:spPr bwMode="auto">
          <a:xfrm>
            <a:off x="6334281" y="4158212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3" name="직사각형 72"/>
          <p:cNvSpPr/>
          <p:nvPr/>
        </p:nvSpPr>
        <p:spPr bwMode="auto">
          <a:xfrm>
            <a:off x="7586923" y="4168936"/>
            <a:ext cx="574061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미만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4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9816" y="4167693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Rectangle 7">
            <a:extLst>
              <a:ext uri="{FF2B5EF4-FFF2-40B4-BE49-F238E27FC236}">
                <a16:creationId xmlns:a16="http://schemas.microsoft.com/office/drawing/2014/main" id="{41FDE6E6-7A00-4E67-F2F3-FF423C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1778" y="4453746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직사각형 75"/>
          <p:cNvSpPr/>
          <p:nvPr/>
        </p:nvSpPr>
        <p:spPr bwMode="auto">
          <a:xfrm>
            <a:off x="6334281" y="4443022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명 이상</a:t>
            </a:r>
          </a:p>
        </p:txBody>
      </p:sp>
    </p:spTree>
    <p:extLst>
      <p:ext uri="{BB962C8B-B14F-4D97-AF65-F5344CB8AC3E}">
        <p14:creationId xmlns:p14="http://schemas.microsoft.com/office/powerpoint/2010/main" val="31252837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731CC-A9B4-3880-C673-5F499ECE9D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4F0A19E6-BCCD-57B4-528D-131A29AFF6C8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62A8FF2-E70E-99D3-29EF-BBBDCC451955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입국장 시간 설정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CDA8E325-76BD-71E5-5F3E-1393BFF0F4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9895759"/>
              </p:ext>
            </p:extLst>
          </p:nvPr>
        </p:nvGraphicFramePr>
        <p:xfrm>
          <a:off x="170951" y="1548481"/>
          <a:ext cx="9557844" cy="3564102"/>
        </p:xfrm>
        <a:graphic>
          <a:graphicData uri="http://schemas.openxmlformats.org/drawingml/2006/table">
            <a:tbl>
              <a:tblPr/>
              <a:tblGrid>
                <a:gridCol w="5129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224">
                  <a:extLst>
                    <a:ext uri="{9D8B030D-6E8A-4147-A177-3AD203B41FA5}">
                      <a16:colId xmlns:a16="http://schemas.microsoft.com/office/drawing/2014/main" val="3396417040"/>
                    </a:ext>
                  </a:extLst>
                </a:gridCol>
                <a:gridCol w="2344992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2344992">
                  <a:extLst>
                    <a:ext uri="{9D8B030D-6E8A-4147-A177-3AD203B41FA5}">
                      <a16:colId xmlns:a16="http://schemas.microsoft.com/office/drawing/2014/main" val="292167096"/>
                    </a:ext>
                  </a:extLst>
                </a:gridCol>
                <a:gridCol w="2370675">
                  <a:extLst>
                    <a:ext uri="{9D8B030D-6E8A-4147-A177-3AD203B41FA5}">
                      <a16:colId xmlns:a16="http://schemas.microsoft.com/office/drawing/2014/main" val="3972240714"/>
                    </a:ext>
                  </a:extLst>
                </a:gridCol>
              </a:tblGrid>
              <a:tr h="3417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B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입국장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입국장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D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입국장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741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설정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en-US" altLang="ko-KR" sz="700" dirty="0"/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741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741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810269"/>
                  </a:ext>
                </a:extLst>
              </a:tr>
            </a:tbl>
          </a:graphicData>
        </a:graphic>
      </p:graphicFrame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22893" y="3377185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1F66DD4-0789-6D7C-9A8F-C603088FC4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2048662"/>
              </p:ext>
            </p:extLst>
          </p:nvPr>
        </p:nvGraphicFramePr>
        <p:xfrm>
          <a:off x="170952" y="541190"/>
          <a:ext cx="2557312" cy="360000"/>
        </p:xfrm>
        <a:graphic>
          <a:graphicData uri="http://schemas.openxmlformats.org/drawingml/2006/table">
            <a:tbl>
              <a:tblPr firstRow="1" bandRow="1"/>
              <a:tblGrid>
                <a:gridCol w="1294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2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터미널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42852">
                        <a:lumMod val="60000"/>
                        <a:lumOff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T2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터미널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215421C5-71BB-804E-6E6B-61C405C1A17B}"/>
              </a:ext>
            </a:extLst>
          </p:cNvPr>
          <p:cNvCxnSpPr>
            <a:cxnSpLocks/>
          </p:cNvCxnSpPr>
          <p:nvPr/>
        </p:nvCxnSpPr>
        <p:spPr bwMode="auto">
          <a:xfrm>
            <a:off x="170952" y="90119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9" name="AutoShape 55">
            <a:extLst>
              <a:ext uri="{FF2B5EF4-FFF2-40B4-BE49-F238E27FC236}">
                <a16:creationId xmlns:a16="http://schemas.microsoft.com/office/drawing/2014/main" id="{E14ABEB7-50F9-F468-6D3B-A7C63787E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96" y="1182427"/>
            <a:ext cx="1522250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입국장 운영시간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AutoShape 55">
            <a:extLst>
              <a:ext uri="{FF2B5EF4-FFF2-40B4-BE49-F238E27FC236}">
                <a16:creationId xmlns:a16="http://schemas.microsoft.com/office/drawing/2014/main" id="{3726213A-5FDB-CA27-F05E-375F0FE8B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5543" y="1174264"/>
            <a:ext cx="1037935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마지막 확정 시각 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AutoShape 55">
            <a:extLst>
              <a:ext uri="{FF2B5EF4-FFF2-40B4-BE49-F238E27FC236}">
                <a16:creationId xmlns:a16="http://schemas.microsoft.com/office/drawing/2014/main" id="{51F419E8-21CE-F844-90BA-C1E00186E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8264" y="1142356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2021-11-18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AutoShape 55">
            <a:extLst>
              <a:ext uri="{FF2B5EF4-FFF2-40B4-BE49-F238E27FC236}">
                <a16:creationId xmlns:a16="http://schemas.microsoft.com/office/drawing/2014/main" id="{FB6A814B-53C8-DD10-6BD1-F6715DB2D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8851" y="1217207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B4C9C44-2C26-BA24-8B51-4E201309E667}"/>
              </a:ext>
            </a:extLst>
          </p:cNvPr>
          <p:cNvSpPr txBox="1"/>
          <p:nvPr/>
        </p:nvSpPr>
        <p:spPr>
          <a:xfrm>
            <a:off x="9288851" y="1213944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41" name="AutoShape 55">
            <a:extLst>
              <a:ext uri="{FF2B5EF4-FFF2-40B4-BE49-F238E27FC236}">
                <a16:creationId xmlns:a16="http://schemas.microsoft.com/office/drawing/2014/main" id="{ABEFE9BD-5B72-D986-6DB2-C31A17E77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1266" y="1217207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280C3B9-6D40-9EA8-FAC3-70E73293E85E}"/>
              </a:ext>
            </a:extLst>
          </p:cNvPr>
          <p:cNvSpPr txBox="1"/>
          <p:nvPr/>
        </p:nvSpPr>
        <p:spPr>
          <a:xfrm>
            <a:off x="8771266" y="1213944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43" name="AutoShape 55">
            <a:extLst>
              <a:ext uri="{FF2B5EF4-FFF2-40B4-BE49-F238E27FC236}">
                <a16:creationId xmlns:a16="http://schemas.microsoft.com/office/drawing/2014/main" id="{5E5339E5-2203-F9DB-42B0-66EFB8F91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2307" y="1217207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72150A4-6D3B-D383-0ED7-5AB96420BB93}"/>
              </a:ext>
            </a:extLst>
          </p:cNvPr>
          <p:cNvSpPr txBox="1"/>
          <p:nvPr/>
        </p:nvSpPr>
        <p:spPr>
          <a:xfrm>
            <a:off x="8262307" y="1213944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복사</a:t>
            </a:r>
          </a:p>
        </p:txBody>
      </p: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88345157-D6C5-F2F6-3AB6-AD47C0F0C5AC}"/>
              </a:ext>
            </a:extLst>
          </p:cNvPr>
          <p:cNvGrpSpPr/>
          <p:nvPr/>
        </p:nvGrpSpPr>
        <p:grpSpPr>
          <a:xfrm>
            <a:off x="9188420" y="566615"/>
            <a:ext cx="568700" cy="268517"/>
            <a:chOff x="2068007" y="2380735"/>
            <a:chExt cx="568700" cy="268517"/>
          </a:xfrm>
        </p:grpSpPr>
        <p:sp>
          <p:nvSpPr>
            <p:cNvPr id="129" name="AutoShape 55">
              <a:extLst>
                <a:ext uri="{FF2B5EF4-FFF2-40B4-BE49-F238E27FC236}">
                  <a16:creationId xmlns:a16="http://schemas.microsoft.com/office/drawing/2014/main" id="{67846BB4-8CB6-C15D-128C-7F260BB1B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007" y="2380735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" name="Printer">
              <a:extLst>
                <a:ext uri="{FF2B5EF4-FFF2-40B4-BE49-F238E27FC236}">
                  <a16:creationId xmlns:a16="http://schemas.microsoft.com/office/drawing/2014/main" id="{722AA137-4AF3-03A8-558A-7B26A1EA4E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146881" y="2452763"/>
              <a:ext cx="132854" cy="132854"/>
            </a:xfrm>
            <a:custGeom>
              <a:avLst/>
              <a:gdLst>
                <a:gd name="T0" fmla="*/ 120 w 667"/>
                <a:gd name="T1" fmla="*/ 0 h 667"/>
                <a:gd name="T2" fmla="*/ 120 w 667"/>
                <a:gd name="T3" fmla="*/ 187 h 667"/>
                <a:gd name="T4" fmla="*/ 40 w 667"/>
                <a:gd name="T5" fmla="*/ 187 h 667"/>
                <a:gd name="T6" fmla="*/ 0 w 667"/>
                <a:gd name="T7" fmla="*/ 227 h 667"/>
                <a:gd name="T8" fmla="*/ 0 w 667"/>
                <a:gd name="T9" fmla="*/ 507 h 667"/>
                <a:gd name="T10" fmla="*/ 40 w 667"/>
                <a:gd name="T11" fmla="*/ 547 h 667"/>
                <a:gd name="T12" fmla="*/ 120 w 667"/>
                <a:gd name="T13" fmla="*/ 547 h 667"/>
                <a:gd name="T14" fmla="*/ 120 w 667"/>
                <a:gd name="T15" fmla="*/ 667 h 667"/>
                <a:gd name="T16" fmla="*/ 547 w 667"/>
                <a:gd name="T17" fmla="*/ 667 h 667"/>
                <a:gd name="T18" fmla="*/ 547 w 667"/>
                <a:gd name="T19" fmla="*/ 547 h 667"/>
                <a:gd name="T20" fmla="*/ 627 w 667"/>
                <a:gd name="T21" fmla="*/ 547 h 667"/>
                <a:gd name="T22" fmla="*/ 667 w 667"/>
                <a:gd name="T23" fmla="*/ 507 h 667"/>
                <a:gd name="T24" fmla="*/ 667 w 667"/>
                <a:gd name="T25" fmla="*/ 227 h 667"/>
                <a:gd name="T26" fmla="*/ 627 w 667"/>
                <a:gd name="T27" fmla="*/ 187 h 667"/>
                <a:gd name="T28" fmla="*/ 547 w 667"/>
                <a:gd name="T29" fmla="*/ 187 h 667"/>
                <a:gd name="T30" fmla="*/ 547 w 667"/>
                <a:gd name="T31" fmla="*/ 0 h 667"/>
                <a:gd name="T32" fmla="*/ 120 w 667"/>
                <a:gd name="T33" fmla="*/ 0 h 667"/>
                <a:gd name="T34" fmla="*/ 147 w 667"/>
                <a:gd name="T35" fmla="*/ 27 h 667"/>
                <a:gd name="T36" fmla="*/ 520 w 667"/>
                <a:gd name="T37" fmla="*/ 27 h 667"/>
                <a:gd name="T38" fmla="*/ 520 w 667"/>
                <a:gd name="T39" fmla="*/ 187 h 667"/>
                <a:gd name="T40" fmla="*/ 147 w 667"/>
                <a:gd name="T41" fmla="*/ 187 h 667"/>
                <a:gd name="T42" fmla="*/ 147 w 667"/>
                <a:gd name="T43" fmla="*/ 27 h 667"/>
                <a:gd name="T44" fmla="*/ 40 w 667"/>
                <a:gd name="T45" fmla="*/ 214 h 667"/>
                <a:gd name="T46" fmla="*/ 627 w 667"/>
                <a:gd name="T47" fmla="*/ 214 h 667"/>
                <a:gd name="T48" fmla="*/ 640 w 667"/>
                <a:gd name="T49" fmla="*/ 227 h 667"/>
                <a:gd name="T50" fmla="*/ 640 w 667"/>
                <a:gd name="T51" fmla="*/ 507 h 667"/>
                <a:gd name="T52" fmla="*/ 627 w 667"/>
                <a:gd name="T53" fmla="*/ 520 h 667"/>
                <a:gd name="T54" fmla="*/ 547 w 667"/>
                <a:gd name="T55" fmla="*/ 520 h 667"/>
                <a:gd name="T56" fmla="*/ 547 w 667"/>
                <a:gd name="T57" fmla="*/ 374 h 667"/>
                <a:gd name="T58" fmla="*/ 533 w 667"/>
                <a:gd name="T59" fmla="*/ 374 h 667"/>
                <a:gd name="T60" fmla="*/ 120 w 667"/>
                <a:gd name="T61" fmla="*/ 374 h 667"/>
                <a:gd name="T62" fmla="*/ 120 w 667"/>
                <a:gd name="T63" fmla="*/ 520 h 667"/>
                <a:gd name="T64" fmla="*/ 40 w 667"/>
                <a:gd name="T65" fmla="*/ 520 h 667"/>
                <a:gd name="T66" fmla="*/ 27 w 667"/>
                <a:gd name="T67" fmla="*/ 507 h 667"/>
                <a:gd name="T68" fmla="*/ 27 w 667"/>
                <a:gd name="T69" fmla="*/ 227 h 667"/>
                <a:gd name="T70" fmla="*/ 40 w 667"/>
                <a:gd name="T71" fmla="*/ 214 h 667"/>
                <a:gd name="T72" fmla="*/ 573 w 667"/>
                <a:gd name="T73" fmla="*/ 254 h 667"/>
                <a:gd name="T74" fmla="*/ 547 w 667"/>
                <a:gd name="T75" fmla="*/ 280 h 667"/>
                <a:gd name="T76" fmla="*/ 573 w 667"/>
                <a:gd name="T77" fmla="*/ 307 h 667"/>
                <a:gd name="T78" fmla="*/ 600 w 667"/>
                <a:gd name="T79" fmla="*/ 280 h 667"/>
                <a:gd name="T80" fmla="*/ 573 w 667"/>
                <a:gd name="T81" fmla="*/ 254 h 667"/>
                <a:gd name="T82" fmla="*/ 147 w 667"/>
                <a:gd name="T83" fmla="*/ 400 h 667"/>
                <a:gd name="T84" fmla="*/ 520 w 667"/>
                <a:gd name="T85" fmla="*/ 400 h 667"/>
                <a:gd name="T86" fmla="*/ 520 w 667"/>
                <a:gd name="T87" fmla="*/ 640 h 667"/>
                <a:gd name="T88" fmla="*/ 147 w 667"/>
                <a:gd name="T89" fmla="*/ 640 h 667"/>
                <a:gd name="T90" fmla="*/ 147 w 667"/>
                <a:gd name="T91" fmla="*/ 400 h 667"/>
                <a:gd name="T92" fmla="*/ 200 w 667"/>
                <a:gd name="T93" fmla="*/ 454 h 667"/>
                <a:gd name="T94" fmla="*/ 200 w 667"/>
                <a:gd name="T95" fmla="*/ 480 h 667"/>
                <a:gd name="T96" fmla="*/ 467 w 667"/>
                <a:gd name="T97" fmla="*/ 480 h 667"/>
                <a:gd name="T98" fmla="*/ 467 w 667"/>
                <a:gd name="T99" fmla="*/ 454 h 667"/>
                <a:gd name="T100" fmla="*/ 200 w 667"/>
                <a:gd name="T101" fmla="*/ 454 h 667"/>
                <a:gd name="T102" fmla="*/ 200 w 667"/>
                <a:gd name="T103" fmla="*/ 507 h 667"/>
                <a:gd name="T104" fmla="*/ 200 w 667"/>
                <a:gd name="T105" fmla="*/ 534 h 667"/>
                <a:gd name="T106" fmla="*/ 413 w 667"/>
                <a:gd name="T107" fmla="*/ 534 h 667"/>
                <a:gd name="T108" fmla="*/ 413 w 667"/>
                <a:gd name="T109" fmla="*/ 507 h 667"/>
                <a:gd name="T110" fmla="*/ 200 w 667"/>
                <a:gd name="T111" fmla="*/ 507 h 667"/>
                <a:gd name="T112" fmla="*/ 200 w 667"/>
                <a:gd name="T113" fmla="*/ 560 h 667"/>
                <a:gd name="T114" fmla="*/ 200 w 667"/>
                <a:gd name="T115" fmla="*/ 587 h 667"/>
                <a:gd name="T116" fmla="*/ 467 w 667"/>
                <a:gd name="T117" fmla="*/ 587 h 667"/>
                <a:gd name="T118" fmla="*/ 467 w 667"/>
                <a:gd name="T119" fmla="*/ 560 h 667"/>
                <a:gd name="T120" fmla="*/ 200 w 667"/>
                <a:gd name="T121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7" h="667">
                  <a:moveTo>
                    <a:pt x="120" y="0"/>
                  </a:moveTo>
                  <a:lnTo>
                    <a:pt x="120" y="187"/>
                  </a:lnTo>
                  <a:lnTo>
                    <a:pt x="40" y="187"/>
                  </a:lnTo>
                  <a:cubicBezTo>
                    <a:pt x="18" y="187"/>
                    <a:pt x="0" y="205"/>
                    <a:pt x="0" y="227"/>
                  </a:cubicBezTo>
                  <a:lnTo>
                    <a:pt x="0" y="507"/>
                  </a:lnTo>
                  <a:cubicBezTo>
                    <a:pt x="0" y="529"/>
                    <a:pt x="18" y="547"/>
                    <a:pt x="40" y="547"/>
                  </a:cubicBezTo>
                  <a:lnTo>
                    <a:pt x="120" y="547"/>
                  </a:lnTo>
                  <a:lnTo>
                    <a:pt x="120" y="667"/>
                  </a:lnTo>
                  <a:lnTo>
                    <a:pt x="547" y="667"/>
                  </a:lnTo>
                  <a:lnTo>
                    <a:pt x="547" y="547"/>
                  </a:lnTo>
                  <a:lnTo>
                    <a:pt x="627" y="547"/>
                  </a:lnTo>
                  <a:cubicBezTo>
                    <a:pt x="649" y="547"/>
                    <a:pt x="667" y="529"/>
                    <a:pt x="667" y="507"/>
                  </a:cubicBezTo>
                  <a:lnTo>
                    <a:pt x="667" y="227"/>
                  </a:lnTo>
                  <a:cubicBezTo>
                    <a:pt x="667" y="205"/>
                    <a:pt x="649" y="187"/>
                    <a:pt x="627" y="187"/>
                  </a:cubicBezTo>
                  <a:lnTo>
                    <a:pt x="547" y="187"/>
                  </a:lnTo>
                  <a:lnTo>
                    <a:pt x="547" y="0"/>
                  </a:lnTo>
                  <a:lnTo>
                    <a:pt x="120" y="0"/>
                  </a:lnTo>
                  <a:close/>
                  <a:moveTo>
                    <a:pt x="147" y="27"/>
                  </a:moveTo>
                  <a:lnTo>
                    <a:pt x="520" y="27"/>
                  </a:lnTo>
                  <a:lnTo>
                    <a:pt x="520" y="187"/>
                  </a:lnTo>
                  <a:lnTo>
                    <a:pt x="147" y="187"/>
                  </a:lnTo>
                  <a:lnTo>
                    <a:pt x="147" y="27"/>
                  </a:lnTo>
                  <a:close/>
                  <a:moveTo>
                    <a:pt x="40" y="214"/>
                  </a:moveTo>
                  <a:cubicBezTo>
                    <a:pt x="236" y="214"/>
                    <a:pt x="431" y="214"/>
                    <a:pt x="627" y="214"/>
                  </a:cubicBezTo>
                  <a:cubicBezTo>
                    <a:pt x="634" y="214"/>
                    <a:pt x="640" y="219"/>
                    <a:pt x="640" y="227"/>
                  </a:cubicBezTo>
                  <a:lnTo>
                    <a:pt x="640" y="507"/>
                  </a:lnTo>
                  <a:cubicBezTo>
                    <a:pt x="640" y="514"/>
                    <a:pt x="634" y="520"/>
                    <a:pt x="627" y="520"/>
                  </a:cubicBezTo>
                  <a:lnTo>
                    <a:pt x="547" y="520"/>
                  </a:lnTo>
                  <a:lnTo>
                    <a:pt x="547" y="374"/>
                  </a:lnTo>
                  <a:lnTo>
                    <a:pt x="533" y="374"/>
                  </a:lnTo>
                  <a:lnTo>
                    <a:pt x="120" y="374"/>
                  </a:lnTo>
                  <a:lnTo>
                    <a:pt x="120" y="520"/>
                  </a:lnTo>
                  <a:lnTo>
                    <a:pt x="40" y="520"/>
                  </a:lnTo>
                  <a:cubicBezTo>
                    <a:pt x="33" y="520"/>
                    <a:pt x="27" y="514"/>
                    <a:pt x="27" y="507"/>
                  </a:cubicBezTo>
                  <a:lnTo>
                    <a:pt x="27" y="227"/>
                  </a:lnTo>
                  <a:cubicBezTo>
                    <a:pt x="27" y="219"/>
                    <a:pt x="33" y="214"/>
                    <a:pt x="40" y="214"/>
                  </a:cubicBezTo>
                  <a:close/>
                  <a:moveTo>
                    <a:pt x="573" y="254"/>
                  </a:moveTo>
                  <a:cubicBezTo>
                    <a:pt x="559" y="254"/>
                    <a:pt x="547" y="266"/>
                    <a:pt x="547" y="280"/>
                  </a:cubicBezTo>
                  <a:cubicBezTo>
                    <a:pt x="547" y="295"/>
                    <a:pt x="559" y="307"/>
                    <a:pt x="573" y="307"/>
                  </a:cubicBezTo>
                  <a:cubicBezTo>
                    <a:pt x="588" y="307"/>
                    <a:pt x="600" y="295"/>
                    <a:pt x="600" y="280"/>
                  </a:cubicBezTo>
                  <a:cubicBezTo>
                    <a:pt x="600" y="266"/>
                    <a:pt x="588" y="254"/>
                    <a:pt x="573" y="254"/>
                  </a:cubicBezTo>
                  <a:close/>
                  <a:moveTo>
                    <a:pt x="147" y="400"/>
                  </a:moveTo>
                  <a:lnTo>
                    <a:pt x="520" y="400"/>
                  </a:lnTo>
                  <a:cubicBezTo>
                    <a:pt x="520" y="481"/>
                    <a:pt x="520" y="560"/>
                    <a:pt x="520" y="640"/>
                  </a:cubicBezTo>
                  <a:lnTo>
                    <a:pt x="147" y="640"/>
                  </a:lnTo>
                  <a:cubicBezTo>
                    <a:pt x="147" y="560"/>
                    <a:pt x="147" y="480"/>
                    <a:pt x="147" y="400"/>
                  </a:cubicBezTo>
                  <a:close/>
                  <a:moveTo>
                    <a:pt x="200" y="454"/>
                  </a:moveTo>
                  <a:cubicBezTo>
                    <a:pt x="182" y="453"/>
                    <a:pt x="182" y="481"/>
                    <a:pt x="200" y="480"/>
                  </a:cubicBezTo>
                  <a:lnTo>
                    <a:pt x="467" y="480"/>
                  </a:lnTo>
                  <a:cubicBezTo>
                    <a:pt x="485" y="481"/>
                    <a:pt x="485" y="453"/>
                    <a:pt x="467" y="454"/>
                  </a:cubicBezTo>
                  <a:lnTo>
                    <a:pt x="200" y="454"/>
                  </a:lnTo>
                  <a:close/>
                  <a:moveTo>
                    <a:pt x="200" y="507"/>
                  </a:moveTo>
                  <a:cubicBezTo>
                    <a:pt x="182" y="507"/>
                    <a:pt x="182" y="534"/>
                    <a:pt x="200" y="534"/>
                  </a:cubicBezTo>
                  <a:lnTo>
                    <a:pt x="413" y="534"/>
                  </a:lnTo>
                  <a:cubicBezTo>
                    <a:pt x="432" y="534"/>
                    <a:pt x="432" y="507"/>
                    <a:pt x="413" y="507"/>
                  </a:cubicBezTo>
                  <a:lnTo>
                    <a:pt x="200" y="507"/>
                  </a:lnTo>
                  <a:close/>
                  <a:moveTo>
                    <a:pt x="200" y="560"/>
                  </a:moveTo>
                  <a:cubicBezTo>
                    <a:pt x="182" y="560"/>
                    <a:pt x="182" y="587"/>
                    <a:pt x="200" y="587"/>
                  </a:cubicBezTo>
                  <a:lnTo>
                    <a:pt x="467" y="587"/>
                  </a:lnTo>
                  <a:cubicBezTo>
                    <a:pt x="485" y="587"/>
                    <a:pt x="485" y="560"/>
                    <a:pt x="467" y="560"/>
                  </a:cubicBezTo>
                  <a:lnTo>
                    <a:pt x="200" y="56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252000" tIns="72000" rIns="108000" bIns="7200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1" name="AutoShape 55">
            <a:extLst>
              <a:ext uri="{FF2B5EF4-FFF2-40B4-BE49-F238E27FC236}">
                <a16:creationId xmlns:a16="http://schemas.microsoft.com/office/drawing/2014/main" id="{28765A24-5314-E070-5CD2-2A4FDB1A1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4826" y="566615"/>
            <a:ext cx="549872" cy="268516"/>
          </a:xfrm>
          <a:prstGeom prst="roundRect">
            <a:avLst/>
          </a:prstGeom>
          <a:solidFill>
            <a:srgbClr val="00B0F0"/>
          </a:solidFill>
          <a:ln w="3175">
            <a:solidFill>
              <a:srgbClr val="00B0F0"/>
            </a:solidFill>
            <a:round/>
            <a:headEnd/>
            <a:tailEnd/>
          </a:ln>
        </p:spPr>
        <p:txBody>
          <a:bodyPr wrap="none" lIns="36000" tIns="18000" rIns="36000" bIns="18000" anchor="ctr">
            <a:noAutofit/>
          </a:bodyPr>
          <a:lstStyle/>
          <a:p>
            <a:pPr algn="ctr" latinLnBrk="1"/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임시저장</a:t>
            </a:r>
            <a:endParaRPr lang="ko-KR" altLang="en-US" sz="9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4" name="직사각형 313">
            <a:extLst>
              <a:ext uri="{FF2B5EF4-FFF2-40B4-BE49-F238E27FC236}">
                <a16:creationId xmlns:a16="http://schemas.microsoft.com/office/drawing/2014/main" id="{DC164C6D-73E1-931F-48BE-3A3A5F754B9E}"/>
              </a:ext>
            </a:extLst>
          </p:cNvPr>
          <p:cNvSpPr/>
          <p:nvPr/>
        </p:nvSpPr>
        <p:spPr bwMode="auto">
          <a:xfrm>
            <a:off x="322893" y="4490368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4F60531-2D47-A307-079B-89B85DC93E0C}"/>
              </a:ext>
            </a:extLst>
          </p:cNvPr>
          <p:cNvGrpSpPr/>
          <p:nvPr/>
        </p:nvGrpSpPr>
        <p:grpSpPr>
          <a:xfrm>
            <a:off x="8190184" y="535247"/>
            <a:ext cx="837475" cy="317661"/>
            <a:chOff x="8336275" y="535247"/>
            <a:chExt cx="837475" cy="317661"/>
          </a:xfrm>
        </p:grpSpPr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DB6531CA-5C49-C352-7769-204E16ADC083}"/>
                </a:ext>
              </a:extLst>
            </p:cNvPr>
            <p:cNvGrpSpPr/>
            <p:nvPr/>
          </p:nvGrpSpPr>
          <p:grpSpPr>
            <a:xfrm>
              <a:off x="8425151" y="535247"/>
              <a:ext cx="748599" cy="317661"/>
              <a:chOff x="1472709" y="6153178"/>
              <a:chExt cx="458914" cy="194736"/>
            </a:xfrm>
          </p:grpSpPr>
          <p:sp>
            <p:nvSpPr>
              <p:cNvPr id="387" name="모서리가 둥근 직사각형 483">
                <a:extLst>
                  <a:ext uri="{FF2B5EF4-FFF2-40B4-BE49-F238E27FC236}">
                    <a16:creationId xmlns:a16="http://schemas.microsoft.com/office/drawing/2014/main" id="{35ECAFCA-AC4C-5D0D-806A-394C38F8B45E}"/>
                  </a:ext>
                </a:extLst>
              </p:cNvPr>
              <p:cNvSpPr/>
              <p:nvPr/>
            </p:nvSpPr>
            <p:spPr bwMode="auto">
              <a:xfrm>
                <a:off x="1472711" y="6153178"/>
                <a:ext cx="458912" cy="194736"/>
              </a:xfrm>
              <a:prstGeom prst="roundRect">
                <a:avLst>
                  <a:gd name="adj" fmla="val 50000"/>
                </a:avLst>
              </a:prstGeom>
              <a:solidFill>
                <a:sysClr val="window" lastClr="FFFFFF">
                  <a:lumMod val="85000"/>
                </a:sysClr>
              </a:solidFill>
              <a:ln w="6350">
                <a:solidFill>
                  <a:sysClr val="window" lastClr="FFFFFF">
                    <a:lumMod val="75000"/>
                  </a:sysClr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8" name="타원 387">
                <a:extLst>
                  <a:ext uri="{FF2B5EF4-FFF2-40B4-BE49-F238E27FC236}">
                    <a16:creationId xmlns:a16="http://schemas.microsoft.com/office/drawing/2014/main" id="{F653E0AE-75D7-C4DE-6CC7-3A584CEF9FE1}"/>
                  </a:ext>
                </a:extLst>
              </p:cNvPr>
              <p:cNvSpPr/>
              <p:nvPr/>
            </p:nvSpPr>
            <p:spPr bwMode="auto">
              <a:xfrm>
                <a:off x="1472709" y="6153178"/>
                <a:ext cx="194735" cy="194735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2C9715ED-81E6-C730-0417-F48FB2290E13}"/>
                </a:ext>
              </a:extLst>
            </p:cNvPr>
            <p:cNvSpPr txBox="1"/>
            <p:nvPr/>
          </p:nvSpPr>
          <p:spPr>
            <a:xfrm>
              <a:off x="8336275" y="604372"/>
              <a:ext cx="5498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미확정</a:t>
              </a:r>
            </a:p>
          </p:txBody>
        </p:sp>
      </p:grpSp>
      <p:sp>
        <p:nvSpPr>
          <p:cNvPr id="471" name="AutoShape 55">
            <a:extLst>
              <a:ext uri="{FF2B5EF4-FFF2-40B4-BE49-F238E27FC236}">
                <a16:creationId xmlns:a16="http://schemas.microsoft.com/office/drawing/2014/main" id="{77D0F545-8D50-78EE-6C96-CAC1A1EFF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712" y="5288386"/>
            <a:ext cx="439946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메모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72" name="표 471">
            <a:extLst>
              <a:ext uri="{FF2B5EF4-FFF2-40B4-BE49-F238E27FC236}">
                <a16:creationId xmlns:a16="http://schemas.microsoft.com/office/drawing/2014/main" id="{6F5A46BA-7377-3CCD-0E32-BFEDD834DE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867888"/>
              </p:ext>
            </p:extLst>
          </p:nvPr>
        </p:nvGraphicFramePr>
        <p:xfrm>
          <a:off x="483397" y="5244062"/>
          <a:ext cx="9269513" cy="359559"/>
        </p:xfrm>
        <a:graphic>
          <a:graphicData uri="http://schemas.openxmlformats.org/drawingml/2006/table">
            <a:tbl>
              <a:tblPr/>
              <a:tblGrid>
                <a:gridCol w="9269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입국장 운영 변경으로 시간대를 조정함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68804027-7D8F-6D40-BE87-E70D534E8542}"/>
              </a:ext>
            </a:extLst>
          </p:cNvPr>
          <p:cNvGrpSpPr/>
          <p:nvPr/>
        </p:nvGrpSpPr>
        <p:grpSpPr>
          <a:xfrm>
            <a:off x="823106" y="1994742"/>
            <a:ext cx="1449695" cy="287258"/>
            <a:chOff x="-4886596" y="3312869"/>
            <a:chExt cx="1449695" cy="287258"/>
          </a:xfrm>
        </p:grpSpPr>
        <p:sp>
          <p:nvSpPr>
            <p:cNvPr id="176" name="Hour">
              <a:extLst>
                <a:ext uri="{FF2B5EF4-FFF2-40B4-BE49-F238E27FC236}">
                  <a16:creationId xmlns:a16="http://schemas.microsoft.com/office/drawing/2014/main" id="{7C4BE3C9-058B-82FF-DF9A-1C98EBDCCD6F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</a:p>
          </p:txBody>
        </p:sp>
        <p:sp>
          <p:nvSpPr>
            <p:cNvPr id="177" name="Minute">
              <a:extLst>
                <a:ext uri="{FF2B5EF4-FFF2-40B4-BE49-F238E27FC236}">
                  <a16:creationId xmlns:a16="http://schemas.microsoft.com/office/drawing/2014/main" id="{C157377D-60CB-35FB-09C3-C9027ABD9FB5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</a:p>
          </p:txBody>
        </p:sp>
        <p:sp>
          <p:nvSpPr>
            <p:cNvPr id="178" name="AM/PM">
              <a:extLst>
                <a:ext uri="{FF2B5EF4-FFF2-40B4-BE49-F238E27FC236}">
                  <a16:creationId xmlns:a16="http://schemas.microsoft.com/office/drawing/2014/main" id="{7860DDA7-CC92-A891-EFCF-E01A5E0861C8}"/>
                </a:ext>
              </a:extLst>
            </p:cNvPr>
            <p:cNvSpPr/>
            <p:nvPr/>
          </p:nvSpPr>
          <p:spPr>
            <a:xfrm>
              <a:off x="-3744164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</p:txBody>
        </p:sp>
        <p:sp>
          <p:nvSpPr>
            <p:cNvPr id="179" name="Colon">
              <a:extLst>
                <a:ext uri="{FF2B5EF4-FFF2-40B4-BE49-F238E27FC236}">
                  <a16:creationId xmlns:a16="http://schemas.microsoft.com/office/drawing/2014/main" id="{E550DC64-3B00-0538-44D5-D81D14D72398}"/>
                </a:ext>
              </a:extLst>
            </p:cNvPr>
            <p:cNvSpPr txBox="1"/>
            <p:nvPr/>
          </p:nvSpPr>
          <p:spPr>
            <a:xfrm>
              <a:off x="-4598371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년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80" name="Colon">
              <a:extLst>
                <a:ext uri="{FF2B5EF4-FFF2-40B4-BE49-F238E27FC236}">
                  <a16:creationId xmlns:a16="http://schemas.microsoft.com/office/drawing/2014/main" id="{7434CB95-6D55-29CA-03A4-5A83EBFB5CE4}"/>
                </a:ext>
              </a:extLst>
            </p:cNvPr>
            <p:cNvSpPr txBox="1"/>
            <p:nvPr/>
          </p:nvSpPr>
          <p:spPr>
            <a:xfrm>
              <a:off x="-3996082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월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FD475D01-ED99-1896-D34B-256A3FF915DE}"/>
              </a:ext>
            </a:extLst>
          </p:cNvPr>
          <p:cNvSpPr txBox="1"/>
          <p:nvPr/>
        </p:nvSpPr>
        <p:spPr>
          <a:xfrm>
            <a:off x="1289988" y="2300935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2" name="그룹 181">
            <a:extLst>
              <a:ext uri="{FF2B5EF4-FFF2-40B4-BE49-F238E27FC236}">
                <a16:creationId xmlns:a16="http://schemas.microsoft.com/office/drawing/2014/main" id="{B1A27CBE-839E-94BE-CCAB-B9C62BEC73B5}"/>
              </a:ext>
            </a:extLst>
          </p:cNvPr>
          <p:cNvGrpSpPr/>
          <p:nvPr/>
        </p:nvGrpSpPr>
        <p:grpSpPr>
          <a:xfrm>
            <a:off x="823106" y="2594817"/>
            <a:ext cx="1449695" cy="287258"/>
            <a:chOff x="-4886596" y="3312869"/>
            <a:chExt cx="1449695" cy="287258"/>
          </a:xfrm>
        </p:grpSpPr>
        <p:sp>
          <p:nvSpPr>
            <p:cNvPr id="183" name="Hour">
              <a:extLst>
                <a:ext uri="{FF2B5EF4-FFF2-40B4-BE49-F238E27FC236}">
                  <a16:creationId xmlns:a16="http://schemas.microsoft.com/office/drawing/2014/main" id="{C2E136B1-F003-B1BE-0CEB-139CCA06DBF2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</a:p>
          </p:txBody>
        </p:sp>
        <p:sp>
          <p:nvSpPr>
            <p:cNvPr id="184" name="Minute">
              <a:extLst>
                <a:ext uri="{FF2B5EF4-FFF2-40B4-BE49-F238E27FC236}">
                  <a16:creationId xmlns:a16="http://schemas.microsoft.com/office/drawing/2014/main" id="{38BEC1AF-CEC3-7307-8BC9-1A6F3EAF1904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</a:p>
          </p:txBody>
        </p:sp>
        <p:sp>
          <p:nvSpPr>
            <p:cNvPr id="185" name="AM/PM">
              <a:extLst>
                <a:ext uri="{FF2B5EF4-FFF2-40B4-BE49-F238E27FC236}">
                  <a16:creationId xmlns:a16="http://schemas.microsoft.com/office/drawing/2014/main" id="{6234A91C-6785-E311-BE4C-370A4653A3DF}"/>
                </a:ext>
              </a:extLst>
            </p:cNvPr>
            <p:cNvSpPr/>
            <p:nvPr/>
          </p:nvSpPr>
          <p:spPr>
            <a:xfrm>
              <a:off x="-3744164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20</a:t>
              </a:r>
            </a:p>
          </p:txBody>
        </p:sp>
        <p:sp>
          <p:nvSpPr>
            <p:cNvPr id="186" name="Colon">
              <a:extLst>
                <a:ext uri="{FF2B5EF4-FFF2-40B4-BE49-F238E27FC236}">
                  <a16:creationId xmlns:a16="http://schemas.microsoft.com/office/drawing/2014/main" id="{5CD03456-C68A-7EB5-CFF7-1C40B53E99B4}"/>
                </a:ext>
              </a:extLst>
            </p:cNvPr>
            <p:cNvSpPr txBox="1"/>
            <p:nvPr/>
          </p:nvSpPr>
          <p:spPr>
            <a:xfrm>
              <a:off x="-4598371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년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87" name="Colon">
              <a:extLst>
                <a:ext uri="{FF2B5EF4-FFF2-40B4-BE49-F238E27FC236}">
                  <a16:creationId xmlns:a16="http://schemas.microsoft.com/office/drawing/2014/main" id="{C51EEA0B-D4AD-BAD8-5685-3C806DA56DD4}"/>
                </a:ext>
              </a:extLst>
            </p:cNvPr>
            <p:cNvSpPr txBox="1"/>
            <p:nvPr/>
          </p:nvSpPr>
          <p:spPr>
            <a:xfrm>
              <a:off x="-3996082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월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88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2703550" y="215425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189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3189274" y="215425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190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020319" y="2144197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191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3745180" y="215271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192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4232792" y="215271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193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4073902" y="2161582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194" name="Hour">
            <a:extLst>
              <a:ext uri="{FF2B5EF4-FFF2-40B4-BE49-F238E27FC236}">
                <a16:creationId xmlns:a16="http://schemas.microsoft.com/office/drawing/2014/main" id="{9EADEB7C-A2A0-2064-2735-413172A88F39}"/>
              </a:ext>
            </a:extLst>
          </p:cNvPr>
          <p:cNvSpPr/>
          <p:nvPr/>
        </p:nvSpPr>
        <p:spPr>
          <a:xfrm>
            <a:off x="864296" y="305201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195" name="Minute">
            <a:extLst>
              <a:ext uri="{FF2B5EF4-FFF2-40B4-BE49-F238E27FC236}">
                <a16:creationId xmlns:a16="http://schemas.microsoft.com/office/drawing/2014/main" id="{6ACE9183-FB10-017E-8BC5-3303C65285F6}"/>
              </a:ext>
            </a:extLst>
          </p:cNvPr>
          <p:cNvSpPr/>
          <p:nvPr/>
        </p:nvSpPr>
        <p:spPr>
          <a:xfrm>
            <a:off x="1438010" y="3052017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196" name="AM/PM">
            <a:extLst>
              <a:ext uri="{FF2B5EF4-FFF2-40B4-BE49-F238E27FC236}">
                <a16:creationId xmlns:a16="http://schemas.microsoft.com/office/drawing/2014/main" id="{CB855843-4143-9DFB-4BD9-EE1384036D88}"/>
              </a:ext>
            </a:extLst>
          </p:cNvPr>
          <p:cNvSpPr/>
          <p:nvPr/>
        </p:nvSpPr>
        <p:spPr>
          <a:xfrm>
            <a:off x="2006728" y="305201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16</a:t>
            </a:r>
          </a:p>
        </p:txBody>
      </p:sp>
      <p:sp>
        <p:nvSpPr>
          <p:cNvPr id="197" name="Colon">
            <a:extLst>
              <a:ext uri="{FF2B5EF4-FFF2-40B4-BE49-F238E27FC236}">
                <a16:creationId xmlns:a16="http://schemas.microsoft.com/office/drawing/2014/main" id="{039707DB-9B9F-7626-2979-235DA3C29FBB}"/>
              </a:ext>
            </a:extLst>
          </p:cNvPr>
          <p:cNvSpPr txBox="1"/>
          <p:nvPr/>
        </p:nvSpPr>
        <p:spPr>
          <a:xfrm>
            <a:off x="1152521" y="3060888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8" name="Colon">
            <a:extLst>
              <a:ext uri="{FF2B5EF4-FFF2-40B4-BE49-F238E27FC236}">
                <a16:creationId xmlns:a16="http://schemas.microsoft.com/office/drawing/2014/main" id="{65E36D95-6925-37D7-8B62-60ACCF87E78E}"/>
              </a:ext>
            </a:extLst>
          </p:cNvPr>
          <p:cNvSpPr txBox="1"/>
          <p:nvPr/>
        </p:nvSpPr>
        <p:spPr>
          <a:xfrm>
            <a:off x="1754810" y="3060888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2AEDF2C6-61AA-99C6-3627-04F608E84A88}"/>
              </a:ext>
            </a:extLst>
          </p:cNvPr>
          <p:cNvSpPr txBox="1"/>
          <p:nvPr/>
        </p:nvSpPr>
        <p:spPr>
          <a:xfrm>
            <a:off x="1331178" y="3358210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0" name="Hour">
            <a:extLst>
              <a:ext uri="{FF2B5EF4-FFF2-40B4-BE49-F238E27FC236}">
                <a16:creationId xmlns:a16="http://schemas.microsoft.com/office/drawing/2014/main" id="{C5819AD2-202B-C645-3BD3-B6801425A03E}"/>
              </a:ext>
            </a:extLst>
          </p:cNvPr>
          <p:cNvSpPr/>
          <p:nvPr/>
        </p:nvSpPr>
        <p:spPr>
          <a:xfrm>
            <a:off x="864296" y="365209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01" name="Minute">
            <a:extLst>
              <a:ext uri="{FF2B5EF4-FFF2-40B4-BE49-F238E27FC236}">
                <a16:creationId xmlns:a16="http://schemas.microsoft.com/office/drawing/2014/main" id="{DDEB0271-A1A6-B224-CD90-77F3E2D121F4}"/>
              </a:ext>
            </a:extLst>
          </p:cNvPr>
          <p:cNvSpPr/>
          <p:nvPr/>
        </p:nvSpPr>
        <p:spPr>
          <a:xfrm>
            <a:off x="1438010" y="365209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12</a:t>
            </a:r>
          </a:p>
        </p:txBody>
      </p:sp>
      <p:sp>
        <p:nvSpPr>
          <p:cNvPr id="202" name="AM/PM">
            <a:extLst>
              <a:ext uri="{FF2B5EF4-FFF2-40B4-BE49-F238E27FC236}">
                <a16:creationId xmlns:a16="http://schemas.microsoft.com/office/drawing/2014/main" id="{F13DD579-824D-A035-5B61-E1021B8BF77C}"/>
              </a:ext>
            </a:extLst>
          </p:cNvPr>
          <p:cNvSpPr/>
          <p:nvPr/>
        </p:nvSpPr>
        <p:spPr>
          <a:xfrm>
            <a:off x="2006728" y="365209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15</a:t>
            </a:r>
          </a:p>
        </p:txBody>
      </p:sp>
      <p:sp>
        <p:nvSpPr>
          <p:cNvPr id="203" name="Colon">
            <a:extLst>
              <a:ext uri="{FF2B5EF4-FFF2-40B4-BE49-F238E27FC236}">
                <a16:creationId xmlns:a16="http://schemas.microsoft.com/office/drawing/2014/main" id="{A336BC0F-7E22-028A-497A-81B6594B529E}"/>
              </a:ext>
            </a:extLst>
          </p:cNvPr>
          <p:cNvSpPr txBox="1"/>
          <p:nvPr/>
        </p:nvSpPr>
        <p:spPr>
          <a:xfrm>
            <a:off x="1152521" y="3660963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04" name="Colon">
            <a:extLst>
              <a:ext uri="{FF2B5EF4-FFF2-40B4-BE49-F238E27FC236}">
                <a16:creationId xmlns:a16="http://schemas.microsoft.com/office/drawing/2014/main" id="{565B0BA3-3BC6-0880-DAE0-3884320DC8E7}"/>
              </a:ext>
            </a:extLst>
          </p:cNvPr>
          <p:cNvSpPr txBox="1"/>
          <p:nvPr/>
        </p:nvSpPr>
        <p:spPr>
          <a:xfrm>
            <a:off x="1754810" y="3660963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05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2892132" y="331069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206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3410808" y="331069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207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3225377" y="3300640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08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3843697" y="330857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209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4356023" y="330857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10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4164181" y="3317442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17" name="Hour">
            <a:extLst>
              <a:ext uri="{FF2B5EF4-FFF2-40B4-BE49-F238E27FC236}">
                <a16:creationId xmlns:a16="http://schemas.microsoft.com/office/drawing/2014/main" id="{3732B68D-9F88-EDD7-94B9-C9CDF51E57C9}"/>
              </a:ext>
            </a:extLst>
          </p:cNvPr>
          <p:cNvSpPr/>
          <p:nvPr/>
        </p:nvSpPr>
        <p:spPr>
          <a:xfrm>
            <a:off x="864296" y="416520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18" name="Minute">
            <a:extLst>
              <a:ext uri="{FF2B5EF4-FFF2-40B4-BE49-F238E27FC236}">
                <a16:creationId xmlns:a16="http://schemas.microsoft.com/office/drawing/2014/main" id="{36DFE26D-DBC2-C244-E008-523E7D9CBDD5}"/>
              </a:ext>
            </a:extLst>
          </p:cNvPr>
          <p:cNvSpPr/>
          <p:nvPr/>
        </p:nvSpPr>
        <p:spPr>
          <a:xfrm>
            <a:off x="1438010" y="416520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219" name="AM/PM">
            <a:extLst>
              <a:ext uri="{FF2B5EF4-FFF2-40B4-BE49-F238E27FC236}">
                <a16:creationId xmlns:a16="http://schemas.microsoft.com/office/drawing/2014/main" id="{8A66338B-B133-111F-505D-7A9907BF2DFF}"/>
              </a:ext>
            </a:extLst>
          </p:cNvPr>
          <p:cNvSpPr/>
          <p:nvPr/>
        </p:nvSpPr>
        <p:spPr>
          <a:xfrm>
            <a:off x="2006728" y="416520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16</a:t>
            </a:r>
          </a:p>
        </p:txBody>
      </p:sp>
      <p:sp>
        <p:nvSpPr>
          <p:cNvPr id="222" name="Colon">
            <a:extLst>
              <a:ext uri="{FF2B5EF4-FFF2-40B4-BE49-F238E27FC236}">
                <a16:creationId xmlns:a16="http://schemas.microsoft.com/office/drawing/2014/main" id="{C2D28CCE-DA18-018D-1B02-CCAF1B495BE2}"/>
              </a:ext>
            </a:extLst>
          </p:cNvPr>
          <p:cNvSpPr txBox="1"/>
          <p:nvPr/>
        </p:nvSpPr>
        <p:spPr>
          <a:xfrm>
            <a:off x="1152521" y="4174071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23" name="Colon">
            <a:extLst>
              <a:ext uri="{FF2B5EF4-FFF2-40B4-BE49-F238E27FC236}">
                <a16:creationId xmlns:a16="http://schemas.microsoft.com/office/drawing/2014/main" id="{D2E0D05A-645F-5958-DA3E-197BC9FB32F3}"/>
              </a:ext>
            </a:extLst>
          </p:cNvPr>
          <p:cNvSpPr txBox="1"/>
          <p:nvPr/>
        </p:nvSpPr>
        <p:spPr>
          <a:xfrm>
            <a:off x="1754810" y="4174071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A5D32B47-3DD7-A37F-5574-9BD6FAE60A4F}"/>
              </a:ext>
            </a:extLst>
          </p:cNvPr>
          <p:cNvSpPr txBox="1"/>
          <p:nvPr/>
        </p:nvSpPr>
        <p:spPr>
          <a:xfrm>
            <a:off x="1331178" y="4471393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0" name="Hour">
            <a:extLst>
              <a:ext uri="{FF2B5EF4-FFF2-40B4-BE49-F238E27FC236}">
                <a16:creationId xmlns:a16="http://schemas.microsoft.com/office/drawing/2014/main" id="{C42EDF10-866B-C254-9AB0-39E460623E30}"/>
              </a:ext>
            </a:extLst>
          </p:cNvPr>
          <p:cNvSpPr/>
          <p:nvPr/>
        </p:nvSpPr>
        <p:spPr>
          <a:xfrm>
            <a:off x="864296" y="47652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44" name="Minute">
            <a:extLst>
              <a:ext uri="{FF2B5EF4-FFF2-40B4-BE49-F238E27FC236}">
                <a16:creationId xmlns:a16="http://schemas.microsoft.com/office/drawing/2014/main" id="{E48D45E1-B440-324E-EB6A-6C15F2F47AB5}"/>
              </a:ext>
            </a:extLst>
          </p:cNvPr>
          <p:cNvSpPr/>
          <p:nvPr/>
        </p:nvSpPr>
        <p:spPr>
          <a:xfrm>
            <a:off x="1438010" y="4765275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45" name="AM/PM">
            <a:extLst>
              <a:ext uri="{FF2B5EF4-FFF2-40B4-BE49-F238E27FC236}">
                <a16:creationId xmlns:a16="http://schemas.microsoft.com/office/drawing/2014/main" id="{6E8DC221-1AC0-813D-9CE4-F2F94D640588}"/>
              </a:ext>
            </a:extLst>
          </p:cNvPr>
          <p:cNvSpPr/>
          <p:nvPr/>
        </p:nvSpPr>
        <p:spPr>
          <a:xfrm>
            <a:off x="2006728" y="47652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15</a:t>
            </a:r>
          </a:p>
        </p:txBody>
      </p:sp>
      <p:sp>
        <p:nvSpPr>
          <p:cNvPr id="246" name="Colon">
            <a:extLst>
              <a:ext uri="{FF2B5EF4-FFF2-40B4-BE49-F238E27FC236}">
                <a16:creationId xmlns:a16="http://schemas.microsoft.com/office/drawing/2014/main" id="{09137C7B-FC24-B7CB-DCB4-5AE4C9E8BC31}"/>
              </a:ext>
            </a:extLst>
          </p:cNvPr>
          <p:cNvSpPr txBox="1"/>
          <p:nvPr/>
        </p:nvSpPr>
        <p:spPr>
          <a:xfrm>
            <a:off x="1152521" y="4774146"/>
            <a:ext cx="301621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7" name="Colon">
            <a:extLst>
              <a:ext uri="{FF2B5EF4-FFF2-40B4-BE49-F238E27FC236}">
                <a16:creationId xmlns:a16="http://schemas.microsoft.com/office/drawing/2014/main" id="{2B00B276-8FA1-293D-E46C-1337DBFDAA40}"/>
              </a:ext>
            </a:extLst>
          </p:cNvPr>
          <p:cNvSpPr txBox="1"/>
          <p:nvPr/>
        </p:nvSpPr>
        <p:spPr>
          <a:xfrm>
            <a:off x="1754810" y="4774146"/>
            <a:ext cx="301621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1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73326" y="2008207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2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523320" y="2147516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74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2700985" y="252862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75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3186709" y="252862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76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017754" y="2518568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77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3742615" y="252708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278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4230227" y="252708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79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4071337" y="2535953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80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520755" y="2521887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5668017-333A-9D2C-7AFD-B448658A50B8}"/>
              </a:ext>
            </a:extLst>
          </p:cNvPr>
          <p:cNvSpPr txBox="1"/>
          <p:nvPr/>
        </p:nvSpPr>
        <p:spPr>
          <a:xfrm>
            <a:off x="4568380" y="2192240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282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685233" y="3305099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83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2892132" y="366111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84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3410808" y="366111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85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3225377" y="3651061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86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3843697" y="365899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289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4356023" y="365899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90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4164181" y="366786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98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685233" y="3655520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99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7604993" y="3455768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300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8123669" y="3455768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01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7938238" y="344571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02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8556558" y="345364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303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9068884" y="345364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04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8877042" y="3462517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05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398094" y="3450174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06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5326283" y="342600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07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5844959" y="342600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08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5659528" y="341595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09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6277848" y="342388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10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6790174" y="342388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11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6598332" y="343275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12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6119384" y="3420412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13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7395787" y="2157208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326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7881511" y="2157208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27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7712556" y="2147155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28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8437417" y="2155669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329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8925029" y="2155669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30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8766139" y="2164540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31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215557" y="2150474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33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5039320" y="217594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34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5525044" y="217594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35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5356089" y="2165890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36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6080950" y="217440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37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6568562" y="217440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38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6409672" y="2183275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39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5859090" y="2169209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40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2902578" y="448118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341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3421254" y="448118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42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3235823" y="4471129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43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3854143" y="447906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344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4366469" y="447906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45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4174627" y="4487931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46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695679" y="4475588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47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7618012" y="44015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348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8136688" y="4401575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49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7951257" y="4391522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50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8569577" y="439945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351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9081903" y="439945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52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8890061" y="4408324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53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411113" y="4395981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54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7618012" y="475199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12</a:t>
            </a:r>
          </a:p>
        </p:txBody>
      </p:sp>
      <p:sp>
        <p:nvSpPr>
          <p:cNvPr id="355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8136688" y="475199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56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7951257" y="474194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57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8569577" y="474987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358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9081903" y="474987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59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8890061" y="475874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60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411113" y="4746402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61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5239232" y="449346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62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5757908" y="449346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63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5572477" y="4483411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64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6190797" y="449134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65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6703123" y="449134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66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6511281" y="450021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67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6032333" y="4487870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68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69479" y="2621968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69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38785" y="3080743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70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53485" y="3685546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71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74175" y="4193926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72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69878" y="4783004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A60680E-513F-4BB7-B6E2-EDD43127837A}"/>
              </a:ext>
            </a:extLst>
          </p:cNvPr>
          <p:cNvSpPr txBox="1"/>
          <p:nvPr/>
        </p:nvSpPr>
        <p:spPr>
          <a:xfrm>
            <a:off x="4568380" y="1913653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C5B92842-311E-4559-AA5B-E412D92F010F}"/>
              </a:ext>
            </a:extLst>
          </p:cNvPr>
          <p:cNvSpPr txBox="1"/>
          <p:nvPr/>
        </p:nvSpPr>
        <p:spPr>
          <a:xfrm>
            <a:off x="4568380" y="2561879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4EDC16B0-D454-49B7-B8FE-057D51B1AEB6}"/>
              </a:ext>
            </a:extLst>
          </p:cNvPr>
          <p:cNvSpPr txBox="1"/>
          <p:nvPr/>
        </p:nvSpPr>
        <p:spPr>
          <a:xfrm>
            <a:off x="6905849" y="2190261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DFF9FB5B-808E-4879-A94F-28F4FCE2C23E}"/>
              </a:ext>
            </a:extLst>
          </p:cNvPr>
          <p:cNvSpPr txBox="1"/>
          <p:nvPr/>
        </p:nvSpPr>
        <p:spPr>
          <a:xfrm>
            <a:off x="6905849" y="1911674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89A7C27B-DC1A-4101-ADAB-308801877309}"/>
              </a:ext>
            </a:extLst>
          </p:cNvPr>
          <p:cNvSpPr txBox="1"/>
          <p:nvPr/>
        </p:nvSpPr>
        <p:spPr>
          <a:xfrm>
            <a:off x="9282216" y="2187868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16689A9F-7249-4EF4-9A94-8426D786BAF5}"/>
              </a:ext>
            </a:extLst>
          </p:cNvPr>
          <p:cNvSpPr txBox="1"/>
          <p:nvPr/>
        </p:nvSpPr>
        <p:spPr>
          <a:xfrm>
            <a:off x="9282216" y="1909281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11860532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601D14-1DB1-072C-E249-0A2F14360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A07B9D7-9604-5101-9109-E94341AB1AFF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6159E7-A9E8-9138-5105-144A37E76A2E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입국장 시간 운영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75" name="표 174">
            <a:extLst>
              <a:ext uri="{FF2B5EF4-FFF2-40B4-BE49-F238E27FC236}">
                <a16:creationId xmlns:a16="http://schemas.microsoft.com/office/drawing/2014/main" id="{9C1A74D8-7FE1-22ED-6B7E-383E54A85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7754255"/>
              </p:ext>
            </p:extLst>
          </p:nvPr>
        </p:nvGraphicFramePr>
        <p:xfrm>
          <a:off x="170951" y="1384648"/>
          <a:ext cx="9557845" cy="3411495"/>
        </p:xfrm>
        <a:graphic>
          <a:graphicData uri="http://schemas.openxmlformats.org/drawingml/2006/table">
            <a:tbl>
              <a:tblPr/>
              <a:tblGrid>
                <a:gridCol w="22566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2560">
                  <a:extLst>
                    <a:ext uri="{9D8B030D-6E8A-4147-A177-3AD203B41FA5}">
                      <a16:colId xmlns:a16="http://schemas.microsoft.com/office/drawing/2014/main" val="3396417040"/>
                    </a:ext>
                  </a:extLst>
                </a:gridCol>
                <a:gridCol w="962048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841792">
                  <a:extLst>
                    <a:ext uri="{9D8B030D-6E8A-4147-A177-3AD203B41FA5}">
                      <a16:colId xmlns:a16="http://schemas.microsoft.com/office/drawing/2014/main" val="292167096"/>
                    </a:ext>
                  </a:extLst>
                </a:gridCol>
                <a:gridCol w="1743712">
                  <a:extLst>
                    <a:ext uri="{9D8B030D-6E8A-4147-A177-3AD203B41FA5}">
                      <a16:colId xmlns:a16="http://schemas.microsoft.com/office/drawing/2014/main" val="2891350286"/>
                    </a:ext>
                  </a:extLst>
                </a:gridCol>
                <a:gridCol w="2551060">
                  <a:extLst>
                    <a:ext uri="{9D8B030D-6E8A-4147-A177-3AD203B41FA5}">
                      <a16:colId xmlns:a16="http://schemas.microsoft.com/office/drawing/2014/main" val="3972240714"/>
                    </a:ext>
                  </a:extLst>
                </a:gridCol>
              </a:tblGrid>
              <a:tr h="29580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배포일시</a:t>
                      </a:r>
                      <a:endParaRPr kumimoji="1" lang="ko-KR" altLang="en-US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입국장명</a:t>
                      </a:r>
                      <a:endParaRPr kumimoji="1" lang="ko-KR" altLang="en-US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적용시작일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적용종료일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운영시간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메모내용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28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B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9282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B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928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B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24.09.15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종일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810269"/>
                  </a:ext>
                </a:extLst>
              </a:tr>
              <a:tr h="51928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B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723201"/>
                  </a:ext>
                </a:extLst>
              </a:tr>
              <a:tr h="51928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C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24.09.15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종일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8235949"/>
                  </a:ext>
                </a:extLst>
              </a:tr>
              <a:tr h="51928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C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입국장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992701"/>
                  </a:ext>
                </a:extLst>
              </a:tr>
            </a:tbl>
          </a:graphicData>
        </a:graphic>
      </p:graphicFrame>
      <p:sp>
        <p:nvSpPr>
          <p:cNvPr id="187" name="AutoShape 55">
            <a:extLst>
              <a:ext uri="{FF2B5EF4-FFF2-40B4-BE49-F238E27FC236}">
                <a16:creationId xmlns:a16="http://schemas.microsoft.com/office/drawing/2014/main" id="{B17CF100-F9BF-3342-2985-19414C7C6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9398" y="1096951"/>
            <a:ext cx="61714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A191A06-32B8-A517-EF30-AA897C705454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628461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운영기간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6DA0C399-6556-3348-ACB7-4124891F0D9E}"/>
              </a:ext>
            </a:extLst>
          </p:cNvPr>
          <p:cNvGrpSpPr/>
          <p:nvPr/>
        </p:nvGrpSpPr>
        <p:grpSpPr>
          <a:xfrm>
            <a:off x="9153356" y="656615"/>
            <a:ext cx="594348" cy="283906"/>
            <a:chOff x="2941228" y="5138388"/>
            <a:chExt cx="594348" cy="283906"/>
          </a:xfrm>
        </p:grpSpPr>
        <p:sp>
          <p:nvSpPr>
            <p:cNvPr id="8" name="AutoShape 55">
              <a:extLst>
                <a:ext uri="{FF2B5EF4-FFF2-40B4-BE49-F238E27FC236}">
                  <a16:creationId xmlns:a16="http://schemas.microsoft.com/office/drawing/2014/main" id="{099099C8-63AE-431E-7735-8FE10754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" name="Search">
              <a:extLst>
                <a:ext uri="{FF2B5EF4-FFF2-40B4-BE49-F238E27FC236}">
                  <a16:creationId xmlns:a16="http://schemas.microsoft.com/office/drawing/2014/main" id="{9F3D5835-8253-693D-0CAC-18BA8EE9DD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Rectangle 7">
            <a:extLst>
              <a:ext uri="{FF2B5EF4-FFF2-40B4-BE49-F238E27FC236}">
                <a16:creationId xmlns:a16="http://schemas.microsoft.com/office/drawing/2014/main" id="{23CB3886-7AB2-FAA7-3487-AE8E2DC5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57" y="694172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2024-10-01</a:t>
            </a:r>
          </a:p>
        </p:txBody>
      </p:sp>
      <p:sp>
        <p:nvSpPr>
          <p:cNvPr id="13" name="Calendar">
            <a:extLst>
              <a:ext uri="{FF2B5EF4-FFF2-40B4-BE49-F238E27FC236}">
                <a16:creationId xmlns:a16="http://schemas.microsoft.com/office/drawing/2014/main" id="{AC87601A-B1AA-F1A0-DE05-514939EEA2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41941" y="720328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CBFE4B-6A16-A53B-1A5F-62DD58C88429}"/>
              </a:ext>
            </a:extLst>
          </p:cNvPr>
          <p:cNvSpPr txBox="1"/>
          <p:nvPr/>
        </p:nvSpPr>
        <p:spPr>
          <a:xfrm>
            <a:off x="9041704" y="1093688"/>
            <a:ext cx="71012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</a:t>
            </a: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23CB3886-7AB2-FAA7-3487-AE8E2DC5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6472" y="697525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2024-01-30</a:t>
            </a:r>
          </a:p>
        </p:txBody>
      </p:sp>
      <p:sp>
        <p:nvSpPr>
          <p:cNvPr id="26" name="Calendar">
            <a:extLst>
              <a:ext uri="{FF2B5EF4-FFF2-40B4-BE49-F238E27FC236}">
                <a16:creationId xmlns:a16="http://schemas.microsoft.com/office/drawing/2014/main" id="{AC87601A-B1AA-F1A0-DE05-514939EEA2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613756" y="723681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7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3" y="2035470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2024-11-10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4" y="2997518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2024-09-10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2" y="4107392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2024-09-10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80090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D24CB4-2B68-144B-AB03-B1B4277A91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89F5232-D65B-C4FC-96C2-515D952BFB42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D93CFA-87B1-49AD-29C4-A3414140AE25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 시간 설정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75" name="표 174">
            <a:extLst>
              <a:ext uri="{FF2B5EF4-FFF2-40B4-BE49-F238E27FC236}">
                <a16:creationId xmlns:a16="http://schemas.microsoft.com/office/drawing/2014/main" id="{F9639B65-0B2D-0F04-99CA-FB3583EB96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9954588"/>
              </p:ext>
            </p:extLst>
          </p:nvPr>
        </p:nvGraphicFramePr>
        <p:xfrm>
          <a:off x="170951" y="1556090"/>
          <a:ext cx="9557844" cy="3564102"/>
        </p:xfrm>
        <a:graphic>
          <a:graphicData uri="http://schemas.openxmlformats.org/drawingml/2006/table">
            <a:tbl>
              <a:tblPr/>
              <a:tblGrid>
                <a:gridCol w="5129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224">
                  <a:extLst>
                    <a:ext uri="{9D8B030D-6E8A-4147-A177-3AD203B41FA5}">
                      <a16:colId xmlns:a16="http://schemas.microsoft.com/office/drawing/2014/main" val="3396417040"/>
                    </a:ext>
                  </a:extLst>
                </a:gridCol>
                <a:gridCol w="2344992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2344992">
                  <a:extLst>
                    <a:ext uri="{9D8B030D-6E8A-4147-A177-3AD203B41FA5}">
                      <a16:colId xmlns:a16="http://schemas.microsoft.com/office/drawing/2014/main" val="292167096"/>
                    </a:ext>
                  </a:extLst>
                </a:gridCol>
                <a:gridCol w="2370675">
                  <a:extLst>
                    <a:ext uri="{9D8B030D-6E8A-4147-A177-3AD203B41FA5}">
                      <a16:colId xmlns:a16="http://schemas.microsoft.com/office/drawing/2014/main" val="3972240714"/>
                    </a:ext>
                  </a:extLst>
                </a:gridCol>
              </a:tblGrid>
              <a:tr h="3417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2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출국장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3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출국장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4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출국장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741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설정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en-US" altLang="ko-KR" sz="700" dirty="0"/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741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741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810269"/>
                  </a:ext>
                </a:extLst>
              </a:tr>
            </a:tbl>
          </a:graphicData>
        </a:graphic>
      </p:graphicFrame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5FD1F711-213A-ADF8-B734-BCFBBCA9179C}"/>
              </a:ext>
            </a:extLst>
          </p:cNvPr>
          <p:cNvSpPr/>
          <p:nvPr/>
        </p:nvSpPr>
        <p:spPr bwMode="auto">
          <a:xfrm>
            <a:off x="322893" y="3384794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81" name="표 180">
            <a:extLst>
              <a:ext uri="{FF2B5EF4-FFF2-40B4-BE49-F238E27FC236}">
                <a16:creationId xmlns:a16="http://schemas.microsoft.com/office/drawing/2014/main" id="{6724635E-A0EE-AE30-2413-5674A7775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8011785"/>
              </p:ext>
            </p:extLst>
          </p:nvPr>
        </p:nvGraphicFramePr>
        <p:xfrm>
          <a:off x="170952" y="548799"/>
          <a:ext cx="2557312" cy="360000"/>
        </p:xfrm>
        <a:graphic>
          <a:graphicData uri="http://schemas.openxmlformats.org/drawingml/2006/table">
            <a:tbl>
              <a:tblPr firstRow="1" bandRow="1"/>
              <a:tblGrid>
                <a:gridCol w="1294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2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터미널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42852">
                        <a:lumMod val="60000"/>
                        <a:lumOff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T2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터미널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AB79AE68-B9E0-9587-82A5-94D200EA6777}"/>
              </a:ext>
            </a:extLst>
          </p:cNvPr>
          <p:cNvCxnSpPr>
            <a:cxnSpLocks/>
          </p:cNvCxnSpPr>
          <p:nvPr/>
        </p:nvCxnSpPr>
        <p:spPr bwMode="auto">
          <a:xfrm>
            <a:off x="170952" y="908799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187" name="AutoShape 55">
            <a:extLst>
              <a:ext uri="{FF2B5EF4-FFF2-40B4-BE49-F238E27FC236}">
                <a16:creationId xmlns:a16="http://schemas.microsoft.com/office/drawing/2014/main" id="{C3F0504C-2ACA-5CD6-454A-C6F7CA925A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8851" y="1224816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CC6F7DAA-25A6-6D3D-3B59-AE12DD565D26}"/>
              </a:ext>
            </a:extLst>
          </p:cNvPr>
          <p:cNvSpPr txBox="1"/>
          <p:nvPr/>
        </p:nvSpPr>
        <p:spPr>
          <a:xfrm>
            <a:off x="9288851" y="1221553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189" name="AutoShape 55">
            <a:extLst>
              <a:ext uri="{FF2B5EF4-FFF2-40B4-BE49-F238E27FC236}">
                <a16:creationId xmlns:a16="http://schemas.microsoft.com/office/drawing/2014/main" id="{7001FE99-C343-6200-7104-4C870E07D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1266" y="1224816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C5668017-333A-9D2C-7AFD-B448658A50B8}"/>
              </a:ext>
            </a:extLst>
          </p:cNvPr>
          <p:cNvSpPr txBox="1"/>
          <p:nvPr/>
        </p:nvSpPr>
        <p:spPr>
          <a:xfrm>
            <a:off x="8771266" y="1221553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191" name="AutoShape 55">
            <a:extLst>
              <a:ext uri="{FF2B5EF4-FFF2-40B4-BE49-F238E27FC236}">
                <a16:creationId xmlns:a16="http://schemas.microsoft.com/office/drawing/2014/main" id="{018340A9-23A4-8959-6C01-7D5FF337E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2307" y="1224816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647BFE4C-327E-29F1-02D7-E596F939E218}"/>
              </a:ext>
            </a:extLst>
          </p:cNvPr>
          <p:cNvSpPr txBox="1"/>
          <p:nvPr/>
        </p:nvSpPr>
        <p:spPr>
          <a:xfrm>
            <a:off x="8262307" y="1221553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복사</a:t>
            </a: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8795AB18-525F-8BE4-8B30-8990DE9B0D83}"/>
              </a:ext>
            </a:extLst>
          </p:cNvPr>
          <p:cNvGrpSpPr/>
          <p:nvPr/>
        </p:nvGrpSpPr>
        <p:grpSpPr>
          <a:xfrm>
            <a:off x="9188420" y="574224"/>
            <a:ext cx="568700" cy="268517"/>
            <a:chOff x="2068007" y="2380735"/>
            <a:chExt cx="568700" cy="268517"/>
          </a:xfrm>
        </p:grpSpPr>
        <p:sp>
          <p:nvSpPr>
            <p:cNvPr id="194" name="AutoShape 55">
              <a:extLst>
                <a:ext uri="{FF2B5EF4-FFF2-40B4-BE49-F238E27FC236}">
                  <a16:creationId xmlns:a16="http://schemas.microsoft.com/office/drawing/2014/main" id="{21B24203-2E4C-DDDD-EDC5-CE548D14C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007" y="2380735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5" name="Printer">
              <a:extLst>
                <a:ext uri="{FF2B5EF4-FFF2-40B4-BE49-F238E27FC236}">
                  <a16:creationId xmlns:a16="http://schemas.microsoft.com/office/drawing/2014/main" id="{DBED35BD-BFFF-E400-D2D2-AB41AA7239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146881" y="2452763"/>
              <a:ext cx="132854" cy="132854"/>
            </a:xfrm>
            <a:custGeom>
              <a:avLst/>
              <a:gdLst>
                <a:gd name="T0" fmla="*/ 120 w 667"/>
                <a:gd name="T1" fmla="*/ 0 h 667"/>
                <a:gd name="T2" fmla="*/ 120 w 667"/>
                <a:gd name="T3" fmla="*/ 187 h 667"/>
                <a:gd name="T4" fmla="*/ 40 w 667"/>
                <a:gd name="T5" fmla="*/ 187 h 667"/>
                <a:gd name="T6" fmla="*/ 0 w 667"/>
                <a:gd name="T7" fmla="*/ 227 h 667"/>
                <a:gd name="T8" fmla="*/ 0 w 667"/>
                <a:gd name="T9" fmla="*/ 507 h 667"/>
                <a:gd name="T10" fmla="*/ 40 w 667"/>
                <a:gd name="T11" fmla="*/ 547 h 667"/>
                <a:gd name="T12" fmla="*/ 120 w 667"/>
                <a:gd name="T13" fmla="*/ 547 h 667"/>
                <a:gd name="T14" fmla="*/ 120 w 667"/>
                <a:gd name="T15" fmla="*/ 667 h 667"/>
                <a:gd name="T16" fmla="*/ 547 w 667"/>
                <a:gd name="T17" fmla="*/ 667 h 667"/>
                <a:gd name="T18" fmla="*/ 547 w 667"/>
                <a:gd name="T19" fmla="*/ 547 h 667"/>
                <a:gd name="T20" fmla="*/ 627 w 667"/>
                <a:gd name="T21" fmla="*/ 547 h 667"/>
                <a:gd name="T22" fmla="*/ 667 w 667"/>
                <a:gd name="T23" fmla="*/ 507 h 667"/>
                <a:gd name="T24" fmla="*/ 667 w 667"/>
                <a:gd name="T25" fmla="*/ 227 h 667"/>
                <a:gd name="T26" fmla="*/ 627 w 667"/>
                <a:gd name="T27" fmla="*/ 187 h 667"/>
                <a:gd name="T28" fmla="*/ 547 w 667"/>
                <a:gd name="T29" fmla="*/ 187 h 667"/>
                <a:gd name="T30" fmla="*/ 547 w 667"/>
                <a:gd name="T31" fmla="*/ 0 h 667"/>
                <a:gd name="T32" fmla="*/ 120 w 667"/>
                <a:gd name="T33" fmla="*/ 0 h 667"/>
                <a:gd name="T34" fmla="*/ 147 w 667"/>
                <a:gd name="T35" fmla="*/ 27 h 667"/>
                <a:gd name="T36" fmla="*/ 520 w 667"/>
                <a:gd name="T37" fmla="*/ 27 h 667"/>
                <a:gd name="T38" fmla="*/ 520 w 667"/>
                <a:gd name="T39" fmla="*/ 187 h 667"/>
                <a:gd name="T40" fmla="*/ 147 w 667"/>
                <a:gd name="T41" fmla="*/ 187 h 667"/>
                <a:gd name="T42" fmla="*/ 147 w 667"/>
                <a:gd name="T43" fmla="*/ 27 h 667"/>
                <a:gd name="T44" fmla="*/ 40 w 667"/>
                <a:gd name="T45" fmla="*/ 214 h 667"/>
                <a:gd name="T46" fmla="*/ 627 w 667"/>
                <a:gd name="T47" fmla="*/ 214 h 667"/>
                <a:gd name="T48" fmla="*/ 640 w 667"/>
                <a:gd name="T49" fmla="*/ 227 h 667"/>
                <a:gd name="T50" fmla="*/ 640 w 667"/>
                <a:gd name="T51" fmla="*/ 507 h 667"/>
                <a:gd name="T52" fmla="*/ 627 w 667"/>
                <a:gd name="T53" fmla="*/ 520 h 667"/>
                <a:gd name="T54" fmla="*/ 547 w 667"/>
                <a:gd name="T55" fmla="*/ 520 h 667"/>
                <a:gd name="T56" fmla="*/ 547 w 667"/>
                <a:gd name="T57" fmla="*/ 374 h 667"/>
                <a:gd name="T58" fmla="*/ 533 w 667"/>
                <a:gd name="T59" fmla="*/ 374 h 667"/>
                <a:gd name="T60" fmla="*/ 120 w 667"/>
                <a:gd name="T61" fmla="*/ 374 h 667"/>
                <a:gd name="T62" fmla="*/ 120 w 667"/>
                <a:gd name="T63" fmla="*/ 520 h 667"/>
                <a:gd name="T64" fmla="*/ 40 w 667"/>
                <a:gd name="T65" fmla="*/ 520 h 667"/>
                <a:gd name="T66" fmla="*/ 27 w 667"/>
                <a:gd name="T67" fmla="*/ 507 h 667"/>
                <a:gd name="T68" fmla="*/ 27 w 667"/>
                <a:gd name="T69" fmla="*/ 227 h 667"/>
                <a:gd name="T70" fmla="*/ 40 w 667"/>
                <a:gd name="T71" fmla="*/ 214 h 667"/>
                <a:gd name="T72" fmla="*/ 573 w 667"/>
                <a:gd name="T73" fmla="*/ 254 h 667"/>
                <a:gd name="T74" fmla="*/ 547 w 667"/>
                <a:gd name="T75" fmla="*/ 280 h 667"/>
                <a:gd name="T76" fmla="*/ 573 w 667"/>
                <a:gd name="T77" fmla="*/ 307 h 667"/>
                <a:gd name="T78" fmla="*/ 600 w 667"/>
                <a:gd name="T79" fmla="*/ 280 h 667"/>
                <a:gd name="T80" fmla="*/ 573 w 667"/>
                <a:gd name="T81" fmla="*/ 254 h 667"/>
                <a:gd name="T82" fmla="*/ 147 w 667"/>
                <a:gd name="T83" fmla="*/ 400 h 667"/>
                <a:gd name="T84" fmla="*/ 520 w 667"/>
                <a:gd name="T85" fmla="*/ 400 h 667"/>
                <a:gd name="T86" fmla="*/ 520 w 667"/>
                <a:gd name="T87" fmla="*/ 640 h 667"/>
                <a:gd name="T88" fmla="*/ 147 w 667"/>
                <a:gd name="T89" fmla="*/ 640 h 667"/>
                <a:gd name="T90" fmla="*/ 147 w 667"/>
                <a:gd name="T91" fmla="*/ 400 h 667"/>
                <a:gd name="T92" fmla="*/ 200 w 667"/>
                <a:gd name="T93" fmla="*/ 454 h 667"/>
                <a:gd name="T94" fmla="*/ 200 w 667"/>
                <a:gd name="T95" fmla="*/ 480 h 667"/>
                <a:gd name="T96" fmla="*/ 467 w 667"/>
                <a:gd name="T97" fmla="*/ 480 h 667"/>
                <a:gd name="T98" fmla="*/ 467 w 667"/>
                <a:gd name="T99" fmla="*/ 454 h 667"/>
                <a:gd name="T100" fmla="*/ 200 w 667"/>
                <a:gd name="T101" fmla="*/ 454 h 667"/>
                <a:gd name="T102" fmla="*/ 200 w 667"/>
                <a:gd name="T103" fmla="*/ 507 h 667"/>
                <a:gd name="T104" fmla="*/ 200 w 667"/>
                <a:gd name="T105" fmla="*/ 534 h 667"/>
                <a:gd name="T106" fmla="*/ 413 w 667"/>
                <a:gd name="T107" fmla="*/ 534 h 667"/>
                <a:gd name="T108" fmla="*/ 413 w 667"/>
                <a:gd name="T109" fmla="*/ 507 h 667"/>
                <a:gd name="T110" fmla="*/ 200 w 667"/>
                <a:gd name="T111" fmla="*/ 507 h 667"/>
                <a:gd name="T112" fmla="*/ 200 w 667"/>
                <a:gd name="T113" fmla="*/ 560 h 667"/>
                <a:gd name="T114" fmla="*/ 200 w 667"/>
                <a:gd name="T115" fmla="*/ 587 h 667"/>
                <a:gd name="T116" fmla="*/ 467 w 667"/>
                <a:gd name="T117" fmla="*/ 587 h 667"/>
                <a:gd name="T118" fmla="*/ 467 w 667"/>
                <a:gd name="T119" fmla="*/ 560 h 667"/>
                <a:gd name="T120" fmla="*/ 200 w 667"/>
                <a:gd name="T121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7" h="667">
                  <a:moveTo>
                    <a:pt x="120" y="0"/>
                  </a:moveTo>
                  <a:lnTo>
                    <a:pt x="120" y="187"/>
                  </a:lnTo>
                  <a:lnTo>
                    <a:pt x="40" y="187"/>
                  </a:lnTo>
                  <a:cubicBezTo>
                    <a:pt x="18" y="187"/>
                    <a:pt x="0" y="205"/>
                    <a:pt x="0" y="227"/>
                  </a:cubicBezTo>
                  <a:lnTo>
                    <a:pt x="0" y="507"/>
                  </a:lnTo>
                  <a:cubicBezTo>
                    <a:pt x="0" y="529"/>
                    <a:pt x="18" y="547"/>
                    <a:pt x="40" y="547"/>
                  </a:cubicBezTo>
                  <a:lnTo>
                    <a:pt x="120" y="547"/>
                  </a:lnTo>
                  <a:lnTo>
                    <a:pt x="120" y="667"/>
                  </a:lnTo>
                  <a:lnTo>
                    <a:pt x="547" y="667"/>
                  </a:lnTo>
                  <a:lnTo>
                    <a:pt x="547" y="547"/>
                  </a:lnTo>
                  <a:lnTo>
                    <a:pt x="627" y="547"/>
                  </a:lnTo>
                  <a:cubicBezTo>
                    <a:pt x="649" y="547"/>
                    <a:pt x="667" y="529"/>
                    <a:pt x="667" y="507"/>
                  </a:cubicBezTo>
                  <a:lnTo>
                    <a:pt x="667" y="227"/>
                  </a:lnTo>
                  <a:cubicBezTo>
                    <a:pt x="667" y="205"/>
                    <a:pt x="649" y="187"/>
                    <a:pt x="627" y="187"/>
                  </a:cubicBezTo>
                  <a:lnTo>
                    <a:pt x="547" y="187"/>
                  </a:lnTo>
                  <a:lnTo>
                    <a:pt x="547" y="0"/>
                  </a:lnTo>
                  <a:lnTo>
                    <a:pt x="120" y="0"/>
                  </a:lnTo>
                  <a:close/>
                  <a:moveTo>
                    <a:pt x="147" y="27"/>
                  </a:moveTo>
                  <a:lnTo>
                    <a:pt x="520" y="27"/>
                  </a:lnTo>
                  <a:lnTo>
                    <a:pt x="520" y="187"/>
                  </a:lnTo>
                  <a:lnTo>
                    <a:pt x="147" y="187"/>
                  </a:lnTo>
                  <a:lnTo>
                    <a:pt x="147" y="27"/>
                  </a:lnTo>
                  <a:close/>
                  <a:moveTo>
                    <a:pt x="40" y="214"/>
                  </a:moveTo>
                  <a:cubicBezTo>
                    <a:pt x="236" y="214"/>
                    <a:pt x="431" y="214"/>
                    <a:pt x="627" y="214"/>
                  </a:cubicBezTo>
                  <a:cubicBezTo>
                    <a:pt x="634" y="214"/>
                    <a:pt x="640" y="219"/>
                    <a:pt x="640" y="227"/>
                  </a:cubicBezTo>
                  <a:lnTo>
                    <a:pt x="640" y="507"/>
                  </a:lnTo>
                  <a:cubicBezTo>
                    <a:pt x="640" y="514"/>
                    <a:pt x="634" y="520"/>
                    <a:pt x="627" y="520"/>
                  </a:cubicBezTo>
                  <a:lnTo>
                    <a:pt x="547" y="520"/>
                  </a:lnTo>
                  <a:lnTo>
                    <a:pt x="547" y="374"/>
                  </a:lnTo>
                  <a:lnTo>
                    <a:pt x="533" y="374"/>
                  </a:lnTo>
                  <a:lnTo>
                    <a:pt x="120" y="374"/>
                  </a:lnTo>
                  <a:lnTo>
                    <a:pt x="120" y="520"/>
                  </a:lnTo>
                  <a:lnTo>
                    <a:pt x="40" y="520"/>
                  </a:lnTo>
                  <a:cubicBezTo>
                    <a:pt x="33" y="520"/>
                    <a:pt x="27" y="514"/>
                    <a:pt x="27" y="507"/>
                  </a:cubicBezTo>
                  <a:lnTo>
                    <a:pt x="27" y="227"/>
                  </a:lnTo>
                  <a:cubicBezTo>
                    <a:pt x="27" y="219"/>
                    <a:pt x="33" y="214"/>
                    <a:pt x="40" y="214"/>
                  </a:cubicBezTo>
                  <a:close/>
                  <a:moveTo>
                    <a:pt x="573" y="254"/>
                  </a:moveTo>
                  <a:cubicBezTo>
                    <a:pt x="559" y="254"/>
                    <a:pt x="547" y="266"/>
                    <a:pt x="547" y="280"/>
                  </a:cubicBezTo>
                  <a:cubicBezTo>
                    <a:pt x="547" y="295"/>
                    <a:pt x="559" y="307"/>
                    <a:pt x="573" y="307"/>
                  </a:cubicBezTo>
                  <a:cubicBezTo>
                    <a:pt x="588" y="307"/>
                    <a:pt x="600" y="295"/>
                    <a:pt x="600" y="280"/>
                  </a:cubicBezTo>
                  <a:cubicBezTo>
                    <a:pt x="600" y="266"/>
                    <a:pt x="588" y="254"/>
                    <a:pt x="573" y="254"/>
                  </a:cubicBezTo>
                  <a:close/>
                  <a:moveTo>
                    <a:pt x="147" y="400"/>
                  </a:moveTo>
                  <a:lnTo>
                    <a:pt x="520" y="400"/>
                  </a:lnTo>
                  <a:cubicBezTo>
                    <a:pt x="520" y="481"/>
                    <a:pt x="520" y="560"/>
                    <a:pt x="520" y="640"/>
                  </a:cubicBezTo>
                  <a:lnTo>
                    <a:pt x="147" y="640"/>
                  </a:lnTo>
                  <a:cubicBezTo>
                    <a:pt x="147" y="560"/>
                    <a:pt x="147" y="480"/>
                    <a:pt x="147" y="400"/>
                  </a:cubicBezTo>
                  <a:close/>
                  <a:moveTo>
                    <a:pt x="200" y="454"/>
                  </a:moveTo>
                  <a:cubicBezTo>
                    <a:pt x="182" y="453"/>
                    <a:pt x="182" y="481"/>
                    <a:pt x="200" y="480"/>
                  </a:cubicBezTo>
                  <a:lnTo>
                    <a:pt x="467" y="480"/>
                  </a:lnTo>
                  <a:cubicBezTo>
                    <a:pt x="485" y="481"/>
                    <a:pt x="485" y="453"/>
                    <a:pt x="467" y="454"/>
                  </a:cubicBezTo>
                  <a:lnTo>
                    <a:pt x="200" y="454"/>
                  </a:lnTo>
                  <a:close/>
                  <a:moveTo>
                    <a:pt x="200" y="507"/>
                  </a:moveTo>
                  <a:cubicBezTo>
                    <a:pt x="182" y="507"/>
                    <a:pt x="182" y="534"/>
                    <a:pt x="200" y="534"/>
                  </a:cubicBezTo>
                  <a:lnTo>
                    <a:pt x="413" y="534"/>
                  </a:lnTo>
                  <a:cubicBezTo>
                    <a:pt x="432" y="534"/>
                    <a:pt x="432" y="507"/>
                    <a:pt x="413" y="507"/>
                  </a:cubicBezTo>
                  <a:lnTo>
                    <a:pt x="200" y="507"/>
                  </a:lnTo>
                  <a:close/>
                  <a:moveTo>
                    <a:pt x="200" y="560"/>
                  </a:moveTo>
                  <a:cubicBezTo>
                    <a:pt x="182" y="560"/>
                    <a:pt x="182" y="587"/>
                    <a:pt x="200" y="587"/>
                  </a:cubicBezTo>
                  <a:lnTo>
                    <a:pt x="467" y="587"/>
                  </a:lnTo>
                  <a:cubicBezTo>
                    <a:pt x="485" y="587"/>
                    <a:pt x="485" y="560"/>
                    <a:pt x="467" y="560"/>
                  </a:cubicBezTo>
                  <a:lnTo>
                    <a:pt x="200" y="56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252000" tIns="72000" rIns="108000" bIns="7200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6" name="AutoShape 55">
            <a:extLst>
              <a:ext uri="{FF2B5EF4-FFF2-40B4-BE49-F238E27FC236}">
                <a16:creationId xmlns:a16="http://schemas.microsoft.com/office/drawing/2014/main" id="{27026CE0-036E-C157-6AEC-ADC7087C4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4826" y="574224"/>
            <a:ext cx="549872" cy="268516"/>
          </a:xfrm>
          <a:prstGeom prst="roundRect">
            <a:avLst/>
          </a:prstGeom>
          <a:solidFill>
            <a:srgbClr val="00B0F0"/>
          </a:solidFill>
          <a:ln w="3175">
            <a:solidFill>
              <a:srgbClr val="00B0F0"/>
            </a:solidFill>
            <a:round/>
            <a:headEnd/>
            <a:tailEnd/>
          </a:ln>
        </p:spPr>
        <p:txBody>
          <a:bodyPr wrap="none" lIns="36000" tIns="18000" rIns="36000" bIns="18000" anchor="ctr">
            <a:noAutofit/>
          </a:bodyPr>
          <a:lstStyle/>
          <a:p>
            <a:pPr algn="ctr" latinLnBrk="1"/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임시저장</a:t>
            </a:r>
            <a:endParaRPr lang="ko-KR" altLang="en-US" sz="9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68804027-7D8F-6D40-BE87-E70D534E8542}"/>
              </a:ext>
            </a:extLst>
          </p:cNvPr>
          <p:cNvGrpSpPr/>
          <p:nvPr/>
        </p:nvGrpSpPr>
        <p:grpSpPr>
          <a:xfrm>
            <a:off x="823106" y="1994742"/>
            <a:ext cx="1449695" cy="287258"/>
            <a:chOff x="-4886596" y="3312869"/>
            <a:chExt cx="1449695" cy="287258"/>
          </a:xfrm>
        </p:grpSpPr>
        <p:sp>
          <p:nvSpPr>
            <p:cNvPr id="198" name="Hour">
              <a:extLst>
                <a:ext uri="{FF2B5EF4-FFF2-40B4-BE49-F238E27FC236}">
                  <a16:creationId xmlns:a16="http://schemas.microsoft.com/office/drawing/2014/main" id="{7C4BE3C9-058B-82FF-DF9A-1C98EBDCCD6F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</a:p>
          </p:txBody>
        </p:sp>
        <p:sp>
          <p:nvSpPr>
            <p:cNvPr id="199" name="Minute">
              <a:extLst>
                <a:ext uri="{FF2B5EF4-FFF2-40B4-BE49-F238E27FC236}">
                  <a16:creationId xmlns:a16="http://schemas.microsoft.com/office/drawing/2014/main" id="{C157377D-60CB-35FB-09C3-C9027ABD9FB5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</a:p>
          </p:txBody>
        </p:sp>
        <p:sp>
          <p:nvSpPr>
            <p:cNvPr id="200" name="AM/PM">
              <a:extLst>
                <a:ext uri="{FF2B5EF4-FFF2-40B4-BE49-F238E27FC236}">
                  <a16:creationId xmlns:a16="http://schemas.microsoft.com/office/drawing/2014/main" id="{7860DDA7-CC92-A891-EFCF-E01A5E0861C8}"/>
                </a:ext>
              </a:extLst>
            </p:cNvPr>
            <p:cNvSpPr/>
            <p:nvPr/>
          </p:nvSpPr>
          <p:spPr>
            <a:xfrm>
              <a:off x="-3744164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</p:txBody>
        </p:sp>
        <p:sp>
          <p:nvSpPr>
            <p:cNvPr id="201" name="Colon">
              <a:extLst>
                <a:ext uri="{FF2B5EF4-FFF2-40B4-BE49-F238E27FC236}">
                  <a16:creationId xmlns:a16="http://schemas.microsoft.com/office/drawing/2014/main" id="{E550DC64-3B00-0538-44D5-D81D14D72398}"/>
                </a:ext>
              </a:extLst>
            </p:cNvPr>
            <p:cNvSpPr txBox="1"/>
            <p:nvPr/>
          </p:nvSpPr>
          <p:spPr>
            <a:xfrm>
              <a:off x="-4598371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년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02" name="Colon">
              <a:extLst>
                <a:ext uri="{FF2B5EF4-FFF2-40B4-BE49-F238E27FC236}">
                  <a16:creationId xmlns:a16="http://schemas.microsoft.com/office/drawing/2014/main" id="{7434CB95-6D55-29CA-03A4-5A83EBFB5CE4}"/>
                </a:ext>
              </a:extLst>
            </p:cNvPr>
            <p:cNvSpPr txBox="1"/>
            <p:nvPr/>
          </p:nvSpPr>
          <p:spPr>
            <a:xfrm>
              <a:off x="-3996082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월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D475D01-ED99-1896-D34B-256A3FF915DE}"/>
              </a:ext>
            </a:extLst>
          </p:cNvPr>
          <p:cNvSpPr txBox="1"/>
          <p:nvPr/>
        </p:nvSpPr>
        <p:spPr>
          <a:xfrm>
            <a:off x="1289988" y="2300935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04" name="그룹 203">
            <a:extLst>
              <a:ext uri="{FF2B5EF4-FFF2-40B4-BE49-F238E27FC236}">
                <a16:creationId xmlns:a16="http://schemas.microsoft.com/office/drawing/2014/main" id="{B1A27CBE-839E-94BE-CCAB-B9C62BEC73B5}"/>
              </a:ext>
            </a:extLst>
          </p:cNvPr>
          <p:cNvGrpSpPr/>
          <p:nvPr/>
        </p:nvGrpSpPr>
        <p:grpSpPr>
          <a:xfrm>
            <a:off x="823106" y="2594817"/>
            <a:ext cx="1449695" cy="287258"/>
            <a:chOff x="-4886596" y="3312869"/>
            <a:chExt cx="1449695" cy="287258"/>
          </a:xfrm>
        </p:grpSpPr>
        <p:sp>
          <p:nvSpPr>
            <p:cNvPr id="205" name="Hour">
              <a:extLst>
                <a:ext uri="{FF2B5EF4-FFF2-40B4-BE49-F238E27FC236}">
                  <a16:creationId xmlns:a16="http://schemas.microsoft.com/office/drawing/2014/main" id="{C2E136B1-F003-B1BE-0CEB-139CCA06DBF2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</a:p>
          </p:txBody>
        </p:sp>
        <p:sp>
          <p:nvSpPr>
            <p:cNvPr id="206" name="Minute">
              <a:extLst>
                <a:ext uri="{FF2B5EF4-FFF2-40B4-BE49-F238E27FC236}">
                  <a16:creationId xmlns:a16="http://schemas.microsoft.com/office/drawing/2014/main" id="{38BEC1AF-CEC3-7307-8BC9-1A6F3EAF1904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</a:p>
          </p:txBody>
        </p:sp>
        <p:sp>
          <p:nvSpPr>
            <p:cNvPr id="207" name="AM/PM">
              <a:extLst>
                <a:ext uri="{FF2B5EF4-FFF2-40B4-BE49-F238E27FC236}">
                  <a16:creationId xmlns:a16="http://schemas.microsoft.com/office/drawing/2014/main" id="{6234A91C-6785-E311-BE4C-370A4653A3DF}"/>
                </a:ext>
              </a:extLst>
            </p:cNvPr>
            <p:cNvSpPr/>
            <p:nvPr/>
          </p:nvSpPr>
          <p:spPr>
            <a:xfrm>
              <a:off x="-3744164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20</a:t>
              </a:r>
            </a:p>
          </p:txBody>
        </p:sp>
        <p:sp>
          <p:nvSpPr>
            <p:cNvPr id="208" name="Colon">
              <a:extLst>
                <a:ext uri="{FF2B5EF4-FFF2-40B4-BE49-F238E27FC236}">
                  <a16:creationId xmlns:a16="http://schemas.microsoft.com/office/drawing/2014/main" id="{5CD03456-C68A-7EB5-CFF7-1C40B53E99B4}"/>
                </a:ext>
              </a:extLst>
            </p:cNvPr>
            <p:cNvSpPr txBox="1"/>
            <p:nvPr/>
          </p:nvSpPr>
          <p:spPr>
            <a:xfrm>
              <a:off x="-4598371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년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09" name="Colon">
              <a:extLst>
                <a:ext uri="{FF2B5EF4-FFF2-40B4-BE49-F238E27FC236}">
                  <a16:creationId xmlns:a16="http://schemas.microsoft.com/office/drawing/2014/main" id="{C51EEA0B-D4AD-BAD8-5685-3C806DA56DD4}"/>
                </a:ext>
              </a:extLst>
            </p:cNvPr>
            <p:cNvSpPr txBox="1"/>
            <p:nvPr/>
          </p:nvSpPr>
          <p:spPr>
            <a:xfrm>
              <a:off x="-3996082" y="3321740"/>
              <a:ext cx="301622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월</a:t>
              </a:r>
              <a:endPara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11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2703550" y="215425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212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3189274" y="215425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213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020319" y="2144197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14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3745180" y="215271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215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4232792" y="215271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16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4073902" y="2161582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63" name="Hour">
            <a:extLst>
              <a:ext uri="{FF2B5EF4-FFF2-40B4-BE49-F238E27FC236}">
                <a16:creationId xmlns:a16="http://schemas.microsoft.com/office/drawing/2014/main" id="{9EADEB7C-A2A0-2064-2735-413172A88F39}"/>
              </a:ext>
            </a:extLst>
          </p:cNvPr>
          <p:cNvSpPr/>
          <p:nvPr/>
        </p:nvSpPr>
        <p:spPr>
          <a:xfrm>
            <a:off x="864296" y="305201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66" name="Minute">
            <a:extLst>
              <a:ext uri="{FF2B5EF4-FFF2-40B4-BE49-F238E27FC236}">
                <a16:creationId xmlns:a16="http://schemas.microsoft.com/office/drawing/2014/main" id="{6ACE9183-FB10-017E-8BC5-3303C65285F6}"/>
              </a:ext>
            </a:extLst>
          </p:cNvPr>
          <p:cNvSpPr/>
          <p:nvPr/>
        </p:nvSpPr>
        <p:spPr>
          <a:xfrm>
            <a:off x="1438010" y="3052017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67" name="AM/PM">
            <a:extLst>
              <a:ext uri="{FF2B5EF4-FFF2-40B4-BE49-F238E27FC236}">
                <a16:creationId xmlns:a16="http://schemas.microsoft.com/office/drawing/2014/main" id="{CB855843-4143-9DFB-4BD9-EE1384036D88}"/>
              </a:ext>
            </a:extLst>
          </p:cNvPr>
          <p:cNvSpPr/>
          <p:nvPr/>
        </p:nvSpPr>
        <p:spPr>
          <a:xfrm>
            <a:off x="2006728" y="305201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16</a:t>
            </a:r>
          </a:p>
        </p:txBody>
      </p:sp>
      <p:sp>
        <p:nvSpPr>
          <p:cNvPr id="268" name="Colon">
            <a:extLst>
              <a:ext uri="{FF2B5EF4-FFF2-40B4-BE49-F238E27FC236}">
                <a16:creationId xmlns:a16="http://schemas.microsoft.com/office/drawing/2014/main" id="{039707DB-9B9F-7626-2979-235DA3C29FBB}"/>
              </a:ext>
            </a:extLst>
          </p:cNvPr>
          <p:cNvSpPr txBox="1"/>
          <p:nvPr/>
        </p:nvSpPr>
        <p:spPr>
          <a:xfrm>
            <a:off x="1152521" y="3060888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9" name="Colon">
            <a:extLst>
              <a:ext uri="{FF2B5EF4-FFF2-40B4-BE49-F238E27FC236}">
                <a16:creationId xmlns:a16="http://schemas.microsoft.com/office/drawing/2014/main" id="{65E36D95-6925-37D7-8B62-60ACCF87E78E}"/>
              </a:ext>
            </a:extLst>
          </p:cNvPr>
          <p:cNvSpPr txBox="1"/>
          <p:nvPr/>
        </p:nvSpPr>
        <p:spPr>
          <a:xfrm>
            <a:off x="1754810" y="3060888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2AEDF2C6-61AA-99C6-3627-04F608E84A88}"/>
              </a:ext>
            </a:extLst>
          </p:cNvPr>
          <p:cNvSpPr txBox="1"/>
          <p:nvPr/>
        </p:nvSpPr>
        <p:spPr>
          <a:xfrm>
            <a:off x="1331178" y="3358210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1" name="Hour">
            <a:extLst>
              <a:ext uri="{FF2B5EF4-FFF2-40B4-BE49-F238E27FC236}">
                <a16:creationId xmlns:a16="http://schemas.microsoft.com/office/drawing/2014/main" id="{C5819AD2-202B-C645-3BD3-B6801425A03E}"/>
              </a:ext>
            </a:extLst>
          </p:cNvPr>
          <p:cNvSpPr/>
          <p:nvPr/>
        </p:nvSpPr>
        <p:spPr>
          <a:xfrm>
            <a:off x="864296" y="365209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72" name="Minute">
            <a:extLst>
              <a:ext uri="{FF2B5EF4-FFF2-40B4-BE49-F238E27FC236}">
                <a16:creationId xmlns:a16="http://schemas.microsoft.com/office/drawing/2014/main" id="{DDEB0271-A1A6-B224-CD90-77F3E2D121F4}"/>
              </a:ext>
            </a:extLst>
          </p:cNvPr>
          <p:cNvSpPr/>
          <p:nvPr/>
        </p:nvSpPr>
        <p:spPr>
          <a:xfrm>
            <a:off x="1438010" y="365209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12</a:t>
            </a:r>
          </a:p>
        </p:txBody>
      </p:sp>
      <p:sp>
        <p:nvSpPr>
          <p:cNvPr id="273" name="AM/PM">
            <a:extLst>
              <a:ext uri="{FF2B5EF4-FFF2-40B4-BE49-F238E27FC236}">
                <a16:creationId xmlns:a16="http://schemas.microsoft.com/office/drawing/2014/main" id="{F13DD579-824D-A035-5B61-E1021B8BF77C}"/>
              </a:ext>
            </a:extLst>
          </p:cNvPr>
          <p:cNvSpPr/>
          <p:nvPr/>
        </p:nvSpPr>
        <p:spPr>
          <a:xfrm>
            <a:off x="2006728" y="365209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15</a:t>
            </a:r>
          </a:p>
        </p:txBody>
      </p:sp>
      <p:sp>
        <p:nvSpPr>
          <p:cNvPr id="274" name="Colon">
            <a:extLst>
              <a:ext uri="{FF2B5EF4-FFF2-40B4-BE49-F238E27FC236}">
                <a16:creationId xmlns:a16="http://schemas.microsoft.com/office/drawing/2014/main" id="{A336BC0F-7E22-028A-497A-81B6594B529E}"/>
              </a:ext>
            </a:extLst>
          </p:cNvPr>
          <p:cNvSpPr txBox="1"/>
          <p:nvPr/>
        </p:nvSpPr>
        <p:spPr>
          <a:xfrm>
            <a:off x="1152521" y="3660963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5" name="Colon">
            <a:extLst>
              <a:ext uri="{FF2B5EF4-FFF2-40B4-BE49-F238E27FC236}">
                <a16:creationId xmlns:a16="http://schemas.microsoft.com/office/drawing/2014/main" id="{565B0BA3-3BC6-0880-DAE0-3884320DC8E7}"/>
              </a:ext>
            </a:extLst>
          </p:cNvPr>
          <p:cNvSpPr txBox="1"/>
          <p:nvPr/>
        </p:nvSpPr>
        <p:spPr>
          <a:xfrm>
            <a:off x="1754810" y="3660963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7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2892132" y="331069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278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3410808" y="331069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279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3225377" y="3300640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80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3843697" y="330857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281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4356023" y="330857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82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4164181" y="3317442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DBA1E15D-A415-EDBB-5561-AE6D361A63CD}"/>
              </a:ext>
            </a:extLst>
          </p:cNvPr>
          <p:cNvSpPr/>
          <p:nvPr/>
        </p:nvSpPr>
        <p:spPr bwMode="auto">
          <a:xfrm>
            <a:off x="322893" y="4497977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7" name="Hour">
            <a:extLst>
              <a:ext uri="{FF2B5EF4-FFF2-40B4-BE49-F238E27FC236}">
                <a16:creationId xmlns:a16="http://schemas.microsoft.com/office/drawing/2014/main" id="{3732B68D-9F88-EDD7-94B9-C9CDF51E57C9}"/>
              </a:ext>
            </a:extLst>
          </p:cNvPr>
          <p:cNvSpPr/>
          <p:nvPr/>
        </p:nvSpPr>
        <p:spPr>
          <a:xfrm>
            <a:off x="864296" y="416520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38" name="Minute">
            <a:extLst>
              <a:ext uri="{FF2B5EF4-FFF2-40B4-BE49-F238E27FC236}">
                <a16:creationId xmlns:a16="http://schemas.microsoft.com/office/drawing/2014/main" id="{36DFE26D-DBC2-C244-E008-523E7D9CBDD5}"/>
              </a:ext>
            </a:extLst>
          </p:cNvPr>
          <p:cNvSpPr/>
          <p:nvPr/>
        </p:nvSpPr>
        <p:spPr>
          <a:xfrm>
            <a:off x="1438010" y="416520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339" name="AM/PM">
            <a:extLst>
              <a:ext uri="{FF2B5EF4-FFF2-40B4-BE49-F238E27FC236}">
                <a16:creationId xmlns:a16="http://schemas.microsoft.com/office/drawing/2014/main" id="{8A66338B-B133-111F-505D-7A9907BF2DFF}"/>
              </a:ext>
            </a:extLst>
          </p:cNvPr>
          <p:cNvSpPr/>
          <p:nvPr/>
        </p:nvSpPr>
        <p:spPr>
          <a:xfrm>
            <a:off x="2006728" y="416520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16</a:t>
            </a:r>
          </a:p>
        </p:txBody>
      </p:sp>
      <p:sp>
        <p:nvSpPr>
          <p:cNvPr id="340" name="Colon">
            <a:extLst>
              <a:ext uri="{FF2B5EF4-FFF2-40B4-BE49-F238E27FC236}">
                <a16:creationId xmlns:a16="http://schemas.microsoft.com/office/drawing/2014/main" id="{C2D28CCE-DA18-018D-1B02-CCAF1B495BE2}"/>
              </a:ext>
            </a:extLst>
          </p:cNvPr>
          <p:cNvSpPr txBox="1"/>
          <p:nvPr/>
        </p:nvSpPr>
        <p:spPr>
          <a:xfrm>
            <a:off x="1152521" y="4174071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41" name="Colon">
            <a:extLst>
              <a:ext uri="{FF2B5EF4-FFF2-40B4-BE49-F238E27FC236}">
                <a16:creationId xmlns:a16="http://schemas.microsoft.com/office/drawing/2014/main" id="{D2E0D05A-645F-5958-DA3E-197BC9FB32F3}"/>
              </a:ext>
            </a:extLst>
          </p:cNvPr>
          <p:cNvSpPr txBox="1"/>
          <p:nvPr/>
        </p:nvSpPr>
        <p:spPr>
          <a:xfrm>
            <a:off x="1754810" y="4174071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A5D32B47-3DD7-A37F-5574-9BD6FAE60A4F}"/>
              </a:ext>
            </a:extLst>
          </p:cNvPr>
          <p:cNvSpPr txBox="1"/>
          <p:nvPr/>
        </p:nvSpPr>
        <p:spPr>
          <a:xfrm>
            <a:off x="1331178" y="4471393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3" name="Hour">
            <a:extLst>
              <a:ext uri="{FF2B5EF4-FFF2-40B4-BE49-F238E27FC236}">
                <a16:creationId xmlns:a16="http://schemas.microsoft.com/office/drawing/2014/main" id="{C42EDF10-866B-C254-9AB0-39E460623E30}"/>
              </a:ext>
            </a:extLst>
          </p:cNvPr>
          <p:cNvSpPr/>
          <p:nvPr/>
        </p:nvSpPr>
        <p:spPr>
          <a:xfrm>
            <a:off x="864296" y="47652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44" name="Minute">
            <a:extLst>
              <a:ext uri="{FF2B5EF4-FFF2-40B4-BE49-F238E27FC236}">
                <a16:creationId xmlns:a16="http://schemas.microsoft.com/office/drawing/2014/main" id="{E48D45E1-B440-324E-EB6A-6C15F2F47AB5}"/>
              </a:ext>
            </a:extLst>
          </p:cNvPr>
          <p:cNvSpPr/>
          <p:nvPr/>
        </p:nvSpPr>
        <p:spPr>
          <a:xfrm>
            <a:off x="1438010" y="4765275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345" name="AM/PM">
            <a:extLst>
              <a:ext uri="{FF2B5EF4-FFF2-40B4-BE49-F238E27FC236}">
                <a16:creationId xmlns:a16="http://schemas.microsoft.com/office/drawing/2014/main" id="{6E8DC221-1AC0-813D-9CE4-F2F94D640588}"/>
              </a:ext>
            </a:extLst>
          </p:cNvPr>
          <p:cNvSpPr/>
          <p:nvPr/>
        </p:nvSpPr>
        <p:spPr>
          <a:xfrm>
            <a:off x="2006728" y="47652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15</a:t>
            </a:r>
          </a:p>
        </p:txBody>
      </p:sp>
      <p:sp>
        <p:nvSpPr>
          <p:cNvPr id="346" name="Colon">
            <a:extLst>
              <a:ext uri="{FF2B5EF4-FFF2-40B4-BE49-F238E27FC236}">
                <a16:creationId xmlns:a16="http://schemas.microsoft.com/office/drawing/2014/main" id="{09137C7B-FC24-B7CB-DCB4-5AE4C9E8BC31}"/>
              </a:ext>
            </a:extLst>
          </p:cNvPr>
          <p:cNvSpPr txBox="1"/>
          <p:nvPr/>
        </p:nvSpPr>
        <p:spPr>
          <a:xfrm>
            <a:off x="1152521" y="4774146"/>
            <a:ext cx="301621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년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47" name="Colon">
            <a:extLst>
              <a:ext uri="{FF2B5EF4-FFF2-40B4-BE49-F238E27FC236}">
                <a16:creationId xmlns:a16="http://schemas.microsoft.com/office/drawing/2014/main" id="{2B00B276-8FA1-293D-E46C-1337DBFDAA40}"/>
              </a:ext>
            </a:extLst>
          </p:cNvPr>
          <p:cNvSpPr txBox="1"/>
          <p:nvPr/>
        </p:nvSpPr>
        <p:spPr>
          <a:xfrm>
            <a:off x="1754810" y="4774146"/>
            <a:ext cx="301621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월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470C1AAC-03BF-C654-0A7C-2BB7448B3882}"/>
              </a:ext>
            </a:extLst>
          </p:cNvPr>
          <p:cNvGrpSpPr/>
          <p:nvPr/>
        </p:nvGrpSpPr>
        <p:grpSpPr>
          <a:xfrm>
            <a:off x="8190184" y="542856"/>
            <a:ext cx="837475" cy="317661"/>
            <a:chOff x="8336275" y="535247"/>
            <a:chExt cx="837475" cy="317661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AC2E0C57-8A59-6E6F-A25B-56751794FFEA}"/>
                </a:ext>
              </a:extLst>
            </p:cNvPr>
            <p:cNvGrpSpPr/>
            <p:nvPr/>
          </p:nvGrpSpPr>
          <p:grpSpPr>
            <a:xfrm>
              <a:off x="8425151" y="535247"/>
              <a:ext cx="748599" cy="317661"/>
              <a:chOff x="1472709" y="6153178"/>
              <a:chExt cx="458914" cy="194736"/>
            </a:xfrm>
          </p:grpSpPr>
          <p:sp>
            <p:nvSpPr>
              <p:cNvPr id="402" name="모서리가 둥근 직사각형 483">
                <a:extLst>
                  <a:ext uri="{FF2B5EF4-FFF2-40B4-BE49-F238E27FC236}">
                    <a16:creationId xmlns:a16="http://schemas.microsoft.com/office/drawing/2014/main" id="{3B5EA05E-36CE-762B-2016-0B3D4344DD95}"/>
                  </a:ext>
                </a:extLst>
              </p:cNvPr>
              <p:cNvSpPr/>
              <p:nvPr/>
            </p:nvSpPr>
            <p:spPr bwMode="auto">
              <a:xfrm>
                <a:off x="1472711" y="6153178"/>
                <a:ext cx="458912" cy="194736"/>
              </a:xfrm>
              <a:prstGeom prst="roundRect">
                <a:avLst>
                  <a:gd name="adj" fmla="val 50000"/>
                </a:avLst>
              </a:prstGeom>
              <a:solidFill>
                <a:sysClr val="window" lastClr="FFFFFF">
                  <a:lumMod val="85000"/>
                </a:sysClr>
              </a:solidFill>
              <a:ln w="6350">
                <a:solidFill>
                  <a:sysClr val="window" lastClr="FFFFFF">
                    <a:lumMod val="75000"/>
                  </a:sysClr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3" name="타원 402">
                <a:extLst>
                  <a:ext uri="{FF2B5EF4-FFF2-40B4-BE49-F238E27FC236}">
                    <a16:creationId xmlns:a16="http://schemas.microsoft.com/office/drawing/2014/main" id="{09DB81BD-C17A-DF51-2789-C226A4A19A60}"/>
                  </a:ext>
                </a:extLst>
              </p:cNvPr>
              <p:cNvSpPr/>
              <p:nvPr/>
            </p:nvSpPr>
            <p:spPr bwMode="auto">
              <a:xfrm>
                <a:off x="1472709" y="6153178"/>
                <a:ext cx="194735" cy="194735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0FE0BC18-2640-781C-5198-FDDC7AF1C21D}"/>
                </a:ext>
              </a:extLst>
            </p:cNvPr>
            <p:cNvSpPr txBox="1"/>
            <p:nvPr/>
          </p:nvSpPr>
          <p:spPr>
            <a:xfrm>
              <a:off x="8336275" y="604372"/>
              <a:ext cx="5498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미확정</a:t>
              </a:r>
            </a:p>
          </p:txBody>
        </p:sp>
      </p:grpSp>
      <p:sp>
        <p:nvSpPr>
          <p:cNvPr id="432" name="AutoShape 55">
            <a:extLst>
              <a:ext uri="{FF2B5EF4-FFF2-40B4-BE49-F238E27FC236}">
                <a16:creationId xmlns:a16="http://schemas.microsoft.com/office/drawing/2014/main" id="{270779A3-005B-03ED-4D5B-92FF4349A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96" y="1199588"/>
            <a:ext cx="1522250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 운영시간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3" name="AutoShape 55">
            <a:extLst>
              <a:ext uri="{FF2B5EF4-FFF2-40B4-BE49-F238E27FC236}">
                <a16:creationId xmlns:a16="http://schemas.microsoft.com/office/drawing/2014/main" id="{1F312D96-407F-4511-C8EE-7402E7C20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5543" y="1191425"/>
            <a:ext cx="1037935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마지막 확정 시각 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4" name="AutoShape 55">
            <a:extLst>
              <a:ext uri="{FF2B5EF4-FFF2-40B4-BE49-F238E27FC236}">
                <a16:creationId xmlns:a16="http://schemas.microsoft.com/office/drawing/2014/main" id="{EDC79B85-2EE7-3820-05E1-3E0926BB6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8264" y="1159517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2021-11-18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8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73326" y="2008207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8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523320" y="2147516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C5668017-333A-9D2C-7AFD-B448658A50B8}"/>
              </a:ext>
            </a:extLst>
          </p:cNvPr>
          <p:cNvSpPr txBox="1"/>
          <p:nvPr/>
        </p:nvSpPr>
        <p:spPr>
          <a:xfrm>
            <a:off x="4563646" y="1930750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240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2700985" y="252862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41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3186709" y="252862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42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017754" y="2518568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43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3742615" y="252708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248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4230227" y="252708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64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4071337" y="2535953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65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520755" y="2521887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C5668017-333A-9D2C-7AFD-B448658A50B8}"/>
              </a:ext>
            </a:extLst>
          </p:cNvPr>
          <p:cNvSpPr txBox="1"/>
          <p:nvPr/>
        </p:nvSpPr>
        <p:spPr>
          <a:xfrm>
            <a:off x="4563646" y="2554501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293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685233" y="3305099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94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2892132" y="366111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322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3410808" y="366111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23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3225377" y="3651061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24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3843697" y="365899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406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4356023" y="365899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07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4164181" y="366786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08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685233" y="3655520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09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7604993" y="3455768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410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8123669" y="3455768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411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7938238" y="344571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12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8556558" y="345364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413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9068884" y="345364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14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8877042" y="3462517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35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398094" y="3450174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36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5326283" y="342600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37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5844959" y="342600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38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5659528" y="341595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39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6277848" y="342388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440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6790174" y="342388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41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6598332" y="343275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42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6119384" y="3420412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43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7395787" y="2157208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444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7881511" y="2157208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445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7712556" y="2147155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46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8437417" y="2155669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447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8925029" y="2155669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48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8766139" y="2164540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49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215557" y="2150474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51" name="Hour">
            <a:extLst>
              <a:ext uri="{FF2B5EF4-FFF2-40B4-BE49-F238E27FC236}">
                <a16:creationId xmlns:a16="http://schemas.microsoft.com/office/drawing/2014/main" id="{C6E53BC4-DDB6-606A-5C76-34B1F5F9DDB0}"/>
              </a:ext>
            </a:extLst>
          </p:cNvPr>
          <p:cNvSpPr/>
          <p:nvPr/>
        </p:nvSpPr>
        <p:spPr>
          <a:xfrm>
            <a:off x="5039320" y="217594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52" name="Minute">
            <a:extLst>
              <a:ext uri="{FF2B5EF4-FFF2-40B4-BE49-F238E27FC236}">
                <a16:creationId xmlns:a16="http://schemas.microsoft.com/office/drawing/2014/main" id="{E3280F62-59E0-ACE1-96BC-4525F355CC6F}"/>
              </a:ext>
            </a:extLst>
          </p:cNvPr>
          <p:cNvSpPr/>
          <p:nvPr/>
        </p:nvSpPr>
        <p:spPr>
          <a:xfrm>
            <a:off x="5525044" y="217594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53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5356089" y="2165890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54" name="Hour">
            <a:extLst>
              <a:ext uri="{FF2B5EF4-FFF2-40B4-BE49-F238E27FC236}">
                <a16:creationId xmlns:a16="http://schemas.microsoft.com/office/drawing/2014/main" id="{86736594-F4FB-ED45-3436-234B3169E95E}"/>
              </a:ext>
            </a:extLst>
          </p:cNvPr>
          <p:cNvSpPr/>
          <p:nvPr/>
        </p:nvSpPr>
        <p:spPr>
          <a:xfrm>
            <a:off x="6080950" y="217440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455" name="Minute">
            <a:extLst>
              <a:ext uri="{FF2B5EF4-FFF2-40B4-BE49-F238E27FC236}">
                <a16:creationId xmlns:a16="http://schemas.microsoft.com/office/drawing/2014/main" id="{B0739ED8-E30D-C369-E6D4-B2BDAE1DA163}"/>
              </a:ext>
            </a:extLst>
          </p:cNvPr>
          <p:cNvSpPr/>
          <p:nvPr/>
        </p:nvSpPr>
        <p:spPr>
          <a:xfrm>
            <a:off x="6568562" y="217440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56" name="Colon">
            <a:extLst>
              <a:ext uri="{FF2B5EF4-FFF2-40B4-BE49-F238E27FC236}">
                <a16:creationId xmlns:a16="http://schemas.microsoft.com/office/drawing/2014/main" id="{CFC9C30F-5C6B-F853-85ED-C8E6BE0EC7B1}"/>
              </a:ext>
            </a:extLst>
          </p:cNvPr>
          <p:cNvSpPr txBox="1"/>
          <p:nvPr/>
        </p:nvSpPr>
        <p:spPr>
          <a:xfrm>
            <a:off x="6409672" y="2183275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57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5859090" y="2169209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59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2902578" y="448118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460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3421254" y="448118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461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3235823" y="4471129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62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3854143" y="447906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463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4366469" y="447906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64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4174627" y="4487931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65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3695679" y="4475588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66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7618012" y="44015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467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8136688" y="4401575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468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7951257" y="4391522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69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8569577" y="439945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470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9081903" y="439945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71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8890061" y="4408324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72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411113" y="4395981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73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7618012" y="475199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12</a:t>
            </a:r>
          </a:p>
        </p:txBody>
      </p:sp>
      <p:sp>
        <p:nvSpPr>
          <p:cNvPr id="474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8136688" y="475199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475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7951257" y="474194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76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8569577" y="474987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477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9081903" y="474987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78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8890061" y="475874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79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8411113" y="4746402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87" name="Hour">
            <a:extLst>
              <a:ext uri="{FF2B5EF4-FFF2-40B4-BE49-F238E27FC236}">
                <a16:creationId xmlns:a16="http://schemas.microsoft.com/office/drawing/2014/main" id="{66DC84E8-35D5-F431-14A7-8338986756B8}"/>
              </a:ext>
            </a:extLst>
          </p:cNvPr>
          <p:cNvSpPr/>
          <p:nvPr/>
        </p:nvSpPr>
        <p:spPr>
          <a:xfrm>
            <a:off x="5239232" y="449346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88" name="Minute">
            <a:extLst>
              <a:ext uri="{FF2B5EF4-FFF2-40B4-BE49-F238E27FC236}">
                <a16:creationId xmlns:a16="http://schemas.microsoft.com/office/drawing/2014/main" id="{A45A6551-CA6F-9800-C470-32BDE4DA6583}"/>
              </a:ext>
            </a:extLst>
          </p:cNvPr>
          <p:cNvSpPr/>
          <p:nvPr/>
        </p:nvSpPr>
        <p:spPr>
          <a:xfrm>
            <a:off x="5757908" y="449346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89" name="Colon">
            <a:extLst>
              <a:ext uri="{FF2B5EF4-FFF2-40B4-BE49-F238E27FC236}">
                <a16:creationId xmlns:a16="http://schemas.microsoft.com/office/drawing/2014/main" id="{5BB25D83-BC14-B3C0-4369-F8FCABD3D3D5}"/>
              </a:ext>
            </a:extLst>
          </p:cNvPr>
          <p:cNvSpPr txBox="1"/>
          <p:nvPr/>
        </p:nvSpPr>
        <p:spPr>
          <a:xfrm>
            <a:off x="5572477" y="4483411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90" name="Hour">
            <a:extLst>
              <a:ext uri="{FF2B5EF4-FFF2-40B4-BE49-F238E27FC236}">
                <a16:creationId xmlns:a16="http://schemas.microsoft.com/office/drawing/2014/main" id="{BED517CA-9827-29FC-3DF8-9763C0570FBA}"/>
              </a:ext>
            </a:extLst>
          </p:cNvPr>
          <p:cNvSpPr/>
          <p:nvPr/>
        </p:nvSpPr>
        <p:spPr>
          <a:xfrm>
            <a:off x="6190797" y="449134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491" name="Minute">
            <a:extLst>
              <a:ext uri="{FF2B5EF4-FFF2-40B4-BE49-F238E27FC236}">
                <a16:creationId xmlns:a16="http://schemas.microsoft.com/office/drawing/2014/main" id="{51C482BD-05AA-56EB-0D72-DB8ADD238FC3}"/>
              </a:ext>
            </a:extLst>
          </p:cNvPr>
          <p:cNvSpPr/>
          <p:nvPr/>
        </p:nvSpPr>
        <p:spPr>
          <a:xfrm>
            <a:off x="6703123" y="449134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492" name="Colon">
            <a:extLst>
              <a:ext uri="{FF2B5EF4-FFF2-40B4-BE49-F238E27FC236}">
                <a16:creationId xmlns:a16="http://schemas.microsoft.com/office/drawing/2014/main" id="{16457A2E-BC8E-5BB7-B3D6-340ECA23D9B2}"/>
              </a:ext>
            </a:extLst>
          </p:cNvPr>
          <p:cNvSpPr txBox="1"/>
          <p:nvPr/>
        </p:nvSpPr>
        <p:spPr>
          <a:xfrm>
            <a:off x="6511281" y="450021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493" name="Colon">
            <a:extLst>
              <a:ext uri="{FF2B5EF4-FFF2-40B4-BE49-F238E27FC236}">
                <a16:creationId xmlns:a16="http://schemas.microsoft.com/office/drawing/2014/main" id="{336131E6-E375-4B07-E359-CE1634ADBE05}"/>
              </a:ext>
            </a:extLst>
          </p:cNvPr>
          <p:cNvSpPr txBox="1"/>
          <p:nvPr/>
        </p:nvSpPr>
        <p:spPr>
          <a:xfrm>
            <a:off x="6032333" y="4487870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494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69479" y="2621968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95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38785" y="3080743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96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53485" y="3685546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97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74175" y="4193926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98" name="Colon">
            <a:extLst>
              <a:ext uri="{FF2B5EF4-FFF2-40B4-BE49-F238E27FC236}">
                <a16:creationId xmlns:a16="http://schemas.microsoft.com/office/drawing/2014/main" id="{7434CB95-6D55-29CA-03A4-5A83EBFB5CE4}"/>
              </a:ext>
            </a:extLst>
          </p:cNvPr>
          <p:cNvSpPr txBox="1"/>
          <p:nvPr/>
        </p:nvSpPr>
        <p:spPr>
          <a:xfrm>
            <a:off x="2269878" y="4783004"/>
            <a:ext cx="3016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일</a:t>
            </a:r>
            <a:endParaRPr lang="en-US" sz="12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8D44FA5-F469-4599-98D6-96D6BDFD5567}"/>
              </a:ext>
            </a:extLst>
          </p:cNvPr>
          <p:cNvSpPr txBox="1"/>
          <p:nvPr/>
        </p:nvSpPr>
        <p:spPr>
          <a:xfrm>
            <a:off x="4563646" y="2201499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E7FC413C-9363-4FF1-A48B-B8F040CBB82C}"/>
              </a:ext>
            </a:extLst>
          </p:cNvPr>
          <p:cNvSpPr txBox="1"/>
          <p:nvPr/>
        </p:nvSpPr>
        <p:spPr>
          <a:xfrm>
            <a:off x="9272920" y="1925800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173D9E3E-24B7-4FFC-B7B4-E5F234B1EF02}"/>
              </a:ext>
            </a:extLst>
          </p:cNvPr>
          <p:cNvSpPr txBox="1"/>
          <p:nvPr/>
        </p:nvSpPr>
        <p:spPr>
          <a:xfrm>
            <a:off x="9272920" y="2196549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159" name="AutoShape 55">
            <a:extLst>
              <a:ext uri="{FF2B5EF4-FFF2-40B4-BE49-F238E27FC236}">
                <a16:creationId xmlns:a16="http://schemas.microsoft.com/office/drawing/2014/main" id="{7CFC68B0-3925-47ED-972D-450F86174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712" y="5288386"/>
            <a:ext cx="439946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메모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60" name="표 159">
            <a:extLst>
              <a:ext uri="{FF2B5EF4-FFF2-40B4-BE49-F238E27FC236}">
                <a16:creationId xmlns:a16="http://schemas.microsoft.com/office/drawing/2014/main" id="{D2A5F802-11F5-4695-AD1C-07A8791D49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9957563"/>
              </p:ext>
            </p:extLst>
          </p:nvPr>
        </p:nvGraphicFramePr>
        <p:xfrm>
          <a:off x="483397" y="5244062"/>
          <a:ext cx="9269513" cy="359559"/>
        </p:xfrm>
        <a:graphic>
          <a:graphicData uri="http://schemas.openxmlformats.org/drawingml/2006/table">
            <a:tbl>
              <a:tblPr/>
              <a:tblGrid>
                <a:gridCol w="9269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출국장 운영 변경으로 시간대를 조정함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624469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601D14-1DB1-072C-E249-0A2F14360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A07B9D7-9604-5101-9109-E94341AB1AFF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6159E7-A9E8-9138-5105-144A37E76A2E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 시간 운영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75" name="표 174">
            <a:extLst>
              <a:ext uri="{FF2B5EF4-FFF2-40B4-BE49-F238E27FC236}">
                <a16:creationId xmlns:a16="http://schemas.microsoft.com/office/drawing/2014/main" id="{9C1A74D8-7FE1-22ED-6B7E-383E54A85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0602993"/>
              </p:ext>
            </p:extLst>
          </p:nvPr>
        </p:nvGraphicFramePr>
        <p:xfrm>
          <a:off x="170951" y="1384648"/>
          <a:ext cx="9557845" cy="3411495"/>
        </p:xfrm>
        <a:graphic>
          <a:graphicData uri="http://schemas.openxmlformats.org/drawingml/2006/table">
            <a:tbl>
              <a:tblPr/>
              <a:tblGrid>
                <a:gridCol w="22566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2560">
                  <a:extLst>
                    <a:ext uri="{9D8B030D-6E8A-4147-A177-3AD203B41FA5}">
                      <a16:colId xmlns:a16="http://schemas.microsoft.com/office/drawing/2014/main" val="3396417040"/>
                    </a:ext>
                  </a:extLst>
                </a:gridCol>
                <a:gridCol w="962048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841792">
                  <a:extLst>
                    <a:ext uri="{9D8B030D-6E8A-4147-A177-3AD203B41FA5}">
                      <a16:colId xmlns:a16="http://schemas.microsoft.com/office/drawing/2014/main" val="292167096"/>
                    </a:ext>
                  </a:extLst>
                </a:gridCol>
                <a:gridCol w="1743712">
                  <a:extLst>
                    <a:ext uri="{9D8B030D-6E8A-4147-A177-3AD203B41FA5}">
                      <a16:colId xmlns:a16="http://schemas.microsoft.com/office/drawing/2014/main" val="2891350286"/>
                    </a:ext>
                  </a:extLst>
                </a:gridCol>
                <a:gridCol w="2551060">
                  <a:extLst>
                    <a:ext uri="{9D8B030D-6E8A-4147-A177-3AD203B41FA5}">
                      <a16:colId xmlns:a16="http://schemas.microsoft.com/office/drawing/2014/main" val="3972240714"/>
                    </a:ext>
                  </a:extLst>
                </a:gridCol>
              </a:tblGrid>
              <a:tr h="29580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배포일시</a:t>
                      </a:r>
                      <a:endParaRPr kumimoji="1" lang="ko-KR" altLang="en-US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출국장명</a:t>
                      </a:r>
                      <a:endParaRPr kumimoji="1" lang="ko-KR" altLang="en-US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적용시작일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적용종료일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운영시간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메모내용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28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2</a:t>
                      </a:r>
                      <a:r>
                        <a:rPr lang="ko-KR" altLang="en-US" sz="8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번출국장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9282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2</a:t>
                      </a:r>
                      <a:r>
                        <a:rPr lang="ko-KR" altLang="en-US" sz="8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번출국장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928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2</a:t>
                      </a:r>
                      <a:r>
                        <a:rPr lang="ko-KR" altLang="en-US" sz="8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번출국장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24.09.15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종일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810269"/>
                  </a:ext>
                </a:extLst>
              </a:tr>
              <a:tr h="51928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2</a:t>
                      </a:r>
                      <a:r>
                        <a:rPr lang="ko-KR" altLang="en-US" sz="8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번출국장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723201"/>
                  </a:ext>
                </a:extLst>
              </a:tr>
              <a:tr h="51928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3</a:t>
                      </a:r>
                      <a:r>
                        <a:rPr lang="ko-KR" altLang="en-US" sz="8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번출국장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24.09.15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종일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en-US" altLang="ko-KR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8235949"/>
                  </a:ext>
                </a:extLst>
              </a:tr>
              <a:tr h="51928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 3</a:t>
                      </a:r>
                      <a:r>
                        <a:rPr lang="ko-KR" altLang="en-US" sz="80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번출국장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992701"/>
                  </a:ext>
                </a:extLst>
              </a:tr>
            </a:tbl>
          </a:graphicData>
        </a:graphic>
      </p:graphicFrame>
      <p:sp>
        <p:nvSpPr>
          <p:cNvPr id="187" name="AutoShape 55">
            <a:extLst>
              <a:ext uri="{FF2B5EF4-FFF2-40B4-BE49-F238E27FC236}">
                <a16:creationId xmlns:a16="http://schemas.microsoft.com/office/drawing/2014/main" id="{B17CF100-F9BF-3342-2985-19414C7C6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9398" y="1096951"/>
            <a:ext cx="61714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A191A06-32B8-A517-EF30-AA897C7054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5013780"/>
              </p:ext>
            </p:extLst>
          </p:nvPr>
        </p:nvGraphicFramePr>
        <p:xfrm>
          <a:off x="170952" y="628461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운영기간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6DA0C399-6556-3348-ACB7-4124891F0D9E}"/>
              </a:ext>
            </a:extLst>
          </p:cNvPr>
          <p:cNvGrpSpPr/>
          <p:nvPr/>
        </p:nvGrpSpPr>
        <p:grpSpPr>
          <a:xfrm>
            <a:off x="9153356" y="656615"/>
            <a:ext cx="594348" cy="283906"/>
            <a:chOff x="2941228" y="5138388"/>
            <a:chExt cx="594348" cy="283906"/>
          </a:xfrm>
        </p:grpSpPr>
        <p:sp>
          <p:nvSpPr>
            <p:cNvPr id="8" name="AutoShape 55">
              <a:extLst>
                <a:ext uri="{FF2B5EF4-FFF2-40B4-BE49-F238E27FC236}">
                  <a16:creationId xmlns:a16="http://schemas.microsoft.com/office/drawing/2014/main" id="{099099C8-63AE-431E-7735-8FE10754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" name="Search">
              <a:extLst>
                <a:ext uri="{FF2B5EF4-FFF2-40B4-BE49-F238E27FC236}">
                  <a16:creationId xmlns:a16="http://schemas.microsoft.com/office/drawing/2014/main" id="{9F3D5835-8253-693D-0CAC-18BA8EE9DD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Rectangle 7">
            <a:extLst>
              <a:ext uri="{FF2B5EF4-FFF2-40B4-BE49-F238E27FC236}">
                <a16:creationId xmlns:a16="http://schemas.microsoft.com/office/drawing/2014/main" id="{23CB3886-7AB2-FAA7-3487-AE8E2DC5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57" y="694172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2024-10-01</a:t>
            </a:r>
          </a:p>
        </p:txBody>
      </p:sp>
      <p:sp>
        <p:nvSpPr>
          <p:cNvPr id="13" name="Calendar">
            <a:extLst>
              <a:ext uri="{FF2B5EF4-FFF2-40B4-BE49-F238E27FC236}">
                <a16:creationId xmlns:a16="http://schemas.microsoft.com/office/drawing/2014/main" id="{AC87601A-B1AA-F1A0-DE05-514939EEA2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41941" y="720328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CBFE4B-6A16-A53B-1A5F-62DD58C88429}"/>
              </a:ext>
            </a:extLst>
          </p:cNvPr>
          <p:cNvSpPr txBox="1"/>
          <p:nvPr/>
        </p:nvSpPr>
        <p:spPr>
          <a:xfrm>
            <a:off x="9041704" y="1093688"/>
            <a:ext cx="71012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</a:t>
            </a: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23CB3886-7AB2-FAA7-3487-AE8E2DC5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6472" y="697525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2024-01-30</a:t>
            </a:r>
          </a:p>
        </p:txBody>
      </p:sp>
      <p:sp>
        <p:nvSpPr>
          <p:cNvPr id="26" name="Calendar">
            <a:extLst>
              <a:ext uri="{FF2B5EF4-FFF2-40B4-BE49-F238E27FC236}">
                <a16:creationId xmlns:a16="http://schemas.microsoft.com/office/drawing/2014/main" id="{AC87601A-B1AA-F1A0-DE05-514939EEA2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613756" y="723681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7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3" y="2035470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2024-11-10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4" y="2997518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2024-09-10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2" y="4107392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2024-09-10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4390736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D24CB4-2B68-144B-AB03-B1B4277A91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189F5232-D65B-C4FC-96C2-515D952BFB42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D93CFA-87B1-49AD-29C4-A3414140AE25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환승장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시간 설정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AB79AE68-B9E0-9587-82A5-94D200EA6777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45539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59" name="표 158">
            <a:extLst>
              <a:ext uri="{FF2B5EF4-FFF2-40B4-BE49-F238E27FC236}">
                <a16:creationId xmlns:a16="http://schemas.microsoft.com/office/drawing/2014/main" id="{29A1A91A-6355-4ED2-B511-441284DDFD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20565"/>
              </p:ext>
            </p:extLst>
          </p:nvPr>
        </p:nvGraphicFramePr>
        <p:xfrm>
          <a:off x="170951" y="1440547"/>
          <a:ext cx="9592289" cy="3564102"/>
        </p:xfrm>
        <a:graphic>
          <a:graphicData uri="http://schemas.openxmlformats.org/drawingml/2006/table">
            <a:tbl>
              <a:tblPr/>
              <a:tblGrid>
                <a:gridCol w="5129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224">
                  <a:extLst>
                    <a:ext uri="{9D8B030D-6E8A-4147-A177-3AD203B41FA5}">
                      <a16:colId xmlns:a16="http://schemas.microsoft.com/office/drawing/2014/main" val="3396417040"/>
                    </a:ext>
                  </a:extLst>
                </a:gridCol>
                <a:gridCol w="3547552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3547552">
                  <a:extLst>
                    <a:ext uri="{9D8B030D-6E8A-4147-A177-3AD203B41FA5}">
                      <a16:colId xmlns:a16="http://schemas.microsoft.com/office/drawing/2014/main" val="292167096"/>
                    </a:ext>
                  </a:extLst>
                </a:gridCol>
              </a:tblGrid>
              <a:tr h="3417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동편 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환승장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서편 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환승장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741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설정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en-US" altLang="ko-KR" sz="700" dirty="0"/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7413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741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810269"/>
                  </a:ext>
                </a:extLst>
              </a:tr>
            </a:tbl>
          </a:graphicData>
        </a:graphic>
      </p:graphicFrame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6C8B069E-E376-44DB-A620-3C0BF56ADA38}"/>
              </a:ext>
            </a:extLst>
          </p:cNvPr>
          <p:cNvSpPr/>
          <p:nvPr/>
        </p:nvSpPr>
        <p:spPr bwMode="auto">
          <a:xfrm>
            <a:off x="322893" y="3269251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1" name="AutoShape 55">
            <a:extLst>
              <a:ext uri="{FF2B5EF4-FFF2-40B4-BE49-F238E27FC236}">
                <a16:creationId xmlns:a16="http://schemas.microsoft.com/office/drawing/2014/main" id="{F6ADF0D3-A8DB-4190-9609-6B5FC5AA6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8851" y="1109273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4E86E967-A8EE-4F86-9AD3-E8AF9D1A8376}"/>
              </a:ext>
            </a:extLst>
          </p:cNvPr>
          <p:cNvSpPr txBox="1"/>
          <p:nvPr/>
        </p:nvSpPr>
        <p:spPr>
          <a:xfrm>
            <a:off x="9288851" y="1106010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163" name="AutoShape 55">
            <a:extLst>
              <a:ext uri="{FF2B5EF4-FFF2-40B4-BE49-F238E27FC236}">
                <a16:creationId xmlns:a16="http://schemas.microsoft.com/office/drawing/2014/main" id="{BA463D87-A23D-4AB2-A51F-6C2FCDD12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1266" y="1109273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206EB9A5-3D6B-446C-A191-6E4A9696FEA5}"/>
              </a:ext>
            </a:extLst>
          </p:cNvPr>
          <p:cNvSpPr txBox="1"/>
          <p:nvPr/>
        </p:nvSpPr>
        <p:spPr>
          <a:xfrm>
            <a:off x="8771266" y="1106010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165" name="AutoShape 55">
            <a:extLst>
              <a:ext uri="{FF2B5EF4-FFF2-40B4-BE49-F238E27FC236}">
                <a16:creationId xmlns:a16="http://schemas.microsoft.com/office/drawing/2014/main" id="{D79120B5-AE8D-49A4-A4A3-9D9AAECF4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2307" y="1109273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710C89BB-A597-40A0-8674-3207E5F7AA82}"/>
              </a:ext>
            </a:extLst>
          </p:cNvPr>
          <p:cNvSpPr txBox="1"/>
          <p:nvPr/>
        </p:nvSpPr>
        <p:spPr>
          <a:xfrm>
            <a:off x="8262307" y="1106010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복사</a:t>
            </a: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2973572A-EA78-414D-8CD1-C754385F8A1F}"/>
              </a:ext>
            </a:extLst>
          </p:cNvPr>
          <p:cNvGrpSpPr/>
          <p:nvPr/>
        </p:nvGrpSpPr>
        <p:grpSpPr>
          <a:xfrm>
            <a:off x="977929" y="1879199"/>
            <a:ext cx="1449695" cy="287258"/>
            <a:chOff x="-4886596" y="3312869"/>
            <a:chExt cx="1449695" cy="287258"/>
          </a:xfrm>
        </p:grpSpPr>
        <p:sp>
          <p:nvSpPr>
            <p:cNvPr id="168" name="Hour">
              <a:extLst>
                <a:ext uri="{FF2B5EF4-FFF2-40B4-BE49-F238E27FC236}">
                  <a16:creationId xmlns:a16="http://schemas.microsoft.com/office/drawing/2014/main" id="{70D03DE6-5597-4117-BCDF-E89DF84B608D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</a:p>
          </p:txBody>
        </p:sp>
        <p:sp>
          <p:nvSpPr>
            <p:cNvPr id="169" name="Minute">
              <a:extLst>
                <a:ext uri="{FF2B5EF4-FFF2-40B4-BE49-F238E27FC236}">
                  <a16:creationId xmlns:a16="http://schemas.microsoft.com/office/drawing/2014/main" id="{1EFB5824-131C-4B01-A6B7-F747FACBBC95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</a:p>
          </p:txBody>
        </p:sp>
        <p:sp>
          <p:nvSpPr>
            <p:cNvPr id="170" name="AM/PM">
              <a:extLst>
                <a:ext uri="{FF2B5EF4-FFF2-40B4-BE49-F238E27FC236}">
                  <a16:creationId xmlns:a16="http://schemas.microsoft.com/office/drawing/2014/main" id="{DF8231C2-FB6F-4889-AEED-3E20B77F7330}"/>
                </a:ext>
              </a:extLst>
            </p:cNvPr>
            <p:cNvSpPr/>
            <p:nvPr/>
          </p:nvSpPr>
          <p:spPr>
            <a:xfrm>
              <a:off x="-3744164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17</a:t>
              </a:r>
            </a:p>
          </p:txBody>
        </p:sp>
        <p:sp>
          <p:nvSpPr>
            <p:cNvPr id="171" name="Colon">
              <a:extLst>
                <a:ext uri="{FF2B5EF4-FFF2-40B4-BE49-F238E27FC236}">
                  <a16:creationId xmlns:a16="http://schemas.microsoft.com/office/drawing/2014/main" id="{78B7C77A-16F1-4E0C-9F0A-7553190E12AC}"/>
                </a:ext>
              </a:extLst>
            </p:cNvPr>
            <p:cNvSpPr txBox="1"/>
            <p:nvPr/>
          </p:nvSpPr>
          <p:spPr>
            <a:xfrm>
              <a:off x="-4538258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  <p:sp>
          <p:nvSpPr>
            <p:cNvPr id="172" name="Colon">
              <a:extLst>
                <a:ext uri="{FF2B5EF4-FFF2-40B4-BE49-F238E27FC236}">
                  <a16:creationId xmlns:a16="http://schemas.microsoft.com/office/drawing/2014/main" id="{B379EEFE-3392-4277-8C8A-DD7167A339C2}"/>
                </a:ext>
              </a:extLst>
            </p:cNvPr>
            <p:cNvSpPr txBox="1"/>
            <p:nvPr/>
          </p:nvSpPr>
          <p:spPr>
            <a:xfrm>
              <a:off x="-3935969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</p:grpSp>
      <p:sp>
        <p:nvSpPr>
          <p:cNvPr id="173" name="TextBox 172">
            <a:extLst>
              <a:ext uri="{FF2B5EF4-FFF2-40B4-BE49-F238E27FC236}">
                <a16:creationId xmlns:a16="http://schemas.microsoft.com/office/drawing/2014/main" id="{3FE51B01-6F64-4531-8FCB-F257C03F83B9}"/>
              </a:ext>
            </a:extLst>
          </p:cNvPr>
          <p:cNvSpPr txBox="1"/>
          <p:nvPr/>
        </p:nvSpPr>
        <p:spPr>
          <a:xfrm>
            <a:off x="1444811" y="2185392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FF0A0961-CE47-47E7-88E8-3F52047DFBCC}"/>
              </a:ext>
            </a:extLst>
          </p:cNvPr>
          <p:cNvGrpSpPr/>
          <p:nvPr/>
        </p:nvGrpSpPr>
        <p:grpSpPr>
          <a:xfrm>
            <a:off x="977929" y="2479274"/>
            <a:ext cx="1449695" cy="287258"/>
            <a:chOff x="-4886596" y="3312869"/>
            <a:chExt cx="1449695" cy="287258"/>
          </a:xfrm>
        </p:grpSpPr>
        <p:sp>
          <p:nvSpPr>
            <p:cNvPr id="177" name="Hour">
              <a:extLst>
                <a:ext uri="{FF2B5EF4-FFF2-40B4-BE49-F238E27FC236}">
                  <a16:creationId xmlns:a16="http://schemas.microsoft.com/office/drawing/2014/main" id="{E1AB4A3E-A1D4-45CF-9CF5-0CB39AD56BA7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</a:p>
          </p:txBody>
        </p:sp>
        <p:sp>
          <p:nvSpPr>
            <p:cNvPr id="178" name="Minute">
              <a:extLst>
                <a:ext uri="{FF2B5EF4-FFF2-40B4-BE49-F238E27FC236}">
                  <a16:creationId xmlns:a16="http://schemas.microsoft.com/office/drawing/2014/main" id="{4C7B0B9B-FD24-435F-ACF4-74FD109F60ED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</a:p>
          </p:txBody>
        </p:sp>
        <p:sp>
          <p:nvSpPr>
            <p:cNvPr id="179" name="AM/PM">
              <a:extLst>
                <a:ext uri="{FF2B5EF4-FFF2-40B4-BE49-F238E27FC236}">
                  <a16:creationId xmlns:a16="http://schemas.microsoft.com/office/drawing/2014/main" id="{000780B7-B299-4916-A64E-75A8F600F909}"/>
                </a:ext>
              </a:extLst>
            </p:cNvPr>
            <p:cNvSpPr/>
            <p:nvPr/>
          </p:nvSpPr>
          <p:spPr>
            <a:xfrm>
              <a:off x="-3744164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20</a:t>
              </a:r>
            </a:p>
          </p:txBody>
        </p:sp>
        <p:sp>
          <p:nvSpPr>
            <p:cNvPr id="180" name="Colon">
              <a:extLst>
                <a:ext uri="{FF2B5EF4-FFF2-40B4-BE49-F238E27FC236}">
                  <a16:creationId xmlns:a16="http://schemas.microsoft.com/office/drawing/2014/main" id="{CE87D4B4-4892-466F-BFBD-12312A951A04}"/>
                </a:ext>
              </a:extLst>
            </p:cNvPr>
            <p:cNvSpPr txBox="1"/>
            <p:nvPr/>
          </p:nvSpPr>
          <p:spPr>
            <a:xfrm>
              <a:off x="-4538258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  <p:sp>
          <p:nvSpPr>
            <p:cNvPr id="186" name="Colon">
              <a:extLst>
                <a:ext uri="{FF2B5EF4-FFF2-40B4-BE49-F238E27FC236}">
                  <a16:creationId xmlns:a16="http://schemas.microsoft.com/office/drawing/2014/main" id="{374D23FE-896E-4AC6-91A7-2A8F4AEF626F}"/>
                </a:ext>
              </a:extLst>
            </p:cNvPr>
            <p:cNvSpPr txBox="1"/>
            <p:nvPr/>
          </p:nvSpPr>
          <p:spPr>
            <a:xfrm>
              <a:off x="-3935969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</p:grpSp>
      <p:sp>
        <p:nvSpPr>
          <p:cNvPr id="210" name="Hour">
            <a:extLst>
              <a:ext uri="{FF2B5EF4-FFF2-40B4-BE49-F238E27FC236}">
                <a16:creationId xmlns:a16="http://schemas.microsoft.com/office/drawing/2014/main" id="{A8B38D91-35E3-4452-A977-5A804D30224B}"/>
              </a:ext>
            </a:extLst>
          </p:cNvPr>
          <p:cNvSpPr/>
          <p:nvPr/>
        </p:nvSpPr>
        <p:spPr>
          <a:xfrm>
            <a:off x="977929" y="293647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17" name="Minute">
            <a:extLst>
              <a:ext uri="{FF2B5EF4-FFF2-40B4-BE49-F238E27FC236}">
                <a16:creationId xmlns:a16="http://schemas.microsoft.com/office/drawing/2014/main" id="{86BD6164-22A0-438D-A0DD-1C128C2CB82B}"/>
              </a:ext>
            </a:extLst>
          </p:cNvPr>
          <p:cNvSpPr/>
          <p:nvPr/>
        </p:nvSpPr>
        <p:spPr>
          <a:xfrm>
            <a:off x="1551643" y="293647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18" name="AM/PM">
            <a:extLst>
              <a:ext uri="{FF2B5EF4-FFF2-40B4-BE49-F238E27FC236}">
                <a16:creationId xmlns:a16="http://schemas.microsoft.com/office/drawing/2014/main" id="{FABBEDC8-AAFF-42E6-AF28-3DF6CE08117E}"/>
              </a:ext>
            </a:extLst>
          </p:cNvPr>
          <p:cNvSpPr/>
          <p:nvPr/>
        </p:nvSpPr>
        <p:spPr>
          <a:xfrm>
            <a:off x="2120361" y="293647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16</a:t>
            </a:r>
          </a:p>
        </p:txBody>
      </p:sp>
      <p:sp>
        <p:nvSpPr>
          <p:cNvPr id="219" name="Colon">
            <a:extLst>
              <a:ext uri="{FF2B5EF4-FFF2-40B4-BE49-F238E27FC236}">
                <a16:creationId xmlns:a16="http://schemas.microsoft.com/office/drawing/2014/main" id="{E54EAA1D-7F75-4403-B9B3-2320C6484656}"/>
              </a:ext>
            </a:extLst>
          </p:cNvPr>
          <p:cNvSpPr txBox="1"/>
          <p:nvPr/>
        </p:nvSpPr>
        <p:spPr>
          <a:xfrm>
            <a:off x="1326267" y="294534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20" name="Colon">
            <a:extLst>
              <a:ext uri="{FF2B5EF4-FFF2-40B4-BE49-F238E27FC236}">
                <a16:creationId xmlns:a16="http://schemas.microsoft.com/office/drawing/2014/main" id="{DA2F7E48-A677-45E2-9AAB-6E88CB6E907F}"/>
              </a:ext>
            </a:extLst>
          </p:cNvPr>
          <p:cNvSpPr txBox="1"/>
          <p:nvPr/>
        </p:nvSpPr>
        <p:spPr>
          <a:xfrm>
            <a:off x="1928556" y="294534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2FE57EEF-CA55-4250-A0AE-7CB1167D33BD}"/>
              </a:ext>
            </a:extLst>
          </p:cNvPr>
          <p:cNvSpPr txBox="1"/>
          <p:nvPr/>
        </p:nvSpPr>
        <p:spPr>
          <a:xfrm>
            <a:off x="1444811" y="3242667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2" name="Hour">
            <a:extLst>
              <a:ext uri="{FF2B5EF4-FFF2-40B4-BE49-F238E27FC236}">
                <a16:creationId xmlns:a16="http://schemas.microsoft.com/office/drawing/2014/main" id="{6AC41E8F-5DAC-4F23-A10C-83906C7CB1C9}"/>
              </a:ext>
            </a:extLst>
          </p:cNvPr>
          <p:cNvSpPr/>
          <p:nvPr/>
        </p:nvSpPr>
        <p:spPr>
          <a:xfrm>
            <a:off x="977929" y="3536549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23" name="Minute">
            <a:extLst>
              <a:ext uri="{FF2B5EF4-FFF2-40B4-BE49-F238E27FC236}">
                <a16:creationId xmlns:a16="http://schemas.microsoft.com/office/drawing/2014/main" id="{BC60C18A-5972-401C-8474-3CAE6D094B1C}"/>
              </a:ext>
            </a:extLst>
          </p:cNvPr>
          <p:cNvSpPr/>
          <p:nvPr/>
        </p:nvSpPr>
        <p:spPr>
          <a:xfrm>
            <a:off x="1551643" y="3536549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12</a:t>
            </a:r>
          </a:p>
        </p:txBody>
      </p:sp>
      <p:sp>
        <p:nvSpPr>
          <p:cNvPr id="224" name="AM/PM">
            <a:extLst>
              <a:ext uri="{FF2B5EF4-FFF2-40B4-BE49-F238E27FC236}">
                <a16:creationId xmlns:a16="http://schemas.microsoft.com/office/drawing/2014/main" id="{CE2E8231-AB14-4A3B-BD97-EA2BCAE9CB10}"/>
              </a:ext>
            </a:extLst>
          </p:cNvPr>
          <p:cNvSpPr/>
          <p:nvPr/>
        </p:nvSpPr>
        <p:spPr>
          <a:xfrm>
            <a:off x="2120361" y="3536549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15</a:t>
            </a:r>
          </a:p>
        </p:txBody>
      </p:sp>
      <p:sp>
        <p:nvSpPr>
          <p:cNvPr id="225" name="Colon">
            <a:extLst>
              <a:ext uri="{FF2B5EF4-FFF2-40B4-BE49-F238E27FC236}">
                <a16:creationId xmlns:a16="http://schemas.microsoft.com/office/drawing/2014/main" id="{672CEF6B-073C-4E11-AA01-946314384EBA}"/>
              </a:ext>
            </a:extLst>
          </p:cNvPr>
          <p:cNvSpPr txBox="1"/>
          <p:nvPr/>
        </p:nvSpPr>
        <p:spPr>
          <a:xfrm>
            <a:off x="1326267" y="3545420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26" name="Colon">
            <a:extLst>
              <a:ext uri="{FF2B5EF4-FFF2-40B4-BE49-F238E27FC236}">
                <a16:creationId xmlns:a16="http://schemas.microsoft.com/office/drawing/2014/main" id="{0318E173-233E-47FA-8FDC-3CB4065931AE}"/>
              </a:ext>
            </a:extLst>
          </p:cNvPr>
          <p:cNvSpPr txBox="1"/>
          <p:nvPr/>
        </p:nvSpPr>
        <p:spPr>
          <a:xfrm>
            <a:off x="1928556" y="3545420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AB0C8807-12F8-479B-863C-C765DC4F8053}"/>
              </a:ext>
            </a:extLst>
          </p:cNvPr>
          <p:cNvSpPr/>
          <p:nvPr/>
        </p:nvSpPr>
        <p:spPr bwMode="auto">
          <a:xfrm>
            <a:off x="322893" y="4382434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9" name="Hour">
            <a:extLst>
              <a:ext uri="{FF2B5EF4-FFF2-40B4-BE49-F238E27FC236}">
                <a16:creationId xmlns:a16="http://schemas.microsoft.com/office/drawing/2014/main" id="{ED97C677-9365-4995-94DD-5E7F11784F7C}"/>
              </a:ext>
            </a:extLst>
          </p:cNvPr>
          <p:cNvSpPr/>
          <p:nvPr/>
        </p:nvSpPr>
        <p:spPr>
          <a:xfrm>
            <a:off x="977929" y="404965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30" name="Minute">
            <a:extLst>
              <a:ext uri="{FF2B5EF4-FFF2-40B4-BE49-F238E27FC236}">
                <a16:creationId xmlns:a16="http://schemas.microsoft.com/office/drawing/2014/main" id="{79B76678-F80E-4EF1-8BFD-93CAD563933D}"/>
              </a:ext>
            </a:extLst>
          </p:cNvPr>
          <p:cNvSpPr/>
          <p:nvPr/>
        </p:nvSpPr>
        <p:spPr>
          <a:xfrm>
            <a:off x="1551643" y="4049657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231" name="AM/PM">
            <a:extLst>
              <a:ext uri="{FF2B5EF4-FFF2-40B4-BE49-F238E27FC236}">
                <a16:creationId xmlns:a16="http://schemas.microsoft.com/office/drawing/2014/main" id="{52CAAB23-77AA-40AA-AF66-B044B45541CB}"/>
              </a:ext>
            </a:extLst>
          </p:cNvPr>
          <p:cNvSpPr/>
          <p:nvPr/>
        </p:nvSpPr>
        <p:spPr>
          <a:xfrm>
            <a:off x="2120361" y="404965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16</a:t>
            </a:r>
          </a:p>
        </p:txBody>
      </p:sp>
      <p:sp>
        <p:nvSpPr>
          <p:cNvPr id="232" name="Colon">
            <a:extLst>
              <a:ext uri="{FF2B5EF4-FFF2-40B4-BE49-F238E27FC236}">
                <a16:creationId xmlns:a16="http://schemas.microsoft.com/office/drawing/2014/main" id="{EB2EA618-5DF8-4E57-9915-A9EBC6A35F1D}"/>
              </a:ext>
            </a:extLst>
          </p:cNvPr>
          <p:cNvSpPr txBox="1"/>
          <p:nvPr/>
        </p:nvSpPr>
        <p:spPr>
          <a:xfrm>
            <a:off x="1326267" y="4058528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33" name="Colon">
            <a:extLst>
              <a:ext uri="{FF2B5EF4-FFF2-40B4-BE49-F238E27FC236}">
                <a16:creationId xmlns:a16="http://schemas.microsoft.com/office/drawing/2014/main" id="{FCF40763-B4C2-45C0-ADC7-4F218DF0EE16}"/>
              </a:ext>
            </a:extLst>
          </p:cNvPr>
          <p:cNvSpPr txBox="1"/>
          <p:nvPr/>
        </p:nvSpPr>
        <p:spPr>
          <a:xfrm>
            <a:off x="1928556" y="4058528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9C60C66E-F327-4FB3-AB37-D2D4E76B5E80}"/>
              </a:ext>
            </a:extLst>
          </p:cNvPr>
          <p:cNvSpPr txBox="1"/>
          <p:nvPr/>
        </p:nvSpPr>
        <p:spPr>
          <a:xfrm>
            <a:off x="1444811" y="4355850"/>
            <a:ext cx="5115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5" name="Hour">
            <a:extLst>
              <a:ext uri="{FF2B5EF4-FFF2-40B4-BE49-F238E27FC236}">
                <a16:creationId xmlns:a16="http://schemas.microsoft.com/office/drawing/2014/main" id="{F41AAC61-4D87-4FA4-A036-765CC40B089C}"/>
              </a:ext>
            </a:extLst>
          </p:cNvPr>
          <p:cNvSpPr/>
          <p:nvPr/>
        </p:nvSpPr>
        <p:spPr>
          <a:xfrm>
            <a:off x="977929" y="464973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36" name="Minute">
            <a:extLst>
              <a:ext uri="{FF2B5EF4-FFF2-40B4-BE49-F238E27FC236}">
                <a16:creationId xmlns:a16="http://schemas.microsoft.com/office/drawing/2014/main" id="{30432008-7C11-4679-B04A-B2342A59835A}"/>
              </a:ext>
            </a:extLst>
          </p:cNvPr>
          <p:cNvSpPr/>
          <p:nvPr/>
        </p:nvSpPr>
        <p:spPr>
          <a:xfrm>
            <a:off x="1551643" y="4649732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237" name="AM/PM">
            <a:extLst>
              <a:ext uri="{FF2B5EF4-FFF2-40B4-BE49-F238E27FC236}">
                <a16:creationId xmlns:a16="http://schemas.microsoft.com/office/drawing/2014/main" id="{C08E4AFB-EA9C-43FC-BEE6-407B842FC6C8}"/>
              </a:ext>
            </a:extLst>
          </p:cNvPr>
          <p:cNvSpPr/>
          <p:nvPr/>
        </p:nvSpPr>
        <p:spPr>
          <a:xfrm>
            <a:off x="2120361" y="4649732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15</a:t>
            </a:r>
          </a:p>
        </p:txBody>
      </p:sp>
      <p:sp>
        <p:nvSpPr>
          <p:cNvPr id="244" name="Colon">
            <a:extLst>
              <a:ext uri="{FF2B5EF4-FFF2-40B4-BE49-F238E27FC236}">
                <a16:creationId xmlns:a16="http://schemas.microsoft.com/office/drawing/2014/main" id="{C5E2D15C-4D95-424E-9E30-1D985C6ABCC2}"/>
              </a:ext>
            </a:extLst>
          </p:cNvPr>
          <p:cNvSpPr txBox="1"/>
          <p:nvPr/>
        </p:nvSpPr>
        <p:spPr>
          <a:xfrm>
            <a:off x="1326267" y="465860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45" name="Colon">
            <a:extLst>
              <a:ext uri="{FF2B5EF4-FFF2-40B4-BE49-F238E27FC236}">
                <a16:creationId xmlns:a16="http://schemas.microsoft.com/office/drawing/2014/main" id="{34316238-3278-46E8-94F3-BFF4DD7874E2}"/>
              </a:ext>
            </a:extLst>
          </p:cNvPr>
          <p:cNvSpPr txBox="1"/>
          <p:nvPr/>
        </p:nvSpPr>
        <p:spPr>
          <a:xfrm>
            <a:off x="1928556" y="465860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46" name="AutoShape 55">
            <a:extLst>
              <a:ext uri="{FF2B5EF4-FFF2-40B4-BE49-F238E27FC236}">
                <a16:creationId xmlns:a16="http://schemas.microsoft.com/office/drawing/2014/main" id="{A9F740D7-8A8E-46EE-805C-C464C692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96" y="1057942"/>
            <a:ext cx="1522250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환승장 운영시간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7" name="AutoShape 55">
            <a:extLst>
              <a:ext uri="{FF2B5EF4-FFF2-40B4-BE49-F238E27FC236}">
                <a16:creationId xmlns:a16="http://schemas.microsoft.com/office/drawing/2014/main" id="{AD6BDDCA-79EC-4A4D-BCA1-F6B51CEB7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5543" y="1049779"/>
            <a:ext cx="1037935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마지막 확정 시각 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9" name="AutoShape 55">
            <a:extLst>
              <a:ext uri="{FF2B5EF4-FFF2-40B4-BE49-F238E27FC236}">
                <a16:creationId xmlns:a16="http://schemas.microsoft.com/office/drawing/2014/main" id="{DE58DEB0-48C3-4C08-BB04-423100108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8264" y="1017871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2021-11-18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0" name="AutoShape 55">
            <a:extLst>
              <a:ext uri="{FF2B5EF4-FFF2-40B4-BE49-F238E27FC236}">
                <a16:creationId xmlns:a16="http://schemas.microsoft.com/office/drawing/2014/main" id="{FEE8D878-2C9B-479D-BBC5-E8A9612C2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542" y="5150875"/>
            <a:ext cx="439946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메모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51" name="표 250">
            <a:extLst>
              <a:ext uri="{FF2B5EF4-FFF2-40B4-BE49-F238E27FC236}">
                <a16:creationId xmlns:a16="http://schemas.microsoft.com/office/drawing/2014/main" id="{55511E00-04E8-414C-87C5-F34AED0FB8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5509884"/>
              </p:ext>
            </p:extLst>
          </p:nvPr>
        </p:nvGraphicFramePr>
        <p:xfrm>
          <a:off x="567227" y="5112584"/>
          <a:ext cx="9269513" cy="359559"/>
        </p:xfrm>
        <a:graphic>
          <a:graphicData uri="http://schemas.openxmlformats.org/drawingml/2006/table">
            <a:tbl>
              <a:tblPr/>
              <a:tblGrid>
                <a:gridCol w="9269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en-US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</a:t>
                      </a:r>
                      <a:r>
                        <a:rPr kumimoji="1" lang="ko-KR" altLang="en-U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</a:t>
                      </a:r>
                      <a:r>
                        <a:rPr kumimoji="1" lang="ko-KR" altLang="en-US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환승게이트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운영 변경으로 시간대를 조정함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2" name="Hour">
            <a:extLst>
              <a:ext uri="{FF2B5EF4-FFF2-40B4-BE49-F238E27FC236}">
                <a16:creationId xmlns:a16="http://schemas.microsoft.com/office/drawing/2014/main" id="{FE182533-C2DA-4952-B2F6-8408C314BB6B}"/>
              </a:ext>
            </a:extLst>
          </p:cNvPr>
          <p:cNvSpPr/>
          <p:nvPr/>
        </p:nvSpPr>
        <p:spPr>
          <a:xfrm>
            <a:off x="7113418" y="325444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253" name="Minute">
            <a:extLst>
              <a:ext uri="{FF2B5EF4-FFF2-40B4-BE49-F238E27FC236}">
                <a16:creationId xmlns:a16="http://schemas.microsoft.com/office/drawing/2014/main" id="{5CEC290C-7A3B-405B-BBD4-37DE7F7BC3BB}"/>
              </a:ext>
            </a:extLst>
          </p:cNvPr>
          <p:cNvSpPr/>
          <p:nvPr/>
        </p:nvSpPr>
        <p:spPr>
          <a:xfrm>
            <a:off x="7632094" y="325444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254" name="Colon">
            <a:extLst>
              <a:ext uri="{FF2B5EF4-FFF2-40B4-BE49-F238E27FC236}">
                <a16:creationId xmlns:a16="http://schemas.microsoft.com/office/drawing/2014/main" id="{17B375D7-6C00-4E0A-A14D-603A92AD153C}"/>
              </a:ext>
            </a:extLst>
          </p:cNvPr>
          <p:cNvSpPr txBox="1"/>
          <p:nvPr/>
        </p:nvSpPr>
        <p:spPr>
          <a:xfrm>
            <a:off x="7446663" y="3244387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55" name="Hour">
            <a:extLst>
              <a:ext uri="{FF2B5EF4-FFF2-40B4-BE49-F238E27FC236}">
                <a16:creationId xmlns:a16="http://schemas.microsoft.com/office/drawing/2014/main" id="{8C372D62-AB18-4F14-A02C-61FEA54BD1D1}"/>
              </a:ext>
            </a:extLst>
          </p:cNvPr>
          <p:cNvSpPr/>
          <p:nvPr/>
        </p:nvSpPr>
        <p:spPr>
          <a:xfrm>
            <a:off x="8064983" y="3252318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256" name="Minute">
            <a:extLst>
              <a:ext uri="{FF2B5EF4-FFF2-40B4-BE49-F238E27FC236}">
                <a16:creationId xmlns:a16="http://schemas.microsoft.com/office/drawing/2014/main" id="{CE02B7E1-51AF-4712-A03F-CE49093EA6D4}"/>
              </a:ext>
            </a:extLst>
          </p:cNvPr>
          <p:cNvSpPr/>
          <p:nvPr/>
        </p:nvSpPr>
        <p:spPr>
          <a:xfrm>
            <a:off x="8577309" y="3252318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57" name="Colon">
            <a:extLst>
              <a:ext uri="{FF2B5EF4-FFF2-40B4-BE49-F238E27FC236}">
                <a16:creationId xmlns:a16="http://schemas.microsoft.com/office/drawing/2014/main" id="{058AA03F-8105-4931-B612-E8D3D6539E45}"/>
              </a:ext>
            </a:extLst>
          </p:cNvPr>
          <p:cNvSpPr txBox="1"/>
          <p:nvPr/>
        </p:nvSpPr>
        <p:spPr>
          <a:xfrm>
            <a:off x="8385467" y="3261189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58" name="Colon">
            <a:extLst>
              <a:ext uri="{FF2B5EF4-FFF2-40B4-BE49-F238E27FC236}">
                <a16:creationId xmlns:a16="http://schemas.microsoft.com/office/drawing/2014/main" id="{AE88A301-C8B5-4A08-A6BB-F5212D136AC1}"/>
              </a:ext>
            </a:extLst>
          </p:cNvPr>
          <p:cNvSpPr txBox="1"/>
          <p:nvPr/>
        </p:nvSpPr>
        <p:spPr>
          <a:xfrm>
            <a:off x="7906519" y="3248846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59" name="Hour">
            <a:extLst>
              <a:ext uri="{FF2B5EF4-FFF2-40B4-BE49-F238E27FC236}">
                <a16:creationId xmlns:a16="http://schemas.microsoft.com/office/drawing/2014/main" id="{1B6C6D73-E679-44F1-98B6-CE1A00248948}"/>
              </a:ext>
            </a:extLst>
          </p:cNvPr>
          <p:cNvSpPr/>
          <p:nvPr/>
        </p:nvSpPr>
        <p:spPr>
          <a:xfrm>
            <a:off x="3488553" y="329829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60" name="Minute">
            <a:extLst>
              <a:ext uri="{FF2B5EF4-FFF2-40B4-BE49-F238E27FC236}">
                <a16:creationId xmlns:a16="http://schemas.microsoft.com/office/drawing/2014/main" id="{C1C29A9E-C389-4B2C-B448-E3DDE8450EF6}"/>
              </a:ext>
            </a:extLst>
          </p:cNvPr>
          <p:cNvSpPr/>
          <p:nvPr/>
        </p:nvSpPr>
        <p:spPr>
          <a:xfrm>
            <a:off x="4007229" y="3298297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61" name="Colon">
            <a:extLst>
              <a:ext uri="{FF2B5EF4-FFF2-40B4-BE49-F238E27FC236}">
                <a16:creationId xmlns:a16="http://schemas.microsoft.com/office/drawing/2014/main" id="{622458D1-CA56-4D96-BE4F-7555A5D25B80}"/>
              </a:ext>
            </a:extLst>
          </p:cNvPr>
          <p:cNvSpPr txBox="1"/>
          <p:nvPr/>
        </p:nvSpPr>
        <p:spPr>
          <a:xfrm>
            <a:off x="3821798" y="3288244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62" name="Hour">
            <a:extLst>
              <a:ext uri="{FF2B5EF4-FFF2-40B4-BE49-F238E27FC236}">
                <a16:creationId xmlns:a16="http://schemas.microsoft.com/office/drawing/2014/main" id="{9AE6BFE6-7A38-4B24-AA77-A74211BAFAAD}"/>
              </a:ext>
            </a:extLst>
          </p:cNvPr>
          <p:cNvSpPr/>
          <p:nvPr/>
        </p:nvSpPr>
        <p:spPr>
          <a:xfrm>
            <a:off x="4440118" y="329617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276" name="Minute">
            <a:extLst>
              <a:ext uri="{FF2B5EF4-FFF2-40B4-BE49-F238E27FC236}">
                <a16:creationId xmlns:a16="http://schemas.microsoft.com/office/drawing/2014/main" id="{91C1B6C1-92FF-4A7E-B979-463FF8F903BE}"/>
              </a:ext>
            </a:extLst>
          </p:cNvPr>
          <p:cNvSpPr/>
          <p:nvPr/>
        </p:nvSpPr>
        <p:spPr>
          <a:xfrm>
            <a:off x="4952444" y="3296175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83" name="Colon">
            <a:extLst>
              <a:ext uri="{FF2B5EF4-FFF2-40B4-BE49-F238E27FC236}">
                <a16:creationId xmlns:a16="http://schemas.microsoft.com/office/drawing/2014/main" id="{31FDE015-DE11-4E02-A3D2-433557FAD315}"/>
              </a:ext>
            </a:extLst>
          </p:cNvPr>
          <p:cNvSpPr txBox="1"/>
          <p:nvPr/>
        </p:nvSpPr>
        <p:spPr>
          <a:xfrm>
            <a:off x="4760602" y="3305046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84" name="Colon">
            <a:extLst>
              <a:ext uri="{FF2B5EF4-FFF2-40B4-BE49-F238E27FC236}">
                <a16:creationId xmlns:a16="http://schemas.microsoft.com/office/drawing/2014/main" id="{22A87B3E-8E13-47FF-A9F4-1F6EE06C4FBE}"/>
              </a:ext>
            </a:extLst>
          </p:cNvPr>
          <p:cNvSpPr txBox="1"/>
          <p:nvPr/>
        </p:nvSpPr>
        <p:spPr>
          <a:xfrm>
            <a:off x="4281654" y="3292703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85" name="Hour">
            <a:extLst>
              <a:ext uri="{FF2B5EF4-FFF2-40B4-BE49-F238E27FC236}">
                <a16:creationId xmlns:a16="http://schemas.microsoft.com/office/drawing/2014/main" id="{CFEBADCB-09CE-4B51-8E10-23605BCA1EB8}"/>
              </a:ext>
            </a:extLst>
          </p:cNvPr>
          <p:cNvSpPr/>
          <p:nvPr/>
        </p:nvSpPr>
        <p:spPr>
          <a:xfrm>
            <a:off x="6875045" y="2043525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286" name="Minute">
            <a:extLst>
              <a:ext uri="{FF2B5EF4-FFF2-40B4-BE49-F238E27FC236}">
                <a16:creationId xmlns:a16="http://schemas.microsoft.com/office/drawing/2014/main" id="{89101EB1-2BC4-4F1F-8D69-CFAED2D96FC3}"/>
              </a:ext>
            </a:extLst>
          </p:cNvPr>
          <p:cNvSpPr/>
          <p:nvPr/>
        </p:nvSpPr>
        <p:spPr>
          <a:xfrm>
            <a:off x="7360769" y="2043525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287" name="Colon">
            <a:extLst>
              <a:ext uri="{FF2B5EF4-FFF2-40B4-BE49-F238E27FC236}">
                <a16:creationId xmlns:a16="http://schemas.microsoft.com/office/drawing/2014/main" id="{D0C314FE-4F3B-4E25-A17C-0593F26E3532}"/>
              </a:ext>
            </a:extLst>
          </p:cNvPr>
          <p:cNvSpPr txBox="1"/>
          <p:nvPr/>
        </p:nvSpPr>
        <p:spPr>
          <a:xfrm>
            <a:off x="7191814" y="2033472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88" name="Hour">
            <a:extLst>
              <a:ext uri="{FF2B5EF4-FFF2-40B4-BE49-F238E27FC236}">
                <a16:creationId xmlns:a16="http://schemas.microsoft.com/office/drawing/2014/main" id="{A74EB048-0398-4350-B3FD-6E1D608D6385}"/>
              </a:ext>
            </a:extLst>
          </p:cNvPr>
          <p:cNvSpPr/>
          <p:nvPr/>
        </p:nvSpPr>
        <p:spPr>
          <a:xfrm>
            <a:off x="7916675" y="204198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10</a:t>
            </a:r>
          </a:p>
        </p:txBody>
      </p:sp>
      <p:sp>
        <p:nvSpPr>
          <p:cNvPr id="289" name="Minute">
            <a:extLst>
              <a:ext uri="{FF2B5EF4-FFF2-40B4-BE49-F238E27FC236}">
                <a16:creationId xmlns:a16="http://schemas.microsoft.com/office/drawing/2014/main" id="{FAF4C176-9612-4BA0-B0EB-28DA161FE668}"/>
              </a:ext>
            </a:extLst>
          </p:cNvPr>
          <p:cNvSpPr/>
          <p:nvPr/>
        </p:nvSpPr>
        <p:spPr>
          <a:xfrm>
            <a:off x="8404287" y="204198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90" name="Colon">
            <a:extLst>
              <a:ext uri="{FF2B5EF4-FFF2-40B4-BE49-F238E27FC236}">
                <a16:creationId xmlns:a16="http://schemas.microsoft.com/office/drawing/2014/main" id="{0138AC55-152D-40A0-B7E3-76E4E0EC6D99}"/>
              </a:ext>
            </a:extLst>
          </p:cNvPr>
          <p:cNvSpPr txBox="1"/>
          <p:nvPr/>
        </p:nvSpPr>
        <p:spPr>
          <a:xfrm>
            <a:off x="8245397" y="2050857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91" name="Colon">
            <a:extLst>
              <a:ext uri="{FF2B5EF4-FFF2-40B4-BE49-F238E27FC236}">
                <a16:creationId xmlns:a16="http://schemas.microsoft.com/office/drawing/2014/main" id="{A36F2720-2AC4-472C-AF2A-FD9935218102}"/>
              </a:ext>
            </a:extLst>
          </p:cNvPr>
          <p:cNvSpPr txBox="1"/>
          <p:nvPr/>
        </p:nvSpPr>
        <p:spPr>
          <a:xfrm>
            <a:off x="7694815" y="2036791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A9FBB26D-AB70-4A2A-B893-BDED27EE6603}"/>
              </a:ext>
            </a:extLst>
          </p:cNvPr>
          <p:cNvSpPr txBox="1"/>
          <p:nvPr/>
        </p:nvSpPr>
        <p:spPr>
          <a:xfrm>
            <a:off x="8849771" y="1798357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296" name="Hour">
            <a:extLst>
              <a:ext uri="{FF2B5EF4-FFF2-40B4-BE49-F238E27FC236}">
                <a16:creationId xmlns:a16="http://schemas.microsoft.com/office/drawing/2014/main" id="{1086062B-2B46-4D15-9388-0E931BA939CD}"/>
              </a:ext>
            </a:extLst>
          </p:cNvPr>
          <p:cNvSpPr/>
          <p:nvPr/>
        </p:nvSpPr>
        <p:spPr>
          <a:xfrm>
            <a:off x="3489678" y="220293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97" name="Minute">
            <a:extLst>
              <a:ext uri="{FF2B5EF4-FFF2-40B4-BE49-F238E27FC236}">
                <a16:creationId xmlns:a16="http://schemas.microsoft.com/office/drawing/2014/main" id="{ACCC5F7F-1963-4D0F-AB64-38525A52991F}"/>
              </a:ext>
            </a:extLst>
          </p:cNvPr>
          <p:cNvSpPr/>
          <p:nvPr/>
        </p:nvSpPr>
        <p:spPr>
          <a:xfrm>
            <a:off x="3975402" y="220293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298" name="Colon">
            <a:extLst>
              <a:ext uri="{FF2B5EF4-FFF2-40B4-BE49-F238E27FC236}">
                <a16:creationId xmlns:a16="http://schemas.microsoft.com/office/drawing/2014/main" id="{CB47B0A7-0ADD-4D8E-956E-9DC1391962C1}"/>
              </a:ext>
            </a:extLst>
          </p:cNvPr>
          <p:cNvSpPr txBox="1"/>
          <p:nvPr/>
        </p:nvSpPr>
        <p:spPr>
          <a:xfrm>
            <a:off x="3806447" y="2192883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299" name="Hour">
            <a:extLst>
              <a:ext uri="{FF2B5EF4-FFF2-40B4-BE49-F238E27FC236}">
                <a16:creationId xmlns:a16="http://schemas.microsoft.com/office/drawing/2014/main" id="{994D7F94-CE1C-49FC-87A9-6427363FF41E}"/>
              </a:ext>
            </a:extLst>
          </p:cNvPr>
          <p:cNvSpPr/>
          <p:nvPr/>
        </p:nvSpPr>
        <p:spPr>
          <a:xfrm>
            <a:off x="4531308" y="2201397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00" name="Minute">
            <a:extLst>
              <a:ext uri="{FF2B5EF4-FFF2-40B4-BE49-F238E27FC236}">
                <a16:creationId xmlns:a16="http://schemas.microsoft.com/office/drawing/2014/main" id="{FB07CCF2-8D5A-4581-A785-A89DF409F69E}"/>
              </a:ext>
            </a:extLst>
          </p:cNvPr>
          <p:cNvSpPr/>
          <p:nvPr/>
        </p:nvSpPr>
        <p:spPr>
          <a:xfrm>
            <a:off x="5018920" y="2201397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01" name="Colon">
            <a:extLst>
              <a:ext uri="{FF2B5EF4-FFF2-40B4-BE49-F238E27FC236}">
                <a16:creationId xmlns:a16="http://schemas.microsoft.com/office/drawing/2014/main" id="{16800C05-204C-4A4C-B5F1-7A9B434D9628}"/>
              </a:ext>
            </a:extLst>
          </p:cNvPr>
          <p:cNvSpPr txBox="1"/>
          <p:nvPr/>
        </p:nvSpPr>
        <p:spPr>
          <a:xfrm>
            <a:off x="4860030" y="2210268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02" name="Colon">
            <a:extLst>
              <a:ext uri="{FF2B5EF4-FFF2-40B4-BE49-F238E27FC236}">
                <a16:creationId xmlns:a16="http://schemas.microsoft.com/office/drawing/2014/main" id="{79645E62-B1FE-4F3E-96E6-9E4238F874C9}"/>
              </a:ext>
            </a:extLst>
          </p:cNvPr>
          <p:cNvSpPr txBox="1"/>
          <p:nvPr/>
        </p:nvSpPr>
        <p:spPr>
          <a:xfrm>
            <a:off x="4309448" y="2196202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03" name="Hour">
            <a:extLst>
              <a:ext uri="{FF2B5EF4-FFF2-40B4-BE49-F238E27FC236}">
                <a16:creationId xmlns:a16="http://schemas.microsoft.com/office/drawing/2014/main" id="{1858B50B-6C9D-40F3-AEFB-8E76A29464E1}"/>
              </a:ext>
            </a:extLst>
          </p:cNvPr>
          <p:cNvSpPr/>
          <p:nvPr/>
        </p:nvSpPr>
        <p:spPr>
          <a:xfrm>
            <a:off x="7097270" y="4156360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06</a:t>
            </a:r>
          </a:p>
        </p:txBody>
      </p:sp>
      <p:sp>
        <p:nvSpPr>
          <p:cNvPr id="304" name="Minute">
            <a:extLst>
              <a:ext uri="{FF2B5EF4-FFF2-40B4-BE49-F238E27FC236}">
                <a16:creationId xmlns:a16="http://schemas.microsoft.com/office/drawing/2014/main" id="{7373EA53-F31A-4B2A-B4E9-F10009DFEA81}"/>
              </a:ext>
            </a:extLst>
          </p:cNvPr>
          <p:cNvSpPr/>
          <p:nvPr/>
        </p:nvSpPr>
        <p:spPr>
          <a:xfrm>
            <a:off x="7615946" y="4156360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05" name="Colon">
            <a:extLst>
              <a:ext uri="{FF2B5EF4-FFF2-40B4-BE49-F238E27FC236}">
                <a16:creationId xmlns:a16="http://schemas.microsoft.com/office/drawing/2014/main" id="{FC0FED96-63E7-4004-A273-DE19B932FCC5}"/>
              </a:ext>
            </a:extLst>
          </p:cNvPr>
          <p:cNvSpPr txBox="1"/>
          <p:nvPr/>
        </p:nvSpPr>
        <p:spPr>
          <a:xfrm>
            <a:off x="7430515" y="4146307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06" name="Hour">
            <a:extLst>
              <a:ext uri="{FF2B5EF4-FFF2-40B4-BE49-F238E27FC236}">
                <a16:creationId xmlns:a16="http://schemas.microsoft.com/office/drawing/2014/main" id="{10315D7C-F662-428C-BB55-6A81C07E0782}"/>
              </a:ext>
            </a:extLst>
          </p:cNvPr>
          <p:cNvSpPr/>
          <p:nvPr/>
        </p:nvSpPr>
        <p:spPr>
          <a:xfrm>
            <a:off x="8048835" y="4154238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307" name="Minute">
            <a:extLst>
              <a:ext uri="{FF2B5EF4-FFF2-40B4-BE49-F238E27FC236}">
                <a16:creationId xmlns:a16="http://schemas.microsoft.com/office/drawing/2014/main" id="{38463410-FC2D-4FF9-90F7-BBA1BA1AA933}"/>
              </a:ext>
            </a:extLst>
          </p:cNvPr>
          <p:cNvSpPr/>
          <p:nvPr/>
        </p:nvSpPr>
        <p:spPr>
          <a:xfrm>
            <a:off x="8561161" y="4154238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08" name="Colon">
            <a:extLst>
              <a:ext uri="{FF2B5EF4-FFF2-40B4-BE49-F238E27FC236}">
                <a16:creationId xmlns:a16="http://schemas.microsoft.com/office/drawing/2014/main" id="{5F5BAB53-ACF7-4061-92A7-339AB0CECEC0}"/>
              </a:ext>
            </a:extLst>
          </p:cNvPr>
          <p:cNvSpPr txBox="1"/>
          <p:nvPr/>
        </p:nvSpPr>
        <p:spPr>
          <a:xfrm>
            <a:off x="8369319" y="4163109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09" name="Colon">
            <a:extLst>
              <a:ext uri="{FF2B5EF4-FFF2-40B4-BE49-F238E27FC236}">
                <a16:creationId xmlns:a16="http://schemas.microsoft.com/office/drawing/2014/main" id="{4FBAB834-C99C-4816-A43F-D061E1D07BA6}"/>
              </a:ext>
            </a:extLst>
          </p:cNvPr>
          <p:cNvSpPr txBox="1"/>
          <p:nvPr/>
        </p:nvSpPr>
        <p:spPr>
          <a:xfrm>
            <a:off x="7890371" y="4150766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10" name="Hour">
            <a:extLst>
              <a:ext uri="{FF2B5EF4-FFF2-40B4-BE49-F238E27FC236}">
                <a16:creationId xmlns:a16="http://schemas.microsoft.com/office/drawing/2014/main" id="{31D595B8-8C19-4D61-8E2D-7B002474667E}"/>
              </a:ext>
            </a:extLst>
          </p:cNvPr>
          <p:cNvSpPr/>
          <p:nvPr/>
        </p:nvSpPr>
        <p:spPr>
          <a:xfrm>
            <a:off x="7097270" y="4506781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12</a:t>
            </a:r>
          </a:p>
        </p:txBody>
      </p:sp>
      <p:sp>
        <p:nvSpPr>
          <p:cNvPr id="311" name="Minute">
            <a:extLst>
              <a:ext uri="{FF2B5EF4-FFF2-40B4-BE49-F238E27FC236}">
                <a16:creationId xmlns:a16="http://schemas.microsoft.com/office/drawing/2014/main" id="{77DF67EB-D4DC-436B-9DC9-0EED9555A491}"/>
              </a:ext>
            </a:extLst>
          </p:cNvPr>
          <p:cNvSpPr/>
          <p:nvPr/>
        </p:nvSpPr>
        <p:spPr>
          <a:xfrm>
            <a:off x="7615946" y="4506781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30</a:t>
            </a:r>
          </a:p>
        </p:txBody>
      </p:sp>
      <p:sp>
        <p:nvSpPr>
          <p:cNvPr id="312" name="Colon">
            <a:extLst>
              <a:ext uri="{FF2B5EF4-FFF2-40B4-BE49-F238E27FC236}">
                <a16:creationId xmlns:a16="http://schemas.microsoft.com/office/drawing/2014/main" id="{065B2F74-9813-4833-ACFF-BCE1F2511970}"/>
              </a:ext>
            </a:extLst>
          </p:cNvPr>
          <p:cNvSpPr txBox="1"/>
          <p:nvPr/>
        </p:nvSpPr>
        <p:spPr>
          <a:xfrm>
            <a:off x="7430515" y="4496728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13" name="Hour">
            <a:extLst>
              <a:ext uri="{FF2B5EF4-FFF2-40B4-BE49-F238E27FC236}">
                <a16:creationId xmlns:a16="http://schemas.microsoft.com/office/drawing/2014/main" id="{DB7D0541-2911-438B-9543-627C472C60A9}"/>
              </a:ext>
            </a:extLst>
          </p:cNvPr>
          <p:cNvSpPr/>
          <p:nvPr/>
        </p:nvSpPr>
        <p:spPr>
          <a:xfrm>
            <a:off x="8048835" y="4504659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314" name="Minute">
            <a:extLst>
              <a:ext uri="{FF2B5EF4-FFF2-40B4-BE49-F238E27FC236}">
                <a16:creationId xmlns:a16="http://schemas.microsoft.com/office/drawing/2014/main" id="{C567AFF0-219D-40A5-BDFC-742EB4A197B0}"/>
              </a:ext>
            </a:extLst>
          </p:cNvPr>
          <p:cNvSpPr/>
          <p:nvPr/>
        </p:nvSpPr>
        <p:spPr>
          <a:xfrm>
            <a:off x="8561161" y="4504659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15" name="Colon">
            <a:extLst>
              <a:ext uri="{FF2B5EF4-FFF2-40B4-BE49-F238E27FC236}">
                <a16:creationId xmlns:a16="http://schemas.microsoft.com/office/drawing/2014/main" id="{7A6DDCF9-9EEB-47A2-A7F3-D9B1BD518503}"/>
              </a:ext>
            </a:extLst>
          </p:cNvPr>
          <p:cNvSpPr txBox="1"/>
          <p:nvPr/>
        </p:nvSpPr>
        <p:spPr>
          <a:xfrm>
            <a:off x="8369319" y="4513530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16" name="Colon">
            <a:extLst>
              <a:ext uri="{FF2B5EF4-FFF2-40B4-BE49-F238E27FC236}">
                <a16:creationId xmlns:a16="http://schemas.microsoft.com/office/drawing/2014/main" id="{6436721C-9DFA-4F65-A9BA-AD468A820E78}"/>
              </a:ext>
            </a:extLst>
          </p:cNvPr>
          <p:cNvSpPr txBox="1"/>
          <p:nvPr/>
        </p:nvSpPr>
        <p:spPr>
          <a:xfrm>
            <a:off x="7890371" y="4501187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17" name="Hour">
            <a:extLst>
              <a:ext uri="{FF2B5EF4-FFF2-40B4-BE49-F238E27FC236}">
                <a16:creationId xmlns:a16="http://schemas.microsoft.com/office/drawing/2014/main" id="{20FA1318-8572-42CB-94ED-87D01F23A359}"/>
              </a:ext>
            </a:extLst>
          </p:cNvPr>
          <p:cNvSpPr/>
          <p:nvPr/>
        </p:nvSpPr>
        <p:spPr>
          <a:xfrm>
            <a:off x="3509928" y="4382026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18" name="Minute">
            <a:extLst>
              <a:ext uri="{FF2B5EF4-FFF2-40B4-BE49-F238E27FC236}">
                <a16:creationId xmlns:a16="http://schemas.microsoft.com/office/drawing/2014/main" id="{D4A38C92-ADB9-4CDB-B091-365ECEB66ABD}"/>
              </a:ext>
            </a:extLst>
          </p:cNvPr>
          <p:cNvSpPr/>
          <p:nvPr/>
        </p:nvSpPr>
        <p:spPr>
          <a:xfrm>
            <a:off x="4028604" y="4382026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19" name="Colon">
            <a:extLst>
              <a:ext uri="{FF2B5EF4-FFF2-40B4-BE49-F238E27FC236}">
                <a16:creationId xmlns:a16="http://schemas.microsoft.com/office/drawing/2014/main" id="{09D5106B-C83F-40C9-82D1-404C926A0D55}"/>
              </a:ext>
            </a:extLst>
          </p:cNvPr>
          <p:cNvSpPr txBox="1"/>
          <p:nvPr/>
        </p:nvSpPr>
        <p:spPr>
          <a:xfrm>
            <a:off x="3843173" y="4371973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20" name="Hour">
            <a:extLst>
              <a:ext uri="{FF2B5EF4-FFF2-40B4-BE49-F238E27FC236}">
                <a16:creationId xmlns:a16="http://schemas.microsoft.com/office/drawing/2014/main" id="{37B3C6F0-FE47-446E-A361-1847C941E6C6}"/>
              </a:ext>
            </a:extLst>
          </p:cNvPr>
          <p:cNvSpPr/>
          <p:nvPr/>
        </p:nvSpPr>
        <p:spPr>
          <a:xfrm>
            <a:off x="4461493" y="437990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24</a:t>
            </a:r>
          </a:p>
        </p:txBody>
      </p:sp>
      <p:sp>
        <p:nvSpPr>
          <p:cNvPr id="321" name="Minute">
            <a:extLst>
              <a:ext uri="{FF2B5EF4-FFF2-40B4-BE49-F238E27FC236}">
                <a16:creationId xmlns:a16="http://schemas.microsoft.com/office/drawing/2014/main" id="{C934A0AC-7DFA-48C7-8C28-4A01FD877BD9}"/>
              </a:ext>
            </a:extLst>
          </p:cNvPr>
          <p:cNvSpPr/>
          <p:nvPr/>
        </p:nvSpPr>
        <p:spPr>
          <a:xfrm>
            <a:off x="4973819" y="437990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25" name="Colon">
            <a:extLst>
              <a:ext uri="{FF2B5EF4-FFF2-40B4-BE49-F238E27FC236}">
                <a16:creationId xmlns:a16="http://schemas.microsoft.com/office/drawing/2014/main" id="{1E874266-77C5-4192-B94B-93D66404F9EF}"/>
              </a:ext>
            </a:extLst>
          </p:cNvPr>
          <p:cNvSpPr txBox="1"/>
          <p:nvPr/>
        </p:nvSpPr>
        <p:spPr>
          <a:xfrm>
            <a:off x="4781977" y="4388775"/>
            <a:ext cx="181396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26" name="Colon">
            <a:extLst>
              <a:ext uri="{FF2B5EF4-FFF2-40B4-BE49-F238E27FC236}">
                <a16:creationId xmlns:a16="http://schemas.microsoft.com/office/drawing/2014/main" id="{E9F43BDB-A879-4B24-A017-C6EC4A6F6C2B}"/>
              </a:ext>
            </a:extLst>
          </p:cNvPr>
          <p:cNvSpPr txBox="1"/>
          <p:nvPr/>
        </p:nvSpPr>
        <p:spPr>
          <a:xfrm>
            <a:off x="4303029" y="4376432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27" name="Hour">
            <a:extLst>
              <a:ext uri="{FF2B5EF4-FFF2-40B4-BE49-F238E27FC236}">
                <a16:creationId xmlns:a16="http://schemas.microsoft.com/office/drawing/2014/main" id="{13EF0144-F104-4EE7-82CF-59E4CB909F18}"/>
              </a:ext>
            </a:extLst>
          </p:cNvPr>
          <p:cNvSpPr/>
          <p:nvPr/>
        </p:nvSpPr>
        <p:spPr>
          <a:xfrm>
            <a:off x="6875045" y="2474283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11</a:t>
            </a:r>
          </a:p>
        </p:txBody>
      </p:sp>
      <p:sp>
        <p:nvSpPr>
          <p:cNvPr id="328" name="Minute">
            <a:extLst>
              <a:ext uri="{FF2B5EF4-FFF2-40B4-BE49-F238E27FC236}">
                <a16:creationId xmlns:a16="http://schemas.microsoft.com/office/drawing/2014/main" id="{D2A3B77C-FD97-46A8-8D29-8BA5AA40F301}"/>
              </a:ext>
            </a:extLst>
          </p:cNvPr>
          <p:cNvSpPr/>
          <p:nvPr/>
        </p:nvSpPr>
        <p:spPr>
          <a:xfrm>
            <a:off x="7360769" y="2474283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29" name="Colon">
            <a:extLst>
              <a:ext uri="{FF2B5EF4-FFF2-40B4-BE49-F238E27FC236}">
                <a16:creationId xmlns:a16="http://schemas.microsoft.com/office/drawing/2014/main" id="{D7A518E5-1E24-41DF-BBF9-D9B795D28213}"/>
              </a:ext>
            </a:extLst>
          </p:cNvPr>
          <p:cNvSpPr txBox="1"/>
          <p:nvPr/>
        </p:nvSpPr>
        <p:spPr>
          <a:xfrm>
            <a:off x="7191814" y="2464230"/>
            <a:ext cx="150822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30" name="Hour">
            <a:extLst>
              <a:ext uri="{FF2B5EF4-FFF2-40B4-BE49-F238E27FC236}">
                <a16:creationId xmlns:a16="http://schemas.microsoft.com/office/drawing/2014/main" id="{536DF7DE-D5C5-463E-ADB8-CA896A0A42B7}"/>
              </a:ext>
            </a:extLst>
          </p:cNvPr>
          <p:cNvSpPr/>
          <p:nvPr/>
        </p:nvSpPr>
        <p:spPr>
          <a:xfrm>
            <a:off x="7916675" y="2472744"/>
            <a:ext cx="307263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20</a:t>
            </a:r>
          </a:p>
        </p:txBody>
      </p:sp>
      <p:sp>
        <p:nvSpPr>
          <p:cNvPr id="331" name="Minute">
            <a:extLst>
              <a:ext uri="{FF2B5EF4-FFF2-40B4-BE49-F238E27FC236}">
                <a16:creationId xmlns:a16="http://schemas.microsoft.com/office/drawing/2014/main" id="{BD11EDA6-7003-468E-96FC-36B17ACB70F4}"/>
              </a:ext>
            </a:extLst>
          </p:cNvPr>
          <p:cNvSpPr/>
          <p:nvPr/>
        </p:nvSpPr>
        <p:spPr>
          <a:xfrm>
            <a:off x="8404287" y="2472744"/>
            <a:ext cx="313748" cy="287258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00</a:t>
            </a:r>
          </a:p>
        </p:txBody>
      </p:sp>
      <p:sp>
        <p:nvSpPr>
          <p:cNvPr id="332" name="Colon">
            <a:extLst>
              <a:ext uri="{FF2B5EF4-FFF2-40B4-BE49-F238E27FC236}">
                <a16:creationId xmlns:a16="http://schemas.microsoft.com/office/drawing/2014/main" id="{C54A72DD-7CAA-4755-8E25-5A98924B09DF}"/>
              </a:ext>
            </a:extLst>
          </p:cNvPr>
          <p:cNvSpPr txBox="1"/>
          <p:nvPr/>
        </p:nvSpPr>
        <p:spPr>
          <a:xfrm>
            <a:off x="8245397" y="2481615"/>
            <a:ext cx="115558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:</a:t>
            </a:r>
          </a:p>
        </p:txBody>
      </p:sp>
      <p:sp>
        <p:nvSpPr>
          <p:cNvPr id="333" name="Colon">
            <a:extLst>
              <a:ext uri="{FF2B5EF4-FFF2-40B4-BE49-F238E27FC236}">
                <a16:creationId xmlns:a16="http://schemas.microsoft.com/office/drawing/2014/main" id="{E59C3778-1F95-4E07-B69F-57890A5B9503}"/>
              </a:ext>
            </a:extLst>
          </p:cNvPr>
          <p:cNvSpPr txBox="1"/>
          <p:nvPr/>
        </p:nvSpPr>
        <p:spPr>
          <a:xfrm>
            <a:off x="7694815" y="2467549"/>
            <a:ext cx="190407" cy="25853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~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468599DD-12A7-4BC5-AAC3-8400186685A3}"/>
              </a:ext>
            </a:extLst>
          </p:cNvPr>
          <p:cNvSpPr txBox="1"/>
          <p:nvPr/>
        </p:nvSpPr>
        <p:spPr>
          <a:xfrm>
            <a:off x="8849771" y="2500246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EFE3FC02-48CE-417F-8662-49811AF3D1C8}"/>
              </a:ext>
            </a:extLst>
          </p:cNvPr>
          <p:cNvSpPr txBox="1"/>
          <p:nvPr/>
        </p:nvSpPr>
        <p:spPr>
          <a:xfrm>
            <a:off x="8849771" y="2094852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48AC0F4E-2CEF-4A8A-931C-F88BB172DFF5}"/>
              </a:ext>
            </a:extLst>
          </p:cNvPr>
          <p:cNvSpPr txBox="1"/>
          <p:nvPr/>
        </p:nvSpPr>
        <p:spPr>
          <a:xfrm>
            <a:off x="5484856" y="1935396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F5FBA231-1C07-409A-A4DE-9AA506E9F9EA}"/>
              </a:ext>
            </a:extLst>
          </p:cNvPr>
          <p:cNvSpPr txBox="1"/>
          <p:nvPr/>
        </p:nvSpPr>
        <p:spPr>
          <a:xfrm>
            <a:off x="5483261" y="2231891"/>
            <a:ext cx="430192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graphicFrame>
        <p:nvGraphicFramePr>
          <p:cNvPr id="135" name="표 134">
            <a:extLst>
              <a:ext uri="{FF2B5EF4-FFF2-40B4-BE49-F238E27FC236}">
                <a16:creationId xmlns:a16="http://schemas.microsoft.com/office/drawing/2014/main" id="{EF9AECF8-F7EF-4472-9981-207F155762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909490"/>
              </p:ext>
            </p:extLst>
          </p:nvPr>
        </p:nvGraphicFramePr>
        <p:xfrm>
          <a:off x="170952" y="548799"/>
          <a:ext cx="2557312" cy="360000"/>
        </p:xfrm>
        <a:graphic>
          <a:graphicData uri="http://schemas.openxmlformats.org/drawingml/2006/table">
            <a:tbl>
              <a:tblPr firstRow="1" bandRow="1"/>
              <a:tblGrid>
                <a:gridCol w="12946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26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T1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터미널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42852">
                        <a:lumMod val="60000"/>
                        <a:lumOff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T2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터미널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2F4E81BF-68E3-4FDE-AE34-CDFFC0C01173}"/>
              </a:ext>
            </a:extLst>
          </p:cNvPr>
          <p:cNvCxnSpPr>
            <a:cxnSpLocks/>
          </p:cNvCxnSpPr>
          <p:nvPr/>
        </p:nvCxnSpPr>
        <p:spPr bwMode="auto">
          <a:xfrm>
            <a:off x="170952" y="908799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01A73FA4-48FB-496B-B3E2-2EBEE7310F74}"/>
              </a:ext>
            </a:extLst>
          </p:cNvPr>
          <p:cNvGrpSpPr/>
          <p:nvPr/>
        </p:nvGrpSpPr>
        <p:grpSpPr>
          <a:xfrm>
            <a:off x="9188420" y="574224"/>
            <a:ext cx="568700" cy="268517"/>
            <a:chOff x="2068007" y="2380735"/>
            <a:chExt cx="568700" cy="268517"/>
          </a:xfrm>
        </p:grpSpPr>
        <p:sp>
          <p:nvSpPr>
            <p:cNvPr id="144" name="AutoShape 55">
              <a:extLst>
                <a:ext uri="{FF2B5EF4-FFF2-40B4-BE49-F238E27FC236}">
                  <a16:creationId xmlns:a16="http://schemas.microsoft.com/office/drawing/2014/main" id="{7F54781E-BBB6-4130-A603-A7957A264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007" y="2380735"/>
              <a:ext cx="568700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Printer">
              <a:extLst>
                <a:ext uri="{FF2B5EF4-FFF2-40B4-BE49-F238E27FC236}">
                  <a16:creationId xmlns:a16="http://schemas.microsoft.com/office/drawing/2014/main" id="{DCE97AFB-9E2B-4C5C-92CA-93124C9D75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146881" y="2452763"/>
              <a:ext cx="132854" cy="132854"/>
            </a:xfrm>
            <a:custGeom>
              <a:avLst/>
              <a:gdLst>
                <a:gd name="T0" fmla="*/ 120 w 667"/>
                <a:gd name="T1" fmla="*/ 0 h 667"/>
                <a:gd name="T2" fmla="*/ 120 w 667"/>
                <a:gd name="T3" fmla="*/ 187 h 667"/>
                <a:gd name="T4" fmla="*/ 40 w 667"/>
                <a:gd name="T5" fmla="*/ 187 h 667"/>
                <a:gd name="T6" fmla="*/ 0 w 667"/>
                <a:gd name="T7" fmla="*/ 227 h 667"/>
                <a:gd name="T8" fmla="*/ 0 w 667"/>
                <a:gd name="T9" fmla="*/ 507 h 667"/>
                <a:gd name="T10" fmla="*/ 40 w 667"/>
                <a:gd name="T11" fmla="*/ 547 h 667"/>
                <a:gd name="T12" fmla="*/ 120 w 667"/>
                <a:gd name="T13" fmla="*/ 547 h 667"/>
                <a:gd name="T14" fmla="*/ 120 w 667"/>
                <a:gd name="T15" fmla="*/ 667 h 667"/>
                <a:gd name="T16" fmla="*/ 547 w 667"/>
                <a:gd name="T17" fmla="*/ 667 h 667"/>
                <a:gd name="T18" fmla="*/ 547 w 667"/>
                <a:gd name="T19" fmla="*/ 547 h 667"/>
                <a:gd name="T20" fmla="*/ 627 w 667"/>
                <a:gd name="T21" fmla="*/ 547 h 667"/>
                <a:gd name="T22" fmla="*/ 667 w 667"/>
                <a:gd name="T23" fmla="*/ 507 h 667"/>
                <a:gd name="T24" fmla="*/ 667 w 667"/>
                <a:gd name="T25" fmla="*/ 227 h 667"/>
                <a:gd name="T26" fmla="*/ 627 w 667"/>
                <a:gd name="T27" fmla="*/ 187 h 667"/>
                <a:gd name="T28" fmla="*/ 547 w 667"/>
                <a:gd name="T29" fmla="*/ 187 h 667"/>
                <a:gd name="T30" fmla="*/ 547 w 667"/>
                <a:gd name="T31" fmla="*/ 0 h 667"/>
                <a:gd name="T32" fmla="*/ 120 w 667"/>
                <a:gd name="T33" fmla="*/ 0 h 667"/>
                <a:gd name="T34" fmla="*/ 147 w 667"/>
                <a:gd name="T35" fmla="*/ 27 h 667"/>
                <a:gd name="T36" fmla="*/ 520 w 667"/>
                <a:gd name="T37" fmla="*/ 27 h 667"/>
                <a:gd name="T38" fmla="*/ 520 w 667"/>
                <a:gd name="T39" fmla="*/ 187 h 667"/>
                <a:gd name="T40" fmla="*/ 147 w 667"/>
                <a:gd name="T41" fmla="*/ 187 h 667"/>
                <a:gd name="T42" fmla="*/ 147 w 667"/>
                <a:gd name="T43" fmla="*/ 27 h 667"/>
                <a:gd name="T44" fmla="*/ 40 w 667"/>
                <a:gd name="T45" fmla="*/ 214 h 667"/>
                <a:gd name="T46" fmla="*/ 627 w 667"/>
                <a:gd name="T47" fmla="*/ 214 h 667"/>
                <a:gd name="T48" fmla="*/ 640 w 667"/>
                <a:gd name="T49" fmla="*/ 227 h 667"/>
                <a:gd name="T50" fmla="*/ 640 w 667"/>
                <a:gd name="T51" fmla="*/ 507 h 667"/>
                <a:gd name="T52" fmla="*/ 627 w 667"/>
                <a:gd name="T53" fmla="*/ 520 h 667"/>
                <a:gd name="T54" fmla="*/ 547 w 667"/>
                <a:gd name="T55" fmla="*/ 520 h 667"/>
                <a:gd name="T56" fmla="*/ 547 w 667"/>
                <a:gd name="T57" fmla="*/ 374 h 667"/>
                <a:gd name="T58" fmla="*/ 533 w 667"/>
                <a:gd name="T59" fmla="*/ 374 h 667"/>
                <a:gd name="T60" fmla="*/ 120 w 667"/>
                <a:gd name="T61" fmla="*/ 374 h 667"/>
                <a:gd name="T62" fmla="*/ 120 w 667"/>
                <a:gd name="T63" fmla="*/ 520 h 667"/>
                <a:gd name="T64" fmla="*/ 40 w 667"/>
                <a:gd name="T65" fmla="*/ 520 h 667"/>
                <a:gd name="T66" fmla="*/ 27 w 667"/>
                <a:gd name="T67" fmla="*/ 507 h 667"/>
                <a:gd name="T68" fmla="*/ 27 w 667"/>
                <a:gd name="T69" fmla="*/ 227 h 667"/>
                <a:gd name="T70" fmla="*/ 40 w 667"/>
                <a:gd name="T71" fmla="*/ 214 h 667"/>
                <a:gd name="T72" fmla="*/ 573 w 667"/>
                <a:gd name="T73" fmla="*/ 254 h 667"/>
                <a:gd name="T74" fmla="*/ 547 w 667"/>
                <a:gd name="T75" fmla="*/ 280 h 667"/>
                <a:gd name="T76" fmla="*/ 573 w 667"/>
                <a:gd name="T77" fmla="*/ 307 h 667"/>
                <a:gd name="T78" fmla="*/ 600 w 667"/>
                <a:gd name="T79" fmla="*/ 280 h 667"/>
                <a:gd name="T80" fmla="*/ 573 w 667"/>
                <a:gd name="T81" fmla="*/ 254 h 667"/>
                <a:gd name="T82" fmla="*/ 147 w 667"/>
                <a:gd name="T83" fmla="*/ 400 h 667"/>
                <a:gd name="T84" fmla="*/ 520 w 667"/>
                <a:gd name="T85" fmla="*/ 400 h 667"/>
                <a:gd name="T86" fmla="*/ 520 w 667"/>
                <a:gd name="T87" fmla="*/ 640 h 667"/>
                <a:gd name="T88" fmla="*/ 147 w 667"/>
                <a:gd name="T89" fmla="*/ 640 h 667"/>
                <a:gd name="T90" fmla="*/ 147 w 667"/>
                <a:gd name="T91" fmla="*/ 400 h 667"/>
                <a:gd name="T92" fmla="*/ 200 w 667"/>
                <a:gd name="T93" fmla="*/ 454 h 667"/>
                <a:gd name="T94" fmla="*/ 200 w 667"/>
                <a:gd name="T95" fmla="*/ 480 h 667"/>
                <a:gd name="T96" fmla="*/ 467 w 667"/>
                <a:gd name="T97" fmla="*/ 480 h 667"/>
                <a:gd name="T98" fmla="*/ 467 w 667"/>
                <a:gd name="T99" fmla="*/ 454 h 667"/>
                <a:gd name="T100" fmla="*/ 200 w 667"/>
                <a:gd name="T101" fmla="*/ 454 h 667"/>
                <a:gd name="T102" fmla="*/ 200 w 667"/>
                <a:gd name="T103" fmla="*/ 507 h 667"/>
                <a:gd name="T104" fmla="*/ 200 w 667"/>
                <a:gd name="T105" fmla="*/ 534 h 667"/>
                <a:gd name="T106" fmla="*/ 413 w 667"/>
                <a:gd name="T107" fmla="*/ 534 h 667"/>
                <a:gd name="T108" fmla="*/ 413 w 667"/>
                <a:gd name="T109" fmla="*/ 507 h 667"/>
                <a:gd name="T110" fmla="*/ 200 w 667"/>
                <a:gd name="T111" fmla="*/ 507 h 667"/>
                <a:gd name="T112" fmla="*/ 200 w 667"/>
                <a:gd name="T113" fmla="*/ 560 h 667"/>
                <a:gd name="T114" fmla="*/ 200 w 667"/>
                <a:gd name="T115" fmla="*/ 587 h 667"/>
                <a:gd name="T116" fmla="*/ 467 w 667"/>
                <a:gd name="T117" fmla="*/ 587 h 667"/>
                <a:gd name="T118" fmla="*/ 467 w 667"/>
                <a:gd name="T119" fmla="*/ 560 h 667"/>
                <a:gd name="T120" fmla="*/ 200 w 667"/>
                <a:gd name="T121" fmla="*/ 56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7" h="667">
                  <a:moveTo>
                    <a:pt x="120" y="0"/>
                  </a:moveTo>
                  <a:lnTo>
                    <a:pt x="120" y="187"/>
                  </a:lnTo>
                  <a:lnTo>
                    <a:pt x="40" y="187"/>
                  </a:lnTo>
                  <a:cubicBezTo>
                    <a:pt x="18" y="187"/>
                    <a:pt x="0" y="205"/>
                    <a:pt x="0" y="227"/>
                  </a:cubicBezTo>
                  <a:lnTo>
                    <a:pt x="0" y="507"/>
                  </a:lnTo>
                  <a:cubicBezTo>
                    <a:pt x="0" y="529"/>
                    <a:pt x="18" y="547"/>
                    <a:pt x="40" y="547"/>
                  </a:cubicBezTo>
                  <a:lnTo>
                    <a:pt x="120" y="547"/>
                  </a:lnTo>
                  <a:lnTo>
                    <a:pt x="120" y="667"/>
                  </a:lnTo>
                  <a:lnTo>
                    <a:pt x="547" y="667"/>
                  </a:lnTo>
                  <a:lnTo>
                    <a:pt x="547" y="547"/>
                  </a:lnTo>
                  <a:lnTo>
                    <a:pt x="627" y="547"/>
                  </a:lnTo>
                  <a:cubicBezTo>
                    <a:pt x="649" y="547"/>
                    <a:pt x="667" y="529"/>
                    <a:pt x="667" y="507"/>
                  </a:cubicBezTo>
                  <a:lnTo>
                    <a:pt x="667" y="227"/>
                  </a:lnTo>
                  <a:cubicBezTo>
                    <a:pt x="667" y="205"/>
                    <a:pt x="649" y="187"/>
                    <a:pt x="627" y="187"/>
                  </a:cubicBezTo>
                  <a:lnTo>
                    <a:pt x="547" y="187"/>
                  </a:lnTo>
                  <a:lnTo>
                    <a:pt x="547" y="0"/>
                  </a:lnTo>
                  <a:lnTo>
                    <a:pt x="120" y="0"/>
                  </a:lnTo>
                  <a:close/>
                  <a:moveTo>
                    <a:pt x="147" y="27"/>
                  </a:moveTo>
                  <a:lnTo>
                    <a:pt x="520" y="27"/>
                  </a:lnTo>
                  <a:lnTo>
                    <a:pt x="520" y="187"/>
                  </a:lnTo>
                  <a:lnTo>
                    <a:pt x="147" y="187"/>
                  </a:lnTo>
                  <a:lnTo>
                    <a:pt x="147" y="27"/>
                  </a:lnTo>
                  <a:close/>
                  <a:moveTo>
                    <a:pt x="40" y="214"/>
                  </a:moveTo>
                  <a:cubicBezTo>
                    <a:pt x="236" y="214"/>
                    <a:pt x="431" y="214"/>
                    <a:pt x="627" y="214"/>
                  </a:cubicBezTo>
                  <a:cubicBezTo>
                    <a:pt x="634" y="214"/>
                    <a:pt x="640" y="219"/>
                    <a:pt x="640" y="227"/>
                  </a:cubicBezTo>
                  <a:lnTo>
                    <a:pt x="640" y="507"/>
                  </a:lnTo>
                  <a:cubicBezTo>
                    <a:pt x="640" y="514"/>
                    <a:pt x="634" y="520"/>
                    <a:pt x="627" y="520"/>
                  </a:cubicBezTo>
                  <a:lnTo>
                    <a:pt x="547" y="520"/>
                  </a:lnTo>
                  <a:lnTo>
                    <a:pt x="547" y="374"/>
                  </a:lnTo>
                  <a:lnTo>
                    <a:pt x="533" y="374"/>
                  </a:lnTo>
                  <a:lnTo>
                    <a:pt x="120" y="374"/>
                  </a:lnTo>
                  <a:lnTo>
                    <a:pt x="120" y="520"/>
                  </a:lnTo>
                  <a:lnTo>
                    <a:pt x="40" y="520"/>
                  </a:lnTo>
                  <a:cubicBezTo>
                    <a:pt x="33" y="520"/>
                    <a:pt x="27" y="514"/>
                    <a:pt x="27" y="507"/>
                  </a:cubicBezTo>
                  <a:lnTo>
                    <a:pt x="27" y="227"/>
                  </a:lnTo>
                  <a:cubicBezTo>
                    <a:pt x="27" y="219"/>
                    <a:pt x="33" y="214"/>
                    <a:pt x="40" y="214"/>
                  </a:cubicBezTo>
                  <a:close/>
                  <a:moveTo>
                    <a:pt x="573" y="254"/>
                  </a:moveTo>
                  <a:cubicBezTo>
                    <a:pt x="559" y="254"/>
                    <a:pt x="547" y="266"/>
                    <a:pt x="547" y="280"/>
                  </a:cubicBezTo>
                  <a:cubicBezTo>
                    <a:pt x="547" y="295"/>
                    <a:pt x="559" y="307"/>
                    <a:pt x="573" y="307"/>
                  </a:cubicBezTo>
                  <a:cubicBezTo>
                    <a:pt x="588" y="307"/>
                    <a:pt x="600" y="295"/>
                    <a:pt x="600" y="280"/>
                  </a:cubicBezTo>
                  <a:cubicBezTo>
                    <a:pt x="600" y="266"/>
                    <a:pt x="588" y="254"/>
                    <a:pt x="573" y="254"/>
                  </a:cubicBezTo>
                  <a:close/>
                  <a:moveTo>
                    <a:pt x="147" y="400"/>
                  </a:moveTo>
                  <a:lnTo>
                    <a:pt x="520" y="400"/>
                  </a:lnTo>
                  <a:cubicBezTo>
                    <a:pt x="520" y="481"/>
                    <a:pt x="520" y="560"/>
                    <a:pt x="520" y="640"/>
                  </a:cubicBezTo>
                  <a:lnTo>
                    <a:pt x="147" y="640"/>
                  </a:lnTo>
                  <a:cubicBezTo>
                    <a:pt x="147" y="560"/>
                    <a:pt x="147" y="480"/>
                    <a:pt x="147" y="400"/>
                  </a:cubicBezTo>
                  <a:close/>
                  <a:moveTo>
                    <a:pt x="200" y="454"/>
                  </a:moveTo>
                  <a:cubicBezTo>
                    <a:pt x="182" y="453"/>
                    <a:pt x="182" y="481"/>
                    <a:pt x="200" y="480"/>
                  </a:cubicBezTo>
                  <a:lnTo>
                    <a:pt x="467" y="480"/>
                  </a:lnTo>
                  <a:cubicBezTo>
                    <a:pt x="485" y="481"/>
                    <a:pt x="485" y="453"/>
                    <a:pt x="467" y="454"/>
                  </a:cubicBezTo>
                  <a:lnTo>
                    <a:pt x="200" y="454"/>
                  </a:lnTo>
                  <a:close/>
                  <a:moveTo>
                    <a:pt x="200" y="507"/>
                  </a:moveTo>
                  <a:cubicBezTo>
                    <a:pt x="182" y="507"/>
                    <a:pt x="182" y="534"/>
                    <a:pt x="200" y="534"/>
                  </a:cubicBezTo>
                  <a:lnTo>
                    <a:pt x="413" y="534"/>
                  </a:lnTo>
                  <a:cubicBezTo>
                    <a:pt x="432" y="534"/>
                    <a:pt x="432" y="507"/>
                    <a:pt x="413" y="507"/>
                  </a:cubicBezTo>
                  <a:lnTo>
                    <a:pt x="200" y="507"/>
                  </a:lnTo>
                  <a:close/>
                  <a:moveTo>
                    <a:pt x="200" y="560"/>
                  </a:moveTo>
                  <a:cubicBezTo>
                    <a:pt x="182" y="560"/>
                    <a:pt x="182" y="587"/>
                    <a:pt x="200" y="587"/>
                  </a:cubicBezTo>
                  <a:lnTo>
                    <a:pt x="467" y="587"/>
                  </a:lnTo>
                  <a:cubicBezTo>
                    <a:pt x="485" y="587"/>
                    <a:pt x="485" y="560"/>
                    <a:pt x="467" y="560"/>
                  </a:cubicBezTo>
                  <a:lnTo>
                    <a:pt x="200" y="56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252000" tIns="72000" rIns="108000" bIns="7200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6" name="AutoShape 55">
            <a:extLst>
              <a:ext uri="{FF2B5EF4-FFF2-40B4-BE49-F238E27FC236}">
                <a16:creationId xmlns:a16="http://schemas.microsoft.com/office/drawing/2014/main" id="{89D03701-D7A0-4F11-B5BD-E1CE039FE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4826" y="574224"/>
            <a:ext cx="549872" cy="268516"/>
          </a:xfrm>
          <a:prstGeom prst="roundRect">
            <a:avLst/>
          </a:prstGeom>
          <a:solidFill>
            <a:srgbClr val="00B0F0"/>
          </a:solidFill>
          <a:ln w="3175">
            <a:solidFill>
              <a:srgbClr val="00B0F0"/>
            </a:solidFill>
            <a:round/>
            <a:headEnd/>
            <a:tailEnd/>
          </a:ln>
        </p:spPr>
        <p:txBody>
          <a:bodyPr wrap="none" lIns="36000" tIns="18000" rIns="36000" bIns="18000" anchor="ctr">
            <a:noAutofit/>
          </a:bodyPr>
          <a:lstStyle/>
          <a:p>
            <a:pPr algn="ctr" latinLnBrk="1"/>
            <a:r>
              <a:rPr lang="ko-KR" altLang="en-US" sz="90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임시저장</a:t>
            </a:r>
            <a:endParaRPr lang="ko-KR" altLang="en-US" sz="900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C6D2DB16-3CFB-4357-B225-7A9A4E2B9750}"/>
              </a:ext>
            </a:extLst>
          </p:cNvPr>
          <p:cNvGrpSpPr/>
          <p:nvPr/>
        </p:nvGrpSpPr>
        <p:grpSpPr>
          <a:xfrm>
            <a:off x="8190184" y="542856"/>
            <a:ext cx="837475" cy="317661"/>
            <a:chOff x="8336275" y="535247"/>
            <a:chExt cx="837475" cy="317661"/>
          </a:xfrm>
        </p:grpSpPr>
        <p:grpSp>
          <p:nvGrpSpPr>
            <p:cNvPr id="148" name="그룹 147">
              <a:extLst>
                <a:ext uri="{FF2B5EF4-FFF2-40B4-BE49-F238E27FC236}">
                  <a16:creationId xmlns:a16="http://schemas.microsoft.com/office/drawing/2014/main" id="{151CF17C-0140-4E04-97C4-E26E672EB1AD}"/>
                </a:ext>
              </a:extLst>
            </p:cNvPr>
            <p:cNvGrpSpPr/>
            <p:nvPr/>
          </p:nvGrpSpPr>
          <p:grpSpPr>
            <a:xfrm>
              <a:off x="8425151" y="535247"/>
              <a:ext cx="748599" cy="317661"/>
              <a:chOff x="1472709" y="6153178"/>
              <a:chExt cx="458914" cy="194736"/>
            </a:xfrm>
          </p:grpSpPr>
          <p:sp>
            <p:nvSpPr>
              <p:cNvPr id="150" name="모서리가 둥근 직사각형 483">
                <a:extLst>
                  <a:ext uri="{FF2B5EF4-FFF2-40B4-BE49-F238E27FC236}">
                    <a16:creationId xmlns:a16="http://schemas.microsoft.com/office/drawing/2014/main" id="{A8C07D58-8FEB-4292-9758-D334E1E904E7}"/>
                  </a:ext>
                </a:extLst>
              </p:cNvPr>
              <p:cNvSpPr/>
              <p:nvPr/>
            </p:nvSpPr>
            <p:spPr bwMode="auto">
              <a:xfrm>
                <a:off x="1472711" y="6153178"/>
                <a:ext cx="458912" cy="194736"/>
              </a:xfrm>
              <a:prstGeom prst="roundRect">
                <a:avLst>
                  <a:gd name="adj" fmla="val 50000"/>
                </a:avLst>
              </a:prstGeom>
              <a:solidFill>
                <a:sysClr val="window" lastClr="FFFFFF">
                  <a:lumMod val="85000"/>
                </a:sysClr>
              </a:solidFill>
              <a:ln w="6350">
                <a:solidFill>
                  <a:sysClr val="window" lastClr="FFFFFF">
                    <a:lumMod val="75000"/>
                  </a:sysClr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1" name="타원 150">
                <a:extLst>
                  <a:ext uri="{FF2B5EF4-FFF2-40B4-BE49-F238E27FC236}">
                    <a16:creationId xmlns:a16="http://schemas.microsoft.com/office/drawing/2014/main" id="{EC41F12B-C425-4ACC-9DCC-7F7CC612EA48}"/>
                  </a:ext>
                </a:extLst>
              </p:cNvPr>
              <p:cNvSpPr/>
              <p:nvPr/>
            </p:nvSpPr>
            <p:spPr bwMode="auto">
              <a:xfrm>
                <a:off x="1472709" y="6153178"/>
                <a:ext cx="194735" cy="194735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2628062-ABB5-463C-993E-3FF75534DDF6}"/>
                </a:ext>
              </a:extLst>
            </p:cNvPr>
            <p:cNvSpPr txBox="1"/>
            <p:nvPr/>
          </p:nvSpPr>
          <p:spPr>
            <a:xfrm>
              <a:off x="8336275" y="604372"/>
              <a:ext cx="5498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미확정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3228626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601D14-1DB1-072C-E249-0A2F14360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A07B9D7-9604-5101-9109-E94341AB1AFF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6159E7-A9E8-9138-5105-144A37E76A2E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환승장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시간 운영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75" name="표 174">
            <a:extLst>
              <a:ext uri="{FF2B5EF4-FFF2-40B4-BE49-F238E27FC236}">
                <a16:creationId xmlns:a16="http://schemas.microsoft.com/office/drawing/2014/main" id="{9C1A74D8-7FE1-22ED-6B7E-383E54A85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1582435"/>
              </p:ext>
            </p:extLst>
          </p:nvPr>
        </p:nvGraphicFramePr>
        <p:xfrm>
          <a:off x="170951" y="1384648"/>
          <a:ext cx="9557845" cy="3411495"/>
        </p:xfrm>
        <a:graphic>
          <a:graphicData uri="http://schemas.openxmlformats.org/drawingml/2006/table">
            <a:tbl>
              <a:tblPr/>
              <a:tblGrid>
                <a:gridCol w="22566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2560">
                  <a:extLst>
                    <a:ext uri="{9D8B030D-6E8A-4147-A177-3AD203B41FA5}">
                      <a16:colId xmlns:a16="http://schemas.microsoft.com/office/drawing/2014/main" val="3396417040"/>
                    </a:ext>
                  </a:extLst>
                </a:gridCol>
                <a:gridCol w="962048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841792">
                  <a:extLst>
                    <a:ext uri="{9D8B030D-6E8A-4147-A177-3AD203B41FA5}">
                      <a16:colId xmlns:a16="http://schemas.microsoft.com/office/drawing/2014/main" val="292167096"/>
                    </a:ext>
                  </a:extLst>
                </a:gridCol>
                <a:gridCol w="1743712">
                  <a:extLst>
                    <a:ext uri="{9D8B030D-6E8A-4147-A177-3AD203B41FA5}">
                      <a16:colId xmlns:a16="http://schemas.microsoft.com/office/drawing/2014/main" val="2891350286"/>
                    </a:ext>
                  </a:extLst>
                </a:gridCol>
                <a:gridCol w="2551060">
                  <a:extLst>
                    <a:ext uri="{9D8B030D-6E8A-4147-A177-3AD203B41FA5}">
                      <a16:colId xmlns:a16="http://schemas.microsoft.com/office/drawing/2014/main" val="3972240714"/>
                    </a:ext>
                  </a:extLst>
                </a:gridCol>
              </a:tblGrid>
              <a:tr h="29580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배포일시</a:t>
                      </a:r>
                      <a:endParaRPr kumimoji="1" lang="ko-KR" altLang="en-US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환승게이트</a:t>
                      </a:r>
                      <a:endParaRPr kumimoji="1" lang="ko-KR" altLang="en-US" sz="9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적용시작일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적용종료일</a:t>
                      </a:r>
                      <a:endParaRPr lang="ko-KR" altLang="en-US" sz="9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운영시간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메모내용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28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게이트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환승게이트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9282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게이트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928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게이트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24.09.15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종일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환승게이트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9810269"/>
                  </a:ext>
                </a:extLst>
              </a:tr>
              <a:tr h="51928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게이트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723201"/>
                  </a:ext>
                </a:extLst>
              </a:tr>
              <a:tr h="51928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게이트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24.09.15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종일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XXX  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이유로 </a:t>
                      </a:r>
                      <a:r>
                        <a:rPr lang="ko-KR" altLang="en-US" sz="8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환승게이트</a:t>
                      </a:r>
                      <a:r>
                        <a:rPr lang="ko-KR" altLang="en-US" sz="8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시간을 언제부터 언제까지 조정함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8235949"/>
                  </a:ext>
                </a:extLst>
              </a:tr>
              <a:tr h="519282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 게이트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24.10.16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24.11.15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06:30~11:00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12:00~20:00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992701"/>
                  </a:ext>
                </a:extLst>
              </a:tr>
            </a:tbl>
          </a:graphicData>
        </a:graphic>
      </p:graphicFrame>
      <p:sp>
        <p:nvSpPr>
          <p:cNvPr id="187" name="AutoShape 55">
            <a:extLst>
              <a:ext uri="{FF2B5EF4-FFF2-40B4-BE49-F238E27FC236}">
                <a16:creationId xmlns:a16="http://schemas.microsoft.com/office/drawing/2014/main" id="{B17CF100-F9BF-3342-2985-19414C7C6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9398" y="1096951"/>
            <a:ext cx="61714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3A191A06-32B8-A517-EF30-AA897C705454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628461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운영기간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6DA0C399-6556-3348-ACB7-4124891F0D9E}"/>
              </a:ext>
            </a:extLst>
          </p:cNvPr>
          <p:cNvGrpSpPr/>
          <p:nvPr/>
        </p:nvGrpSpPr>
        <p:grpSpPr>
          <a:xfrm>
            <a:off x="9153356" y="656615"/>
            <a:ext cx="594348" cy="283906"/>
            <a:chOff x="2941228" y="5138388"/>
            <a:chExt cx="594348" cy="283906"/>
          </a:xfrm>
        </p:grpSpPr>
        <p:sp>
          <p:nvSpPr>
            <p:cNvPr id="8" name="AutoShape 55">
              <a:extLst>
                <a:ext uri="{FF2B5EF4-FFF2-40B4-BE49-F238E27FC236}">
                  <a16:creationId xmlns:a16="http://schemas.microsoft.com/office/drawing/2014/main" id="{099099C8-63AE-431E-7735-8FE10754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" name="Search">
              <a:extLst>
                <a:ext uri="{FF2B5EF4-FFF2-40B4-BE49-F238E27FC236}">
                  <a16:creationId xmlns:a16="http://schemas.microsoft.com/office/drawing/2014/main" id="{9F3D5835-8253-693D-0CAC-18BA8EE9DD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" name="Rectangle 7">
            <a:extLst>
              <a:ext uri="{FF2B5EF4-FFF2-40B4-BE49-F238E27FC236}">
                <a16:creationId xmlns:a16="http://schemas.microsoft.com/office/drawing/2014/main" id="{23CB3886-7AB2-FAA7-3487-AE8E2DC5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57" y="694172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2024-10-01</a:t>
            </a:r>
          </a:p>
        </p:txBody>
      </p:sp>
      <p:sp>
        <p:nvSpPr>
          <p:cNvPr id="13" name="Calendar">
            <a:extLst>
              <a:ext uri="{FF2B5EF4-FFF2-40B4-BE49-F238E27FC236}">
                <a16:creationId xmlns:a16="http://schemas.microsoft.com/office/drawing/2014/main" id="{AC87601A-B1AA-F1A0-DE05-514939EEA2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41941" y="720328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CBFE4B-6A16-A53B-1A5F-62DD58C88429}"/>
              </a:ext>
            </a:extLst>
          </p:cNvPr>
          <p:cNvSpPr txBox="1"/>
          <p:nvPr/>
        </p:nvSpPr>
        <p:spPr>
          <a:xfrm>
            <a:off x="9041704" y="1093688"/>
            <a:ext cx="71012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</a:t>
            </a: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23CB3886-7AB2-FAA7-3487-AE8E2DC5A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6472" y="697525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2024-01-30</a:t>
            </a:r>
          </a:p>
        </p:txBody>
      </p:sp>
      <p:sp>
        <p:nvSpPr>
          <p:cNvPr id="26" name="Calendar">
            <a:extLst>
              <a:ext uri="{FF2B5EF4-FFF2-40B4-BE49-F238E27FC236}">
                <a16:creationId xmlns:a16="http://schemas.microsoft.com/office/drawing/2014/main" id="{AC87601A-B1AA-F1A0-DE05-514939EEA2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613756" y="723681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7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3" y="2035470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2024-11-10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4" y="2997518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2024-09-10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AutoShape 55">
            <a:extLst>
              <a:ext uri="{FF2B5EF4-FFF2-40B4-BE49-F238E27FC236}">
                <a16:creationId xmlns:a16="http://schemas.microsoft.com/office/drawing/2014/main" id="{9EF1C4DE-C5E3-537D-A0A4-0795407E0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272" y="4107392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2024-09-10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208902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18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실행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DA9FD90-596D-C927-62EC-770F7FAF5A32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628461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" name="Rectangle 7">
            <a:extLst>
              <a:ext uri="{FF2B5EF4-FFF2-40B4-BE49-F238E27FC236}">
                <a16:creationId xmlns:a16="http://schemas.microsoft.com/office/drawing/2014/main" id="{8E863AD3-FEE6-FF60-5FF4-75555D12B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691577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6" name="AutoShape 89">
            <a:extLst>
              <a:ext uri="{FF2B5EF4-FFF2-40B4-BE49-F238E27FC236}">
                <a16:creationId xmlns:a16="http://schemas.microsoft.com/office/drawing/2014/main" id="{45FD1D53-19E2-BB2B-1853-4B4F1AF6E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668968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40B50BD-E5AF-58DB-36D0-D9AB7C8BEB6C}"/>
              </a:ext>
            </a:extLst>
          </p:cNvPr>
          <p:cNvGrpSpPr/>
          <p:nvPr/>
        </p:nvGrpSpPr>
        <p:grpSpPr>
          <a:xfrm>
            <a:off x="9153356" y="656615"/>
            <a:ext cx="594348" cy="283906"/>
            <a:chOff x="2941228" y="5138388"/>
            <a:chExt cx="594348" cy="283906"/>
          </a:xfrm>
        </p:grpSpPr>
        <p:sp>
          <p:nvSpPr>
            <p:cNvPr id="31" name="AutoShape 55">
              <a:extLst>
                <a:ext uri="{FF2B5EF4-FFF2-40B4-BE49-F238E27FC236}">
                  <a16:creationId xmlns:a16="http://schemas.microsoft.com/office/drawing/2014/main" id="{8A13287D-A7AC-BBDA-1BD2-8B5B9F8FA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Search">
              <a:extLst>
                <a:ext uri="{FF2B5EF4-FFF2-40B4-BE49-F238E27FC236}">
                  <a16:creationId xmlns:a16="http://schemas.microsoft.com/office/drawing/2014/main" id="{9F16D764-B9C7-0652-0C3D-CC4A90310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E2C50B8A-45F5-3A15-7831-A36B205A919B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108026"/>
          <a:ext cx="9567507" cy="3717275"/>
        </p:xfrm>
        <a:graphic>
          <a:graphicData uri="http://schemas.openxmlformats.org/drawingml/2006/table">
            <a:tbl>
              <a:tblPr/>
              <a:tblGrid>
                <a:gridCol w="5730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3342847358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  <a:gridCol w="12849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415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시뮬레이션</a:t>
                      </a:r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ID</a:t>
                      </a:r>
                      <a:endParaRPr lang="ko-KR" altLang="en-US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실행일자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등록일시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결과건수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결과보기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81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/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9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81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81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9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81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81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81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3681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  <a:tr h="3681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1374897"/>
                  </a:ext>
                </a:extLst>
              </a:tr>
              <a:tr h="3681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992150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8A85665B-B9C2-286F-B856-F74F8FD02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192" y="4945306"/>
            <a:ext cx="7446502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 defTabSz="1033463">
              <a:spcBef>
                <a:spcPct val="20000"/>
              </a:spcBef>
            </a:pP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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◀   </a:t>
            </a:r>
            <a:r>
              <a:rPr lang="en-US" altLang="ko-KR" sz="700" u="sng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2   3   4   5   6   7   8   9   10   ▶ 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</a:t>
            </a:r>
          </a:p>
        </p:txBody>
      </p:sp>
      <p:sp>
        <p:nvSpPr>
          <p:cNvPr id="37" name="AutoShape 55">
            <a:extLst>
              <a:ext uri="{FF2B5EF4-FFF2-40B4-BE49-F238E27FC236}">
                <a16:creationId xmlns:a16="http://schemas.microsoft.com/office/drawing/2014/main" id="{4D22D0C7-7D4E-0025-F37F-EBDC35C8C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1555507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Doughnut Chart">
            <a:extLst>
              <a:ext uri="{FF2B5EF4-FFF2-40B4-BE49-F238E27FC236}">
                <a16:creationId xmlns:a16="http://schemas.microsoft.com/office/drawing/2014/main" id="{9504EF7C-FF1B-ECB8-5399-D4F84BAA595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1615218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" name="AutoShape 55">
            <a:extLst>
              <a:ext uri="{FF2B5EF4-FFF2-40B4-BE49-F238E27FC236}">
                <a16:creationId xmlns:a16="http://schemas.microsoft.com/office/drawing/2014/main" id="{A28E587B-687F-3119-C25A-69D9D8F1F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1555507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Trash">
            <a:extLst>
              <a:ext uri="{FF2B5EF4-FFF2-40B4-BE49-F238E27FC236}">
                <a16:creationId xmlns:a16="http://schemas.microsoft.com/office/drawing/2014/main" id="{3A75ACB0-75CC-1603-B0FC-89F3471B83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1623338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" name="AutoShape 55">
            <a:extLst>
              <a:ext uri="{FF2B5EF4-FFF2-40B4-BE49-F238E27FC236}">
                <a16:creationId xmlns:a16="http://schemas.microsoft.com/office/drawing/2014/main" id="{2536A784-1696-2B19-20CC-CA862F35F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1926982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Doughnut Chart">
            <a:extLst>
              <a:ext uri="{FF2B5EF4-FFF2-40B4-BE49-F238E27FC236}">
                <a16:creationId xmlns:a16="http://schemas.microsoft.com/office/drawing/2014/main" id="{8957F09A-3A65-4D53-656A-DCD084A023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1986693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" name="AutoShape 55">
            <a:extLst>
              <a:ext uri="{FF2B5EF4-FFF2-40B4-BE49-F238E27FC236}">
                <a16:creationId xmlns:a16="http://schemas.microsoft.com/office/drawing/2014/main" id="{D24C2845-75DF-79D4-69D6-68C730399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1926982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Trash">
            <a:extLst>
              <a:ext uri="{FF2B5EF4-FFF2-40B4-BE49-F238E27FC236}">
                <a16:creationId xmlns:a16="http://schemas.microsoft.com/office/drawing/2014/main" id="{DEE34461-2646-0C75-8A48-B84F83CBF56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1994813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AutoShape 55">
            <a:extLst>
              <a:ext uri="{FF2B5EF4-FFF2-40B4-BE49-F238E27FC236}">
                <a16:creationId xmlns:a16="http://schemas.microsoft.com/office/drawing/2014/main" id="{36BFE462-7E9B-CCD4-BB63-2AAC347F7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2298457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Doughnut Chart">
            <a:extLst>
              <a:ext uri="{FF2B5EF4-FFF2-40B4-BE49-F238E27FC236}">
                <a16:creationId xmlns:a16="http://schemas.microsoft.com/office/drawing/2014/main" id="{54A07AD2-BF1F-7924-0F87-CE653BB1C4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2358168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2" name="AutoShape 55">
            <a:extLst>
              <a:ext uri="{FF2B5EF4-FFF2-40B4-BE49-F238E27FC236}">
                <a16:creationId xmlns:a16="http://schemas.microsoft.com/office/drawing/2014/main" id="{C4A4BABB-CA1D-AA30-559A-324B314E0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2298457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Trash">
            <a:extLst>
              <a:ext uri="{FF2B5EF4-FFF2-40B4-BE49-F238E27FC236}">
                <a16:creationId xmlns:a16="http://schemas.microsoft.com/office/drawing/2014/main" id="{C9434483-1EAC-DBA1-A0C8-780B4AC550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2366288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" name="AutoShape 55">
            <a:extLst>
              <a:ext uri="{FF2B5EF4-FFF2-40B4-BE49-F238E27FC236}">
                <a16:creationId xmlns:a16="http://schemas.microsoft.com/office/drawing/2014/main" id="{FE6AD79B-E2E4-78F0-F447-C1CB0E6B3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2669932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Doughnut Chart">
            <a:extLst>
              <a:ext uri="{FF2B5EF4-FFF2-40B4-BE49-F238E27FC236}">
                <a16:creationId xmlns:a16="http://schemas.microsoft.com/office/drawing/2014/main" id="{6D16CD27-E0FF-F71D-8BE5-8E3988D975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2729643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6" name="AutoShape 55">
            <a:extLst>
              <a:ext uri="{FF2B5EF4-FFF2-40B4-BE49-F238E27FC236}">
                <a16:creationId xmlns:a16="http://schemas.microsoft.com/office/drawing/2014/main" id="{C81C7C59-A421-2EE1-EFE2-0146032CB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2669932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Trash">
            <a:extLst>
              <a:ext uri="{FF2B5EF4-FFF2-40B4-BE49-F238E27FC236}">
                <a16:creationId xmlns:a16="http://schemas.microsoft.com/office/drawing/2014/main" id="{0E0B4CDA-FA78-FB22-8543-F8EED63BC58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2737763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AutoShape 55">
            <a:extLst>
              <a:ext uri="{FF2B5EF4-FFF2-40B4-BE49-F238E27FC236}">
                <a16:creationId xmlns:a16="http://schemas.microsoft.com/office/drawing/2014/main" id="{7A2E332C-3463-F598-0804-81CD343D0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3031882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Doughnut Chart">
            <a:extLst>
              <a:ext uri="{FF2B5EF4-FFF2-40B4-BE49-F238E27FC236}">
                <a16:creationId xmlns:a16="http://schemas.microsoft.com/office/drawing/2014/main" id="{A25397A2-1D34-7A8E-A61B-3C8A01AF34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3091593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0" name="AutoShape 55">
            <a:extLst>
              <a:ext uri="{FF2B5EF4-FFF2-40B4-BE49-F238E27FC236}">
                <a16:creationId xmlns:a16="http://schemas.microsoft.com/office/drawing/2014/main" id="{068B01E9-0E78-840F-2D7C-D57A7D4B3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3031882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Trash">
            <a:extLst>
              <a:ext uri="{FF2B5EF4-FFF2-40B4-BE49-F238E27FC236}">
                <a16:creationId xmlns:a16="http://schemas.microsoft.com/office/drawing/2014/main" id="{4E409293-80AE-9236-3451-266838136F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3099713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AutoShape 55">
            <a:extLst>
              <a:ext uri="{FF2B5EF4-FFF2-40B4-BE49-F238E27FC236}">
                <a16:creationId xmlns:a16="http://schemas.microsoft.com/office/drawing/2014/main" id="{18B25D0D-CA0E-688C-F36F-996EF43AB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3403357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Doughnut Chart">
            <a:extLst>
              <a:ext uri="{FF2B5EF4-FFF2-40B4-BE49-F238E27FC236}">
                <a16:creationId xmlns:a16="http://schemas.microsoft.com/office/drawing/2014/main" id="{29FCAE24-C50E-F4F9-18F7-DF8B1A7443F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3463068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4" name="AutoShape 55">
            <a:extLst>
              <a:ext uri="{FF2B5EF4-FFF2-40B4-BE49-F238E27FC236}">
                <a16:creationId xmlns:a16="http://schemas.microsoft.com/office/drawing/2014/main" id="{96DDCBFE-D3ED-A8D7-7354-99476E244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3403357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rash">
            <a:extLst>
              <a:ext uri="{FF2B5EF4-FFF2-40B4-BE49-F238E27FC236}">
                <a16:creationId xmlns:a16="http://schemas.microsoft.com/office/drawing/2014/main" id="{C40D88D8-EB0F-BC36-C0CA-98863BB6B61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3471188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" name="AutoShape 55">
            <a:extLst>
              <a:ext uri="{FF2B5EF4-FFF2-40B4-BE49-F238E27FC236}">
                <a16:creationId xmlns:a16="http://schemas.microsoft.com/office/drawing/2014/main" id="{94CAB88F-B9C0-5EBA-AB91-EABCA3F06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3774832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Doughnut Chart">
            <a:extLst>
              <a:ext uri="{FF2B5EF4-FFF2-40B4-BE49-F238E27FC236}">
                <a16:creationId xmlns:a16="http://schemas.microsoft.com/office/drawing/2014/main" id="{6055A738-A128-BD4D-6677-78B2D4225E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3834543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" name="AutoShape 55">
            <a:extLst>
              <a:ext uri="{FF2B5EF4-FFF2-40B4-BE49-F238E27FC236}">
                <a16:creationId xmlns:a16="http://schemas.microsoft.com/office/drawing/2014/main" id="{05F9799C-221A-85A2-22CB-E94351D71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3774832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Trash">
            <a:extLst>
              <a:ext uri="{FF2B5EF4-FFF2-40B4-BE49-F238E27FC236}">
                <a16:creationId xmlns:a16="http://schemas.microsoft.com/office/drawing/2014/main" id="{97FCCB86-8FC9-0DE8-C756-34746E72D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3842663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0" name="AutoShape 55">
            <a:extLst>
              <a:ext uri="{FF2B5EF4-FFF2-40B4-BE49-F238E27FC236}">
                <a16:creationId xmlns:a16="http://schemas.microsoft.com/office/drawing/2014/main" id="{3EBC3CC1-142D-A297-B938-7D399AFF4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4146307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Doughnut Chart">
            <a:extLst>
              <a:ext uri="{FF2B5EF4-FFF2-40B4-BE49-F238E27FC236}">
                <a16:creationId xmlns:a16="http://schemas.microsoft.com/office/drawing/2014/main" id="{B527E170-E00E-3276-87F2-CCE006B509B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4206018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2" name="AutoShape 55">
            <a:extLst>
              <a:ext uri="{FF2B5EF4-FFF2-40B4-BE49-F238E27FC236}">
                <a16:creationId xmlns:a16="http://schemas.microsoft.com/office/drawing/2014/main" id="{0266EFEC-DEAC-80D3-9607-325C07879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4146307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Trash">
            <a:extLst>
              <a:ext uri="{FF2B5EF4-FFF2-40B4-BE49-F238E27FC236}">
                <a16:creationId xmlns:a16="http://schemas.microsoft.com/office/drawing/2014/main" id="{9328B17E-09A0-D9E8-240E-B6BD471456C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4214138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4" name="AutoShape 55">
            <a:extLst>
              <a:ext uri="{FF2B5EF4-FFF2-40B4-BE49-F238E27FC236}">
                <a16:creationId xmlns:a16="http://schemas.microsoft.com/office/drawing/2014/main" id="{465CEF03-D9D8-DEEB-6760-3CF9371BC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248" y="4508257"/>
            <a:ext cx="773884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결과보기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Doughnut Chart">
            <a:extLst>
              <a:ext uri="{FF2B5EF4-FFF2-40B4-BE49-F238E27FC236}">
                <a16:creationId xmlns:a16="http://schemas.microsoft.com/office/drawing/2014/main" id="{BA43641A-F369-1D58-640D-8C44F7A8CD2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6765" y="4567968"/>
            <a:ext cx="131564" cy="132854"/>
          </a:xfrm>
          <a:custGeom>
            <a:avLst/>
            <a:gdLst>
              <a:gd name="T0" fmla="*/ 333 w 667"/>
              <a:gd name="T1" fmla="*/ 667 h 667"/>
              <a:gd name="T2" fmla="*/ 572 w 667"/>
              <a:gd name="T3" fmla="*/ 102 h 667"/>
              <a:gd name="T4" fmla="*/ 320 w 667"/>
              <a:gd name="T5" fmla="*/ 27 h 667"/>
              <a:gd name="T6" fmla="*/ 333 w 667"/>
              <a:gd name="T7" fmla="*/ 454 h 667"/>
              <a:gd name="T8" fmla="*/ 333 w 667"/>
              <a:gd name="T9" fmla="*/ 640 h 667"/>
              <a:gd name="T10" fmla="*/ 347 w 667"/>
              <a:gd name="T11" fmla="*/ 27 h 667"/>
              <a:gd name="T12" fmla="*/ 347 w 667"/>
              <a:gd name="T13" fmla="*/ 27 h 667"/>
              <a:gd name="T14" fmla="*/ 347 w 667"/>
              <a:gd name="T15" fmla="*/ 143 h 667"/>
              <a:gd name="T16" fmla="*/ 411 w 667"/>
              <a:gd name="T17" fmla="*/ 37 h 667"/>
              <a:gd name="T18" fmla="*/ 354 w 667"/>
              <a:gd name="T19" fmla="*/ 216 h 667"/>
              <a:gd name="T20" fmla="*/ 469 w 667"/>
              <a:gd name="T21" fmla="*/ 59 h 667"/>
              <a:gd name="T22" fmla="*/ 410 w 667"/>
              <a:gd name="T23" fmla="*/ 242 h 667"/>
              <a:gd name="T24" fmla="*/ 563 w 667"/>
              <a:gd name="T25" fmla="*/ 131 h 667"/>
              <a:gd name="T26" fmla="*/ 632 w 667"/>
              <a:gd name="T27" fmla="*/ 264 h 667"/>
              <a:gd name="T28" fmla="*/ 640 w 667"/>
              <a:gd name="T29" fmla="*/ 347 h 667"/>
              <a:gd name="T30" fmla="*/ 628 w 667"/>
              <a:gd name="T31" fmla="*/ 419 h 667"/>
              <a:gd name="T32" fmla="*/ 441 w 667"/>
              <a:gd name="T33" fmla="*/ 387 h 667"/>
              <a:gd name="T34" fmla="*/ 453 w 667"/>
              <a:gd name="T35" fmla="*/ 334 h 667"/>
              <a:gd name="T36" fmla="*/ 440 w 667"/>
              <a:gd name="T37" fmla="*/ 281 h 667"/>
              <a:gd name="T38" fmla="*/ 560 w 667"/>
              <a:gd name="T39" fmla="*/ 160 h 667"/>
              <a:gd name="T40" fmla="*/ 573 w 667"/>
              <a:gd name="T41" fmla="*/ 174 h 667"/>
              <a:gd name="T42" fmla="*/ 507 w 667"/>
              <a:gd name="T43" fmla="*/ 214 h 667"/>
              <a:gd name="T44" fmla="*/ 520 w 667"/>
              <a:gd name="T45" fmla="*/ 200 h 667"/>
              <a:gd name="T46" fmla="*/ 600 w 667"/>
              <a:gd name="T47" fmla="*/ 227 h 667"/>
              <a:gd name="T48" fmla="*/ 333 w 667"/>
              <a:gd name="T49" fmla="*/ 240 h 667"/>
              <a:gd name="T50" fmla="*/ 240 w 667"/>
              <a:gd name="T51" fmla="*/ 334 h 667"/>
              <a:gd name="T52" fmla="*/ 467 w 667"/>
              <a:gd name="T53" fmla="*/ 254 h 667"/>
              <a:gd name="T54" fmla="*/ 480 w 667"/>
              <a:gd name="T55" fmla="*/ 240 h 667"/>
              <a:gd name="T56" fmla="*/ 560 w 667"/>
              <a:gd name="T57" fmla="*/ 267 h 667"/>
              <a:gd name="T58" fmla="*/ 520 w 667"/>
              <a:gd name="T59" fmla="*/ 280 h 667"/>
              <a:gd name="T60" fmla="*/ 533 w 667"/>
              <a:gd name="T61" fmla="*/ 294 h 667"/>
              <a:gd name="T62" fmla="*/ 587 w 667"/>
              <a:gd name="T63" fmla="*/ 294 h 667"/>
              <a:gd name="T64" fmla="*/ 600 w 667"/>
              <a:gd name="T65" fmla="*/ 280 h 667"/>
              <a:gd name="T66" fmla="*/ 480 w 667"/>
              <a:gd name="T67" fmla="*/ 347 h 667"/>
              <a:gd name="T68" fmla="*/ 560 w 667"/>
              <a:gd name="T69" fmla="*/ 320 h 667"/>
              <a:gd name="T70" fmla="*/ 573 w 667"/>
              <a:gd name="T71" fmla="*/ 334 h 667"/>
              <a:gd name="T72" fmla="*/ 507 w 667"/>
              <a:gd name="T73" fmla="*/ 374 h 667"/>
              <a:gd name="T74" fmla="*/ 520 w 667"/>
              <a:gd name="T75" fmla="*/ 360 h 667"/>
              <a:gd name="T76" fmla="*/ 600 w 667"/>
              <a:gd name="T77" fmla="*/ 387 h 667"/>
              <a:gd name="T78" fmla="*/ 480 w 667"/>
              <a:gd name="T79" fmla="*/ 400 h 667"/>
              <a:gd name="T80" fmla="*/ 493 w 667"/>
              <a:gd name="T81" fmla="*/ 414 h 667"/>
              <a:gd name="T82" fmla="*/ 547 w 667"/>
              <a:gd name="T83" fmla="*/ 414 h 667"/>
              <a:gd name="T84" fmla="*/ 560 w 667"/>
              <a:gd name="T85" fmla="*/ 400 h 667"/>
              <a:gd name="T86" fmla="*/ 520 w 667"/>
              <a:gd name="T87" fmla="*/ 467 h 667"/>
              <a:gd name="T88" fmla="*/ 600 w 667"/>
              <a:gd name="T89" fmla="*/ 440 h 667"/>
              <a:gd name="T90" fmla="*/ 613 w 667"/>
              <a:gd name="T91" fmla="*/ 454 h 667"/>
              <a:gd name="T92" fmla="*/ 547 w 667"/>
              <a:gd name="T93" fmla="*/ 494 h 667"/>
              <a:gd name="T94" fmla="*/ 560 w 667"/>
              <a:gd name="T95" fmla="*/ 48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7" h="667">
                <a:moveTo>
                  <a:pt x="331" y="1"/>
                </a:moveTo>
                <a:cubicBezTo>
                  <a:pt x="148" y="2"/>
                  <a:pt x="0" y="151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245"/>
                  <a:pt x="632" y="164"/>
                  <a:pt x="575" y="104"/>
                </a:cubicBezTo>
                <a:cubicBezTo>
                  <a:pt x="574" y="103"/>
                  <a:pt x="573" y="102"/>
                  <a:pt x="572" y="102"/>
                </a:cubicBezTo>
                <a:cubicBezTo>
                  <a:pt x="512" y="40"/>
                  <a:pt x="428" y="1"/>
                  <a:pt x="336" y="1"/>
                </a:cubicBezTo>
                <a:cubicBezTo>
                  <a:pt x="334" y="0"/>
                  <a:pt x="332" y="1"/>
                  <a:pt x="331" y="1"/>
                </a:cubicBezTo>
                <a:close/>
                <a:moveTo>
                  <a:pt x="320" y="27"/>
                </a:moveTo>
                <a:lnTo>
                  <a:pt x="320" y="215"/>
                </a:lnTo>
                <a:cubicBezTo>
                  <a:pt x="260" y="221"/>
                  <a:pt x="213" y="272"/>
                  <a:pt x="213" y="334"/>
                </a:cubicBezTo>
                <a:cubicBezTo>
                  <a:pt x="213" y="400"/>
                  <a:pt x="267" y="454"/>
                  <a:pt x="333" y="454"/>
                </a:cubicBezTo>
                <a:cubicBezTo>
                  <a:pt x="361" y="454"/>
                  <a:pt x="387" y="444"/>
                  <a:pt x="408" y="427"/>
                </a:cubicBezTo>
                <a:lnTo>
                  <a:pt x="540" y="560"/>
                </a:lnTo>
                <a:cubicBezTo>
                  <a:pt x="486" y="610"/>
                  <a:pt x="41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9"/>
                  <a:pt x="157" y="34"/>
                  <a:pt x="320" y="27"/>
                </a:cubicBezTo>
                <a:close/>
                <a:moveTo>
                  <a:pt x="347" y="27"/>
                </a:moveTo>
                <a:cubicBezTo>
                  <a:pt x="358" y="28"/>
                  <a:pt x="369" y="29"/>
                  <a:pt x="379" y="31"/>
                </a:cubicBezTo>
                <a:lnTo>
                  <a:pt x="347" y="63"/>
                </a:lnTo>
                <a:lnTo>
                  <a:pt x="347" y="27"/>
                </a:lnTo>
                <a:close/>
                <a:moveTo>
                  <a:pt x="411" y="37"/>
                </a:moveTo>
                <a:cubicBezTo>
                  <a:pt x="422" y="40"/>
                  <a:pt x="432" y="43"/>
                  <a:pt x="443" y="47"/>
                </a:cubicBezTo>
                <a:lnTo>
                  <a:pt x="347" y="143"/>
                </a:lnTo>
                <a:lnTo>
                  <a:pt x="347" y="101"/>
                </a:lnTo>
                <a:cubicBezTo>
                  <a:pt x="347" y="101"/>
                  <a:pt x="347" y="101"/>
                  <a:pt x="347" y="100"/>
                </a:cubicBezTo>
                <a:lnTo>
                  <a:pt x="411" y="37"/>
                </a:lnTo>
                <a:close/>
                <a:moveTo>
                  <a:pt x="469" y="59"/>
                </a:moveTo>
                <a:cubicBezTo>
                  <a:pt x="478" y="63"/>
                  <a:pt x="487" y="68"/>
                  <a:pt x="496" y="74"/>
                </a:cubicBezTo>
                <a:lnTo>
                  <a:pt x="354" y="216"/>
                </a:lnTo>
                <a:cubicBezTo>
                  <a:pt x="352" y="215"/>
                  <a:pt x="349" y="215"/>
                  <a:pt x="347" y="215"/>
                </a:cubicBezTo>
                <a:lnTo>
                  <a:pt x="347" y="181"/>
                </a:lnTo>
                <a:lnTo>
                  <a:pt x="469" y="59"/>
                </a:lnTo>
                <a:close/>
                <a:moveTo>
                  <a:pt x="518" y="89"/>
                </a:moveTo>
                <a:cubicBezTo>
                  <a:pt x="528" y="96"/>
                  <a:pt x="536" y="104"/>
                  <a:pt x="545" y="112"/>
                </a:cubicBezTo>
                <a:lnTo>
                  <a:pt x="410" y="242"/>
                </a:lnTo>
                <a:cubicBezTo>
                  <a:pt x="402" y="235"/>
                  <a:pt x="393" y="229"/>
                  <a:pt x="383" y="225"/>
                </a:cubicBezTo>
                <a:lnTo>
                  <a:pt x="518" y="89"/>
                </a:lnTo>
                <a:close/>
                <a:moveTo>
                  <a:pt x="563" y="131"/>
                </a:moveTo>
                <a:cubicBezTo>
                  <a:pt x="593" y="165"/>
                  <a:pt x="615" y="204"/>
                  <a:pt x="628" y="248"/>
                </a:cubicBezTo>
                <a:cubicBezTo>
                  <a:pt x="627" y="250"/>
                  <a:pt x="627" y="252"/>
                  <a:pt x="627" y="254"/>
                </a:cubicBezTo>
                <a:cubicBezTo>
                  <a:pt x="627" y="258"/>
                  <a:pt x="628" y="262"/>
                  <a:pt x="632" y="264"/>
                </a:cubicBezTo>
                <a:cubicBezTo>
                  <a:pt x="636" y="282"/>
                  <a:pt x="639" y="301"/>
                  <a:pt x="640" y="321"/>
                </a:cubicBezTo>
                <a:cubicBezTo>
                  <a:pt x="632" y="321"/>
                  <a:pt x="627" y="327"/>
                  <a:pt x="627" y="334"/>
                </a:cubicBezTo>
                <a:cubicBezTo>
                  <a:pt x="627" y="341"/>
                  <a:pt x="632" y="347"/>
                  <a:pt x="640" y="347"/>
                </a:cubicBezTo>
                <a:cubicBezTo>
                  <a:pt x="639" y="366"/>
                  <a:pt x="636" y="385"/>
                  <a:pt x="632" y="403"/>
                </a:cubicBezTo>
                <a:cubicBezTo>
                  <a:pt x="629" y="406"/>
                  <a:pt x="627" y="410"/>
                  <a:pt x="627" y="414"/>
                </a:cubicBezTo>
                <a:cubicBezTo>
                  <a:pt x="627" y="416"/>
                  <a:pt x="627" y="418"/>
                  <a:pt x="628" y="419"/>
                </a:cubicBezTo>
                <a:cubicBezTo>
                  <a:pt x="614" y="465"/>
                  <a:pt x="591" y="507"/>
                  <a:pt x="559" y="541"/>
                </a:cubicBezTo>
                <a:lnTo>
                  <a:pt x="427" y="409"/>
                </a:lnTo>
                <a:cubicBezTo>
                  <a:pt x="432" y="402"/>
                  <a:pt x="437" y="395"/>
                  <a:pt x="441" y="387"/>
                </a:cubicBezTo>
                <a:cubicBezTo>
                  <a:pt x="448" y="387"/>
                  <a:pt x="453" y="381"/>
                  <a:pt x="453" y="374"/>
                </a:cubicBezTo>
                <a:cubicBezTo>
                  <a:pt x="453" y="370"/>
                  <a:pt x="452" y="367"/>
                  <a:pt x="449" y="364"/>
                </a:cubicBezTo>
                <a:cubicBezTo>
                  <a:pt x="452" y="355"/>
                  <a:pt x="453" y="344"/>
                  <a:pt x="453" y="334"/>
                </a:cubicBezTo>
                <a:cubicBezTo>
                  <a:pt x="453" y="323"/>
                  <a:pt x="452" y="313"/>
                  <a:pt x="449" y="303"/>
                </a:cubicBezTo>
                <a:cubicBezTo>
                  <a:pt x="452" y="301"/>
                  <a:pt x="453" y="297"/>
                  <a:pt x="453" y="294"/>
                </a:cubicBezTo>
                <a:cubicBezTo>
                  <a:pt x="453" y="287"/>
                  <a:pt x="448" y="281"/>
                  <a:pt x="440" y="281"/>
                </a:cubicBezTo>
                <a:cubicBezTo>
                  <a:pt x="437" y="274"/>
                  <a:pt x="433" y="267"/>
                  <a:pt x="428" y="261"/>
                </a:cubicBezTo>
                <a:lnTo>
                  <a:pt x="563" y="131"/>
                </a:lnTo>
                <a:close/>
                <a:moveTo>
                  <a:pt x="560" y="160"/>
                </a:moveTo>
                <a:cubicBezTo>
                  <a:pt x="553" y="160"/>
                  <a:pt x="547" y="166"/>
                  <a:pt x="547" y="174"/>
                </a:cubicBezTo>
                <a:cubicBezTo>
                  <a:pt x="547" y="181"/>
                  <a:pt x="553" y="187"/>
                  <a:pt x="560" y="187"/>
                </a:cubicBezTo>
                <a:cubicBezTo>
                  <a:pt x="567" y="187"/>
                  <a:pt x="573" y="181"/>
                  <a:pt x="573" y="174"/>
                </a:cubicBezTo>
                <a:cubicBezTo>
                  <a:pt x="573" y="166"/>
                  <a:pt x="567" y="160"/>
                  <a:pt x="560" y="160"/>
                </a:cubicBezTo>
                <a:close/>
                <a:moveTo>
                  <a:pt x="520" y="200"/>
                </a:moveTo>
                <a:cubicBezTo>
                  <a:pt x="513" y="200"/>
                  <a:pt x="507" y="206"/>
                  <a:pt x="507" y="214"/>
                </a:cubicBezTo>
                <a:cubicBezTo>
                  <a:pt x="507" y="221"/>
                  <a:pt x="513" y="227"/>
                  <a:pt x="520" y="227"/>
                </a:cubicBezTo>
                <a:cubicBezTo>
                  <a:pt x="527" y="227"/>
                  <a:pt x="533" y="221"/>
                  <a:pt x="533" y="214"/>
                </a:cubicBezTo>
                <a:cubicBezTo>
                  <a:pt x="533" y="206"/>
                  <a:pt x="527" y="200"/>
                  <a:pt x="520" y="200"/>
                </a:cubicBezTo>
                <a:close/>
                <a:moveTo>
                  <a:pt x="600" y="200"/>
                </a:moveTo>
                <a:cubicBezTo>
                  <a:pt x="593" y="200"/>
                  <a:pt x="587" y="206"/>
                  <a:pt x="587" y="214"/>
                </a:cubicBezTo>
                <a:cubicBezTo>
                  <a:pt x="587" y="221"/>
                  <a:pt x="593" y="227"/>
                  <a:pt x="600" y="227"/>
                </a:cubicBezTo>
                <a:cubicBezTo>
                  <a:pt x="607" y="227"/>
                  <a:pt x="613" y="221"/>
                  <a:pt x="613" y="214"/>
                </a:cubicBezTo>
                <a:cubicBezTo>
                  <a:pt x="613" y="206"/>
                  <a:pt x="607" y="200"/>
                  <a:pt x="600" y="200"/>
                </a:cubicBezTo>
                <a:close/>
                <a:moveTo>
                  <a:pt x="333" y="240"/>
                </a:moveTo>
                <a:cubicBezTo>
                  <a:pt x="385" y="240"/>
                  <a:pt x="427" y="282"/>
                  <a:pt x="427" y="334"/>
                </a:cubicBezTo>
                <a:cubicBezTo>
                  <a:pt x="427" y="386"/>
                  <a:pt x="385" y="427"/>
                  <a:pt x="333" y="427"/>
                </a:cubicBezTo>
                <a:cubicBezTo>
                  <a:pt x="282" y="427"/>
                  <a:pt x="240" y="386"/>
                  <a:pt x="240" y="334"/>
                </a:cubicBezTo>
                <a:cubicBezTo>
                  <a:pt x="240" y="282"/>
                  <a:pt x="282" y="240"/>
                  <a:pt x="333" y="240"/>
                </a:cubicBezTo>
                <a:close/>
                <a:moveTo>
                  <a:pt x="480" y="240"/>
                </a:moveTo>
                <a:cubicBezTo>
                  <a:pt x="473" y="240"/>
                  <a:pt x="467" y="246"/>
                  <a:pt x="467" y="254"/>
                </a:cubicBezTo>
                <a:cubicBezTo>
                  <a:pt x="467" y="261"/>
                  <a:pt x="473" y="267"/>
                  <a:pt x="480" y="267"/>
                </a:cubicBezTo>
                <a:cubicBezTo>
                  <a:pt x="487" y="267"/>
                  <a:pt x="493" y="261"/>
                  <a:pt x="493" y="254"/>
                </a:cubicBezTo>
                <a:cubicBezTo>
                  <a:pt x="493" y="246"/>
                  <a:pt x="487" y="240"/>
                  <a:pt x="480" y="240"/>
                </a:cubicBezTo>
                <a:close/>
                <a:moveTo>
                  <a:pt x="560" y="240"/>
                </a:moveTo>
                <a:cubicBezTo>
                  <a:pt x="553" y="240"/>
                  <a:pt x="547" y="246"/>
                  <a:pt x="547" y="254"/>
                </a:cubicBezTo>
                <a:cubicBezTo>
                  <a:pt x="547" y="261"/>
                  <a:pt x="553" y="267"/>
                  <a:pt x="560" y="267"/>
                </a:cubicBezTo>
                <a:cubicBezTo>
                  <a:pt x="567" y="267"/>
                  <a:pt x="573" y="261"/>
                  <a:pt x="573" y="254"/>
                </a:cubicBezTo>
                <a:cubicBezTo>
                  <a:pt x="573" y="246"/>
                  <a:pt x="567" y="240"/>
                  <a:pt x="560" y="240"/>
                </a:cubicBezTo>
                <a:close/>
                <a:moveTo>
                  <a:pt x="520" y="280"/>
                </a:moveTo>
                <a:cubicBezTo>
                  <a:pt x="513" y="280"/>
                  <a:pt x="507" y="286"/>
                  <a:pt x="507" y="294"/>
                </a:cubicBezTo>
                <a:cubicBezTo>
                  <a:pt x="507" y="301"/>
                  <a:pt x="513" y="307"/>
                  <a:pt x="520" y="307"/>
                </a:cubicBezTo>
                <a:cubicBezTo>
                  <a:pt x="527" y="307"/>
                  <a:pt x="533" y="301"/>
                  <a:pt x="533" y="294"/>
                </a:cubicBezTo>
                <a:cubicBezTo>
                  <a:pt x="533" y="286"/>
                  <a:pt x="527" y="280"/>
                  <a:pt x="520" y="280"/>
                </a:cubicBezTo>
                <a:close/>
                <a:moveTo>
                  <a:pt x="600" y="280"/>
                </a:moveTo>
                <a:cubicBezTo>
                  <a:pt x="593" y="280"/>
                  <a:pt x="587" y="286"/>
                  <a:pt x="587" y="294"/>
                </a:cubicBezTo>
                <a:cubicBezTo>
                  <a:pt x="587" y="301"/>
                  <a:pt x="593" y="307"/>
                  <a:pt x="600" y="307"/>
                </a:cubicBezTo>
                <a:cubicBezTo>
                  <a:pt x="607" y="307"/>
                  <a:pt x="613" y="301"/>
                  <a:pt x="613" y="294"/>
                </a:cubicBezTo>
                <a:cubicBezTo>
                  <a:pt x="613" y="286"/>
                  <a:pt x="607" y="280"/>
                  <a:pt x="600" y="280"/>
                </a:cubicBezTo>
                <a:close/>
                <a:moveTo>
                  <a:pt x="480" y="320"/>
                </a:moveTo>
                <a:cubicBezTo>
                  <a:pt x="473" y="320"/>
                  <a:pt x="467" y="326"/>
                  <a:pt x="467" y="334"/>
                </a:cubicBezTo>
                <a:cubicBezTo>
                  <a:pt x="467" y="341"/>
                  <a:pt x="473" y="347"/>
                  <a:pt x="480" y="347"/>
                </a:cubicBezTo>
                <a:cubicBezTo>
                  <a:pt x="487" y="347"/>
                  <a:pt x="493" y="341"/>
                  <a:pt x="493" y="334"/>
                </a:cubicBezTo>
                <a:cubicBezTo>
                  <a:pt x="493" y="326"/>
                  <a:pt x="487" y="320"/>
                  <a:pt x="480" y="320"/>
                </a:cubicBezTo>
                <a:close/>
                <a:moveTo>
                  <a:pt x="560" y="320"/>
                </a:moveTo>
                <a:cubicBezTo>
                  <a:pt x="553" y="320"/>
                  <a:pt x="547" y="326"/>
                  <a:pt x="547" y="334"/>
                </a:cubicBezTo>
                <a:cubicBezTo>
                  <a:pt x="547" y="341"/>
                  <a:pt x="553" y="347"/>
                  <a:pt x="560" y="347"/>
                </a:cubicBezTo>
                <a:cubicBezTo>
                  <a:pt x="567" y="347"/>
                  <a:pt x="573" y="341"/>
                  <a:pt x="573" y="334"/>
                </a:cubicBezTo>
                <a:cubicBezTo>
                  <a:pt x="573" y="326"/>
                  <a:pt x="567" y="320"/>
                  <a:pt x="560" y="320"/>
                </a:cubicBezTo>
                <a:close/>
                <a:moveTo>
                  <a:pt x="520" y="360"/>
                </a:moveTo>
                <a:cubicBezTo>
                  <a:pt x="513" y="360"/>
                  <a:pt x="507" y="366"/>
                  <a:pt x="507" y="374"/>
                </a:cubicBezTo>
                <a:cubicBezTo>
                  <a:pt x="507" y="381"/>
                  <a:pt x="513" y="387"/>
                  <a:pt x="520" y="387"/>
                </a:cubicBezTo>
                <a:cubicBezTo>
                  <a:pt x="527" y="387"/>
                  <a:pt x="533" y="381"/>
                  <a:pt x="533" y="374"/>
                </a:cubicBezTo>
                <a:cubicBezTo>
                  <a:pt x="533" y="366"/>
                  <a:pt x="527" y="360"/>
                  <a:pt x="520" y="360"/>
                </a:cubicBezTo>
                <a:close/>
                <a:moveTo>
                  <a:pt x="600" y="360"/>
                </a:moveTo>
                <a:cubicBezTo>
                  <a:pt x="593" y="360"/>
                  <a:pt x="587" y="366"/>
                  <a:pt x="587" y="374"/>
                </a:cubicBezTo>
                <a:cubicBezTo>
                  <a:pt x="587" y="381"/>
                  <a:pt x="593" y="387"/>
                  <a:pt x="600" y="387"/>
                </a:cubicBezTo>
                <a:cubicBezTo>
                  <a:pt x="607" y="387"/>
                  <a:pt x="613" y="381"/>
                  <a:pt x="613" y="374"/>
                </a:cubicBezTo>
                <a:cubicBezTo>
                  <a:pt x="613" y="366"/>
                  <a:pt x="607" y="360"/>
                  <a:pt x="600" y="360"/>
                </a:cubicBezTo>
                <a:close/>
                <a:moveTo>
                  <a:pt x="480" y="400"/>
                </a:moveTo>
                <a:cubicBezTo>
                  <a:pt x="473" y="400"/>
                  <a:pt x="467" y="406"/>
                  <a:pt x="467" y="414"/>
                </a:cubicBezTo>
                <a:cubicBezTo>
                  <a:pt x="467" y="421"/>
                  <a:pt x="473" y="427"/>
                  <a:pt x="480" y="427"/>
                </a:cubicBezTo>
                <a:cubicBezTo>
                  <a:pt x="487" y="427"/>
                  <a:pt x="493" y="421"/>
                  <a:pt x="493" y="414"/>
                </a:cubicBezTo>
                <a:cubicBezTo>
                  <a:pt x="493" y="406"/>
                  <a:pt x="487" y="400"/>
                  <a:pt x="480" y="400"/>
                </a:cubicBezTo>
                <a:close/>
                <a:moveTo>
                  <a:pt x="560" y="400"/>
                </a:moveTo>
                <a:cubicBezTo>
                  <a:pt x="553" y="400"/>
                  <a:pt x="547" y="406"/>
                  <a:pt x="547" y="414"/>
                </a:cubicBezTo>
                <a:cubicBezTo>
                  <a:pt x="547" y="421"/>
                  <a:pt x="553" y="427"/>
                  <a:pt x="560" y="427"/>
                </a:cubicBezTo>
                <a:cubicBezTo>
                  <a:pt x="567" y="427"/>
                  <a:pt x="573" y="421"/>
                  <a:pt x="573" y="414"/>
                </a:cubicBezTo>
                <a:cubicBezTo>
                  <a:pt x="573" y="406"/>
                  <a:pt x="567" y="400"/>
                  <a:pt x="560" y="400"/>
                </a:cubicBezTo>
                <a:close/>
                <a:moveTo>
                  <a:pt x="520" y="440"/>
                </a:moveTo>
                <a:cubicBezTo>
                  <a:pt x="513" y="440"/>
                  <a:pt x="507" y="446"/>
                  <a:pt x="507" y="454"/>
                </a:cubicBezTo>
                <a:cubicBezTo>
                  <a:pt x="507" y="461"/>
                  <a:pt x="513" y="467"/>
                  <a:pt x="520" y="467"/>
                </a:cubicBezTo>
                <a:cubicBezTo>
                  <a:pt x="527" y="467"/>
                  <a:pt x="533" y="461"/>
                  <a:pt x="533" y="454"/>
                </a:cubicBezTo>
                <a:cubicBezTo>
                  <a:pt x="533" y="446"/>
                  <a:pt x="527" y="440"/>
                  <a:pt x="520" y="440"/>
                </a:cubicBezTo>
                <a:close/>
                <a:moveTo>
                  <a:pt x="600" y="440"/>
                </a:moveTo>
                <a:cubicBezTo>
                  <a:pt x="593" y="440"/>
                  <a:pt x="587" y="446"/>
                  <a:pt x="587" y="454"/>
                </a:cubicBezTo>
                <a:cubicBezTo>
                  <a:pt x="587" y="461"/>
                  <a:pt x="593" y="467"/>
                  <a:pt x="600" y="467"/>
                </a:cubicBezTo>
                <a:cubicBezTo>
                  <a:pt x="607" y="467"/>
                  <a:pt x="613" y="461"/>
                  <a:pt x="613" y="454"/>
                </a:cubicBezTo>
                <a:cubicBezTo>
                  <a:pt x="613" y="446"/>
                  <a:pt x="607" y="440"/>
                  <a:pt x="600" y="440"/>
                </a:cubicBezTo>
                <a:close/>
                <a:moveTo>
                  <a:pt x="560" y="480"/>
                </a:moveTo>
                <a:cubicBezTo>
                  <a:pt x="553" y="480"/>
                  <a:pt x="547" y="486"/>
                  <a:pt x="547" y="494"/>
                </a:cubicBezTo>
                <a:cubicBezTo>
                  <a:pt x="547" y="501"/>
                  <a:pt x="553" y="507"/>
                  <a:pt x="560" y="507"/>
                </a:cubicBezTo>
                <a:cubicBezTo>
                  <a:pt x="567" y="507"/>
                  <a:pt x="573" y="501"/>
                  <a:pt x="573" y="494"/>
                </a:cubicBezTo>
                <a:cubicBezTo>
                  <a:pt x="573" y="486"/>
                  <a:pt x="567" y="480"/>
                  <a:pt x="560" y="48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6" name="AutoShape 55">
            <a:extLst>
              <a:ext uri="{FF2B5EF4-FFF2-40B4-BE49-F238E27FC236}">
                <a16:creationId xmlns:a16="http://schemas.microsoft.com/office/drawing/2014/main" id="{114D7D39-503D-9C0B-2AA1-ACCBFB78D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3644" y="4508257"/>
            <a:ext cx="568700" cy="268517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none" lIns="252000" tIns="72000" rIns="108000" bIns="72000" anchor="ctr">
            <a:sp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Trash">
            <a:extLst>
              <a:ext uri="{FF2B5EF4-FFF2-40B4-BE49-F238E27FC236}">
                <a16:creationId xmlns:a16="http://schemas.microsoft.com/office/drawing/2014/main" id="{1264F831-4487-DFFB-CF44-7940EAFA28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51663" y="4576088"/>
            <a:ext cx="110927" cy="132854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8D9B095-8E4A-CDEA-60BB-4964A2DA440C}"/>
              </a:ext>
            </a:extLst>
          </p:cNvPr>
          <p:cNvSpPr/>
          <p:nvPr/>
        </p:nvSpPr>
        <p:spPr bwMode="auto">
          <a:xfrm>
            <a:off x="2898015" y="745682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A83A5B9C-C889-53FD-CDAD-91BEDA3AC8D9}"/>
              </a:ext>
            </a:extLst>
          </p:cNvPr>
          <p:cNvSpPr/>
          <p:nvPr/>
        </p:nvSpPr>
        <p:spPr bwMode="auto">
          <a:xfrm>
            <a:off x="3850492" y="745682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A0FD3618-B2F2-90EC-88D1-39B1AA38E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700545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E228699-7102-A05E-305D-140BC808C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700545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D815EC3-DD4F-6BC5-18E1-D448521BAC8D}"/>
              </a:ext>
            </a:extLst>
          </p:cNvPr>
          <p:cNvSpPr/>
          <p:nvPr/>
        </p:nvSpPr>
        <p:spPr bwMode="auto">
          <a:xfrm>
            <a:off x="3850492" y="745682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E146971E-61CE-EA44-629B-6A2EBB434B0F}"/>
              </a:ext>
            </a:extLst>
          </p:cNvPr>
          <p:cNvSpPr/>
          <p:nvPr/>
        </p:nvSpPr>
        <p:spPr bwMode="auto">
          <a:xfrm>
            <a:off x="3856993" y="73728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95085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4E8AD1-3AA6-FD4D-A65C-C3F087DC8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E577B690-5C2C-E27B-C160-AC4A69207822}"/>
              </a:ext>
            </a:extLst>
          </p:cNvPr>
          <p:cNvSpPr/>
          <p:nvPr/>
        </p:nvSpPr>
        <p:spPr bwMode="auto">
          <a:xfrm>
            <a:off x="-1721208" y="-118552"/>
            <a:ext cx="13246457" cy="8070355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24FE29-3D8E-F1BA-FF04-B4D6B94A185F}"/>
              </a:ext>
            </a:extLst>
          </p:cNvPr>
          <p:cNvSpPr/>
          <p:nvPr/>
        </p:nvSpPr>
        <p:spPr bwMode="auto">
          <a:xfrm>
            <a:off x="-1744268" y="-122682"/>
            <a:ext cx="13269517" cy="8373979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95" name="Rectangle 7">
            <a:extLst>
              <a:ext uri="{FF2B5EF4-FFF2-40B4-BE49-F238E27FC236}">
                <a16:creationId xmlns:a16="http://schemas.microsoft.com/office/drawing/2014/main" id="{C237FE3D-0D98-B617-6931-3E0A5DFD6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0150" y="2179944"/>
            <a:ext cx="6442854" cy="5805946"/>
          </a:xfrm>
          <a:prstGeom prst="roundRect">
            <a:avLst>
              <a:gd name="adj" fmla="val 0"/>
            </a:avLst>
          </a:prstGeom>
          <a:solidFill>
            <a:schemeClr val="accent3">
              <a:lumMod val="95000"/>
            </a:schemeClr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Rectangle 7">
            <a:extLst>
              <a:ext uri="{FF2B5EF4-FFF2-40B4-BE49-F238E27FC236}">
                <a16:creationId xmlns:a16="http://schemas.microsoft.com/office/drawing/2014/main" id="{FA148505-DEDB-7720-09DA-9A26F11C4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543050" y="2179943"/>
            <a:ext cx="6442854" cy="5805947"/>
          </a:xfrm>
          <a:prstGeom prst="roundRect">
            <a:avLst>
              <a:gd name="adj" fmla="val 0"/>
            </a:avLst>
          </a:prstGeom>
          <a:solidFill>
            <a:schemeClr val="accent3">
              <a:lumMod val="95000"/>
            </a:schemeClr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Multipe Users">
            <a:extLst>
              <a:ext uri="{FF2B5EF4-FFF2-40B4-BE49-F238E27FC236}">
                <a16:creationId xmlns:a16="http://schemas.microsoft.com/office/drawing/2014/main" id="{744C0DC1-309A-9180-D501-EF7BA350BE2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1227063" y="2540359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9" name="Rectangle 43">
            <a:extLst>
              <a:ext uri="{FF2B5EF4-FFF2-40B4-BE49-F238E27FC236}">
                <a16:creationId xmlns:a16="http://schemas.microsoft.com/office/drawing/2014/main" id="{781742F5-02C6-0F6E-9877-05C1DF6B0E4B}"/>
              </a:ext>
            </a:extLst>
          </p:cNvPr>
          <p:cNvSpPr/>
          <p:nvPr/>
        </p:nvSpPr>
        <p:spPr>
          <a:xfrm>
            <a:off x="-1442798" y="3111090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D273BE0-4EB9-A4C4-D470-2C1F748EE1A8}"/>
              </a:ext>
            </a:extLst>
          </p:cNvPr>
          <p:cNvSpPr txBox="1"/>
          <p:nvPr/>
        </p:nvSpPr>
        <p:spPr>
          <a:xfrm>
            <a:off x="-746246" y="3281378"/>
            <a:ext cx="1103933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12,423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1100" b="1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AutoShape 55">
            <a:extLst>
              <a:ext uri="{FF2B5EF4-FFF2-40B4-BE49-F238E27FC236}">
                <a16:creationId xmlns:a16="http://schemas.microsoft.com/office/drawing/2014/main" id="{AD1A3E9E-160F-9268-5B21-6423CF51E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302836" y="3194743"/>
            <a:ext cx="284400" cy="283906"/>
          </a:xfrm>
          <a:prstGeom prst="ellipse">
            <a:avLst/>
          </a:prstGeom>
          <a:solidFill>
            <a:srgbClr val="242852">
              <a:lumMod val="20000"/>
              <a:lumOff val="80000"/>
            </a:srgbClr>
          </a:solidFill>
          <a:ln w="3175">
            <a:noFill/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Multipe Users">
            <a:extLst>
              <a:ext uri="{FF2B5EF4-FFF2-40B4-BE49-F238E27FC236}">
                <a16:creationId xmlns:a16="http://schemas.microsoft.com/office/drawing/2014/main" id="{1EA0D285-7915-A03D-E00B-1021F002B4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1227063" y="3280588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55" name="Rectangle 7">
            <a:extLst>
              <a:ext uri="{FF2B5EF4-FFF2-40B4-BE49-F238E27FC236}">
                <a16:creationId xmlns:a16="http://schemas.microsoft.com/office/drawing/2014/main" id="{84163756-BCF2-C296-B8EC-1624B7B5D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371600" y="4330920"/>
            <a:ext cx="2935706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31C28301-9F44-0B80-C83A-63845EC83C5F}"/>
              </a:ext>
            </a:extLst>
          </p:cNvPr>
          <p:cNvSpPr txBox="1"/>
          <p:nvPr/>
        </p:nvSpPr>
        <p:spPr>
          <a:xfrm>
            <a:off x="-1279304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</a:t>
            </a: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04BF4179-BB29-B97E-872D-8ED800C4DC51}"/>
              </a:ext>
            </a:extLst>
          </p:cNvPr>
          <p:cNvGrpSpPr/>
          <p:nvPr/>
        </p:nvGrpSpPr>
        <p:grpSpPr>
          <a:xfrm>
            <a:off x="-1426297" y="5809306"/>
            <a:ext cx="1082304" cy="847725"/>
            <a:chOff x="-1051388" y="5181600"/>
            <a:chExt cx="1082304" cy="847725"/>
          </a:xfrm>
        </p:grpSpPr>
        <p:sp>
          <p:nvSpPr>
            <p:cNvPr id="380" name="사각형: 둥근 모서리 379">
              <a:extLst>
                <a:ext uri="{FF2B5EF4-FFF2-40B4-BE49-F238E27FC236}">
                  <a16:creationId xmlns:a16="http://schemas.microsoft.com/office/drawing/2014/main" id="{6C00D0E2-40DD-3A63-930B-2712A92432D1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94AC3DF-FCB3-3C59-1870-1D83288F899B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82" name="그룹 381">
              <a:extLst>
                <a:ext uri="{FF2B5EF4-FFF2-40B4-BE49-F238E27FC236}">
                  <a16:creationId xmlns:a16="http://schemas.microsoft.com/office/drawing/2014/main" id="{6A50F942-5640-C8C0-F5F5-631C2D59C3C8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383" name="AutoShape 55">
                <a:extLst>
                  <a:ext uri="{FF2B5EF4-FFF2-40B4-BE49-F238E27FC236}">
                    <a16:creationId xmlns:a16="http://schemas.microsoft.com/office/drawing/2014/main" id="{265EDAD7-6ABB-AEA9-2665-D7505C2C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4" name="원호 383">
                <a:extLst>
                  <a:ext uri="{FF2B5EF4-FFF2-40B4-BE49-F238E27FC236}">
                    <a16:creationId xmlns:a16="http://schemas.microsoft.com/office/drawing/2014/main" id="{BDC177B2-E832-DAEF-C0EE-27570432E588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6AAA4BA0-B89C-0C9F-5086-7A6200D6C78D}"/>
              </a:ext>
            </a:extLst>
          </p:cNvPr>
          <p:cNvGrpSpPr/>
          <p:nvPr/>
        </p:nvGrpSpPr>
        <p:grpSpPr>
          <a:xfrm>
            <a:off x="557927" y="5809306"/>
            <a:ext cx="1082304" cy="847725"/>
            <a:chOff x="-1119299" y="5248018"/>
            <a:chExt cx="1082304" cy="847725"/>
          </a:xfrm>
        </p:grpSpPr>
        <p:sp>
          <p:nvSpPr>
            <p:cNvPr id="386" name="사각형: 둥근 모서리 385">
              <a:extLst>
                <a:ext uri="{FF2B5EF4-FFF2-40B4-BE49-F238E27FC236}">
                  <a16:creationId xmlns:a16="http://schemas.microsoft.com/office/drawing/2014/main" id="{889A6C36-157D-067B-8E60-373C7125E223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72C10C0F-C6AA-17B3-9C42-90A8A4C621A9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E94585D4-8963-CA8A-B1DB-319971BB1733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389" name="AutoShape 55">
                <a:extLst>
                  <a:ext uri="{FF2B5EF4-FFF2-40B4-BE49-F238E27FC236}">
                    <a16:creationId xmlns:a16="http://schemas.microsoft.com/office/drawing/2014/main" id="{BC7484FC-6483-7949-3012-3B2960CD0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390" name="원호 389">
                <a:extLst>
                  <a:ext uri="{FF2B5EF4-FFF2-40B4-BE49-F238E27FC236}">
                    <a16:creationId xmlns:a16="http://schemas.microsoft.com/office/drawing/2014/main" id="{DA29EAFB-9E61-BF0F-4DA4-34B3986D02A0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391" name="그룹 390">
            <a:extLst>
              <a:ext uri="{FF2B5EF4-FFF2-40B4-BE49-F238E27FC236}">
                <a16:creationId xmlns:a16="http://schemas.microsoft.com/office/drawing/2014/main" id="{B3C6E36A-F2A7-49DD-9C66-1409DA81D98D}"/>
              </a:ext>
            </a:extLst>
          </p:cNvPr>
          <p:cNvGrpSpPr/>
          <p:nvPr/>
        </p:nvGrpSpPr>
        <p:grpSpPr>
          <a:xfrm>
            <a:off x="-483867" y="5809306"/>
            <a:ext cx="1181100" cy="1001068"/>
            <a:chOff x="-1276350" y="4713932"/>
            <a:chExt cx="1181100" cy="1001068"/>
          </a:xfrm>
        </p:grpSpPr>
        <p:sp>
          <p:nvSpPr>
            <p:cNvPr id="392" name="사각형: 둥근 모서리 391">
              <a:extLst>
                <a:ext uri="{FF2B5EF4-FFF2-40B4-BE49-F238E27FC236}">
                  <a16:creationId xmlns:a16="http://schemas.microsoft.com/office/drawing/2014/main" id="{C87388B5-86B5-516F-93FD-CDF0063AFE5F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93" name="AutoShape 55">
              <a:extLst>
                <a:ext uri="{FF2B5EF4-FFF2-40B4-BE49-F238E27FC236}">
                  <a16:creationId xmlns:a16="http://schemas.microsoft.com/office/drawing/2014/main" id="{6A4E40D7-77A9-4C40-18C5-97B509168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FF4CAC5A-8F63-4FAD-CBDD-9959A414F6F9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대한항공</a:t>
              </a:r>
              <a:endPara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r>
                <a:rPr lang="ko-KR" altLang="en-US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배정 필요</a:t>
              </a:r>
            </a:p>
          </p:txBody>
        </p:sp>
      </p:grpSp>
      <p:cxnSp>
        <p:nvCxnSpPr>
          <p:cNvPr id="395" name="직선 연결선 394">
            <a:extLst>
              <a:ext uri="{FF2B5EF4-FFF2-40B4-BE49-F238E27FC236}">
                <a16:creationId xmlns:a16="http://schemas.microsoft.com/office/drawing/2014/main" id="{5441B8B2-7DBE-6D97-5ABA-AB20917C2BC8}"/>
              </a:ext>
            </a:extLst>
          </p:cNvPr>
          <p:cNvCxnSpPr>
            <a:cxnSpLocks/>
          </p:cNvCxnSpPr>
          <p:nvPr/>
        </p:nvCxnSpPr>
        <p:spPr bwMode="auto">
          <a:xfrm>
            <a:off x="-1333606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401" name="사각형: 둥근 모서리 400">
            <a:extLst>
              <a:ext uri="{FF2B5EF4-FFF2-40B4-BE49-F238E27FC236}">
                <a16:creationId xmlns:a16="http://schemas.microsoft.com/office/drawing/2014/main" id="{E424AAE7-2373-7FC4-25AF-7283BB94BC34}"/>
              </a:ext>
            </a:extLst>
          </p:cNvPr>
          <p:cNvSpPr/>
          <p:nvPr/>
        </p:nvSpPr>
        <p:spPr bwMode="auto">
          <a:xfrm>
            <a:off x="-1073367" y="4806579"/>
            <a:ext cx="2350387" cy="835918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C43AFEB5-D03C-BA64-B7C2-D13519B1760E}"/>
              </a:ext>
            </a:extLst>
          </p:cNvPr>
          <p:cNvSpPr txBox="1"/>
          <p:nvPr/>
        </p:nvSpPr>
        <p:spPr>
          <a:xfrm>
            <a:off x="-990570" y="4890030"/>
            <a:ext cx="22247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아일랜드</a:t>
            </a:r>
            <a:b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1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B4~B8)</a:t>
            </a:r>
            <a:endParaRPr lang="ko-KR" altLang="en-US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1EB29B3-4C0A-FCFB-C9BC-893E94C5B889}"/>
              </a:ext>
            </a:extLst>
          </p:cNvPr>
          <p:cNvGrpSpPr/>
          <p:nvPr/>
        </p:nvGrpSpPr>
        <p:grpSpPr>
          <a:xfrm>
            <a:off x="1465576" y="5546638"/>
            <a:ext cx="184761" cy="184761"/>
            <a:chOff x="-1420568" y="2626905"/>
            <a:chExt cx="184761" cy="184761"/>
          </a:xfrm>
        </p:grpSpPr>
        <p:sp>
          <p:nvSpPr>
            <p:cNvPr id="411" name="타원 410">
              <a:extLst>
                <a:ext uri="{FF2B5EF4-FFF2-40B4-BE49-F238E27FC236}">
                  <a16:creationId xmlns:a16="http://schemas.microsoft.com/office/drawing/2014/main" id="{C3317A23-DE9D-6B17-08A3-07C5098870F4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07" name="Chevron Right">
              <a:extLst>
                <a:ext uri="{FF2B5EF4-FFF2-40B4-BE49-F238E27FC236}">
                  <a16:creationId xmlns:a16="http://schemas.microsoft.com/office/drawing/2014/main" id="{4D1E60B4-C91E-5A3D-BEEC-E73786DB53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2" name="그룹 411">
            <a:extLst>
              <a:ext uri="{FF2B5EF4-FFF2-40B4-BE49-F238E27FC236}">
                <a16:creationId xmlns:a16="http://schemas.microsoft.com/office/drawing/2014/main" id="{E066FE09-A176-7227-19B1-5FF4DD09831D}"/>
              </a:ext>
            </a:extLst>
          </p:cNvPr>
          <p:cNvGrpSpPr/>
          <p:nvPr/>
        </p:nvGrpSpPr>
        <p:grpSpPr>
          <a:xfrm>
            <a:off x="-1448977" y="5533327"/>
            <a:ext cx="184761" cy="184761"/>
            <a:chOff x="-1420568" y="3549256"/>
            <a:chExt cx="184761" cy="184761"/>
          </a:xfrm>
        </p:grpSpPr>
        <p:sp>
          <p:nvSpPr>
            <p:cNvPr id="408" name="타원 407">
              <a:extLst>
                <a:ext uri="{FF2B5EF4-FFF2-40B4-BE49-F238E27FC236}">
                  <a16:creationId xmlns:a16="http://schemas.microsoft.com/office/drawing/2014/main" id="{CD5A11A0-0933-6189-0773-DC8513D367CC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03" name="Chevron Left">
              <a:extLst>
                <a:ext uri="{FF2B5EF4-FFF2-40B4-BE49-F238E27FC236}">
                  <a16:creationId xmlns:a16="http://schemas.microsoft.com/office/drawing/2014/main" id="{D489CCC4-6CBF-AC14-E1F8-D12BF86678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F6AAEEC-878A-6A23-18F9-8DF0EB199CF5}"/>
              </a:ext>
            </a:extLst>
          </p:cNvPr>
          <p:cNvSpPr/>
          <p:nvPr/>
        </p:nvSpPr>
        <p:spPr bwMode="auto">
          <a:xfrm>
            <a:off x="-1264346" y="7277169"/>
            <a:ext cx="2711503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5" name="직사각형 414">
            <a:extLst>
              <a:ext uri="{FF2B5EF4-FFF2-40B4-BE49-F238E27FC236}">
                <a16:creationId xmlns:a16="http://schemas.microsoft.com/office/drawing/2014/main" id="{33CB89F3-709F-CA23-EC5C-FF9506DBA12F}"/>
              </a:ext>
            </a:extLst>
          </p:cNvPr>
          <p:cNvSpPr/>
          <p:nvPr/>
        </p:nvSpPr>
        <p:spPr bwMode="auto">
          <a:xfrm>
            <a:off x="-856058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DE483C87-E566-AFA4-C5E9-BD4A0A15AA65}"/>
              </a:ext>
            </a:extLst>
          </p:cNvPr>
          <p:cNvSpPr/>
          <p:nvPr/>
        </p:nvSpPr>
        <p:spPr bwMode="auto">
          <a:xfrm>
            <a:off x="763192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7" name="직사각형 416">
            <a:extLst>
              <a:ext uri="{FF2B5EF4-FFF2-40B4-BE49-F238E27FC236}">
                <a16:creationId xmlns:a16="http://schemas.microsoft.com/office/drawing/2014/main" id="{F166278B-037B-71D4-52B0-9A8767B97522}"/>
              </a:ext>
            </a:extLst>
          </p:cNvPr>
          <p:cNvSpPr/>
          <p:nvPr/>
        </p:nvSpPr>
        <p:spPr bwMode="auto">
          <a:xfrm>
            <a:off x="-107885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8" name="직사각형 417">
            <a:extLst>
              <a:ext uri="{FF2B5EF4-FFF2-40B4-BE49-F238E27FC236}">
                <a16:creationId xmlns:a16="http://schemas.microsoft.com/office/drawing/2014/main" id="{A0DAAEC4-709D-9D46-9217-30FC06EE7F1B}"/>
              </a:ext>
            </a:extLst>
          </p:cNvPr>
          <p:cNvSpPr/>
          <p:nvPr/>
        </p:nvSpPr>
        <p:spPr bwMode="auto">
          <a:xfrm>
            <a:off x="-905990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8FE83A45-6AA1-2E76-810C-6A8764589084}"/>
              </a:ext>
            </a:extLst>
          </p:cNvPr>
          <p:cNvSpPr/>
          <p:nvPr/>
        </p:nvSpPr>
        <p:spPr bwMode="auto">
          <a:xfrm>
            <a:off x="-733130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5CA9E6DA-29CC-99BF-9847-2ACAD970AE29}"/>
              </a:ext>
            </a:extLst>
          </p:cNvPr>
          <p:cNvSpPr/>
          <p:nvPr/>
        </p:nvSpPr>
        <p:spPr bwMode="auto">
          <a:xfrm>
            <a:off x="64975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3E28A28F-3A39-7220-315B-E5E2A16E25F9}"/>
              </a:ext>
            </a:extLst>
          </p:cNvPr>
          <p:cNvSpPr/>
          <p:nvPr/>
        </p:nvSpPr>
        <p:spPr bwMode="auto">
          <a:xfrm>
            <a:off x="82261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7B184403-7A97-97F9-68D6-44B5C611FBAC}"/>
              </a:ext>
            </a:extLst>
          </p:cNvPr>
          <p:cNvSpPr/>
          <p:nvPr/>
        </p:nvSpPr>
        <p:spPr bwMode="auto">
          <a:xfrm>
            <a:off x="1168327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4549561C-6BF6-1825-44D1-7F1FC1727161}"/>
              </a:ext>
            </a:extLst>
          </p:cNvPr>
          <p:cNvSpPr/>
          <p:nvPr/>
        </p:nvSpPr>
        <p:spPr bwMode="auto">
          <a:xfrm>
            <a:off x="-560270" y="7474238"/>
            <a:ext cx="128625" cy="166912"/>
          </a:xfrm>
          <a:prstGeom prst="rect">
            <a:avLst/>
          </a:prstGeom>
          <a:solidFill>
            <a:srgbClr val="F99D1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02C6A9D7-AB97-F362-A1C3-D089A52B428B}"/>
              </a:ext>
            </a:extLst>
          </p:cNvPr>
          <p:cNvSpPr/>
          <p:nvPr/>
        </p:nvSpPr>
        <p:spPr bwMode="auto">
          <a:xfrm>
            <a:off x="-38741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00C429BE-764C-B15A-D37C-615395E252BE}"/>
              </a:ext>
            </a:extLst>
          </p:cNvPr>
          <p:cNvSpPr/>
          <p:nvPr/>
        </p:nvSpPr>
        <p:spPr bwMode="auto">
          <a:xfrm>
            <a:off x="-21455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32482EED-6702-CA79-8776-8E3D86856061}"/>
              </a:ext>
            </a:extLst>
          </p:cNvPr>
          <p:cNvSpPr/>
          <p:nvPr/>
        </p:nvSpPr>
        <p:spPr bwMode="auto">
          <a:xfrm>
            <a:off x="-4169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7" name="직사각형 426">
            <a:extLst>
              <a:ext uri="{FF2B5EF4-FFF2-40B4-BE49-F238E27FC236}">
                <a16:creationId xmlns:a16="http://schemas.microsoft.com/office/drawing/2014/main" id="{929B77E7-5660-98DB-20D6-AAA2069D13B9}"/>
              </a:ext>
            </a:extLst>
          </p:cNvPr>
          <p:cNvSpPr/>
          <p:nvPr/>
        </p:nvSpPr>
        <p:spPr bwMode="auto">
          <a:xfrm>
            <a:off x="131170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3F7778FB-82FD-1A1A-3A0D-93A5632CD8A4}"/>
              </a:ext>
            </a:extLst>
          </p:cNvPr>
          <p:cNvSpPr/>
          <p:nvPr/>
        </p:nvSpPr>
        <p:spPr bwMode="auto">
          <a:xfrm>
            <a:off x="30403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42313FCE-E477-7952-166F-09165296AA4F}"/>
              </a:ext>
            </a:extLst>
          </p:cNvPr>
          <p:cNvSpPr/>
          <p:nvPr/>
        </p:nvSpPr>
        <p:spPr bwMode="auto">
          <a:xfrm>
            <a:off x="47689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6A3A5BA5-A193-06B5-64D2-5BF767942CCD}"/>
              </a:ext>
            </a:extLst>
          </p:cNvPr>
          <p:cNvSpPr/>
          <p:nvPr/>
        </p:nvSpPr>
        <p:spPr bwMode="auto">
          <a:xfrm>
            <a:off x="99547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1" name="Rectangle 7">
            <a:extLst>
              <a:ext uri="{FF2B5EF4-FFF2-40B4-BE49-F238E27FC236}">
                <a16:creationId xmlns:a16="http://schemas.microsoft.com/office/drawing/2014/main" id="{ABED1530-1553-FABA-2DDF-2D5D811F0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737" y="4330920"/>
            <a:ext cx="2947737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2" name="TextBox 431">
            <a:extLst>
              <a:ext uri="{FF2B5EF4-FFF2-40B4-BE49-F238E27FC236}">
                <a16:creationId xmlns:a16="http://schemas.microsoft.com/office/drawing/2014/main" id="{B41EE0F4-BCBA-391C-4320-E6E0D91626E0}"/>
              </a:ext>
            </a:extLst>
          </p:cNvPr>
          <p:cNvSpPr txBox="1"/>
          <p:nvPr/>
        </p:nvSpPr>
        <p:spPr>
          <a:xfrm>
            <a:off x="1902046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</a:p>
        </p:txBody>
      </p: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E11E37B5-B14E-C091-5AB7-D25894779DE0}"/>
              </a:ext>
            </a:extLst>
          </p:cNvPr>
          <p:cNvGrpSpPr/>
          <p:nvPr/>
        </p:nvGrpSpPr>
        <p:grpSpPr>
          <a:xfrm>
            <a:off x="1755053" y="5809306"/>
            <a:ext cx="1082304" cy="847725"/>
            <a:chOff x="-1051388" y="5181600"/>
            <a:chExt cx="1082304" cy="847725"/>
          </a:xfrm>
        </p:grpSpPr>
        <p:sp>
          <p:nvSpPr>
            <p:cNvPr id="434" name="사각형: 둥근 모서리 433">
              <a:extLst>
                <a:ext uri="{FF2B5EF4-FFF2-40B4-BE49-F238E27FC236}">
                  <a16:creationId xmlns:a16="http://schemas.microsoft.com/office/drawing/2014/main" id="{B834CC61-5B4D-5607-DA72-8FE13CEB2A85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0D62206E-FBDA-7FDF-91A4-13A3B5E21006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36" name="그룹 435">
              <a:extLst>
                <a:ext uri="{FF2B5EF4-FFF2-40B4-BE49-F238E27FC236}">
                  <a16:creationId xmlns:a16="http://schemas.microsoft.com/office/drawing/2014/main" id="{E0969036-E2C1-46C8-5022-C19767DD48EC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437" name="AutoShape 55">
                <a:extLst>
                  <a:ext uri="{FF2B5EF4-FFF2-40B4-BE49-F238E27FC236}">
                    <a16:creationId xmlns:a16="http://schemas.microsoft.com/office/drawing/2014/main" id="{20F001C3-CDC1-9686-E46D-D7A971AEC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38" name="원호 437">
                <a:extLst>
                  <a:ext uri="{FF2B5EF4-FFF2-40B4-BE49-F238E27FC236}">
                    <a16:creationId xmlns:a16="http://schemas.microsoft.com/office/drawing/2014/main" id="{21927C29-DD3F-F285-0F6B-A0258CB9CDD6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16CE6199-B13D-6BFE-998C-9115418949D5}"/>
              </a:ext>
            </a:extLst>
          </p:cNvPr>
          <p:cNvGrpSpPr/>
          <p:nvPr/>
        </p:nvGrpSpPr>
        <p:grpSpPr>
          <a:xfrm>
            <a:off x="3739277" y="5809306"/>
            <a:ext cx="1082304" cy="847725"/>
            <a:chOff x="-1119299" y="5248018"/>
            <a:chExt cx="1082304" cy="847725"/>
          </a:xfrm>
        </p:grpSpPr>
        <p:sp>
          <p:nvSpPr>
            <p:cNvPr id="440" name="사각형: 둥근 모서리 439">
              <a:extLst>
                <a:ext uri="{FF2B5EF4-FFF2-40B4-BE49-F238E27FC236}">
                  <a16:creationId xmlns:a16="http://schemas.microsoft.com/office/drawing/2014/main" id="{69125714-6CE3-7EA5-18EF-38813A1E3D16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BA95CD5C-CD5A-4012-2EC7-D4023FF8EFEB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CEE82226-5548-EC4D-3C39-3D5599B58D57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443" name="AutoShape 55">
                <a:extLst>
                  <a:ext uri="{FF2B5EF4-FFF2-40B4-BE49-F238E27FC236}">
                    <a16:creationId xmlns:a16="http://schemas.microsoft.com/office/drawing/2014/main" id="{D3901B5F-FD39-D980-FDCF-73D55DEAB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444" name="원호 443">
                <a:extLst>
                  <a:ext uri="{FF2B5EF4-FFF2-40B4-BE49-F238E27FC236}">
                    <a16:creationId xmlns:a16="http://schemas.microsoft.com/office/drawing/2014/main" id="{0D574652-A3EA-82CF-3021-0A488993B37D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1C530B86-601C-8435-8DF1-50783537D422}"/>
              </a:ext>
            </a:extLst>
          </p:cNvPr>
          <p:cNvGrpSpPr/>
          <p:nvPr/>
        </p:nvGrpSpPr>
        <p:grpSpPr>
          <a:xfrm>
            <a:off x="2697483" y="5809306"/>
            <a:ext cx="1181100" cy="1001068"/>
            <a:chOff x="-1276350" y="4713932"/>
            <a:chExt cx="1181100" cy="1001068"/>
          </a:xfrm>
        </p:grpSpPr>
        <p:sp>
          <p:nvSpPr>
            <p:cNvPr id="446" name="사각형: 둥근 모서리 445">
              <a:extLst>
                <a:ext uri="{FF2B5EF4-FFF2-40B4-BE49-F238E27FC236}">
                  <a16:creationId xmlns:a16="http://schemas.microsoft.com/office/drawing/2014/main" id="{34789781-830F-91E9-0206-48889C136F89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47" name="AutoShape 55">
              <a:extLst>
                <a:ext uri="{FF2B5EF4-FFF2-40B4-BE49-F238E27FC236}">
                  <a16:creationId xmlns:a16="http://schemas.microsoft.com/office/drawing/2014/main" id="{4BAA7E0E-5A8F-CD39-BBC2-E3871FD10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0E7B7733-EB4A-BA74-FEC3-927F3719F96F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보안검색대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en-US" altLang="ko-KR" sz="14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소요</a:t>
              </a:r>
            </a:p>
          </p:txBody>
        </p:sp>
      </p:grpSp>
      <p:cxnSp>
        <p:nvCxnSpPr>
          <p:cNvPr id="449" name="직선 연결선 448">
            <a:extLst>
              <a:ext uri="{FF2B5EF4-FFF2-40B4-BE49-F238E27FC236}">
                <a16:creationId xmlns:a16="http://schemas.microsoft.com/office/drawing/2014/main" id="{397A7E92-7A14-FB0B-F058-7187E637F360}"/>
              </a:ext>
            </a:extLst>
          </p:cNvPr>
          <p:cNvCxnSpPr>
            <a:cxnSpLocks/>
          </p:cNvCxnSpPr>
          <p:nvPr/>
        </p:nvCxnSpPr>
        <p:spPr bwMode="auto">
          <a:xfrm>
            <a:off x="1847744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451" name="사각형: 둥근 모서리 450">
            <a:extLst>
              <a:ext uri="{FF2B5EF4-FFF2-40B4-BE49-F238E27FC236}">
                <a16:creationId xmlns:a16="http://schemas.microsoft.com/office/drawing/2014/main" id="{E4BC01F1-AF1A-546B-C0EB-C04799DEFFD2}"/>
              </a:ext>
            </a:extLst>
          </p:cNvPr>
          <p:cNvSpPr/>
          <p:nvPr/>
        </p:nvSpPr>
        <p:spPr bwMode="auto">
          <a:xfrm>
            <a:off x="2107983" y="4806579"/>
            <a:ext cx="2350387" cy="83591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BEE22F32-D1BF-6C6F-627B-6D2DE4333AD7}"/>
              </a:ext>
            </a:extLst>
          </p:cNvPr>
          <p:cNvSpPr txBox="1"/>
          <p:nvPr/>
        </p:nvSpPr>
        <p:spPr>
          <a:xfrm>
            <a:off x="2168111" y="4854003"/>
            <a:ext cx="22247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</a:t>
            </a:r>
            <a:endParaRPr lang="en-US" altLang="ko-KR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75C75224-D1CD-B890-22E3-E6F684450EF3}"/>
              </a:ext>
            </a:extLst>
          </p:cNvPr>
          <p:cNvSpPr/>
          <p:nvPr/>
        </p:nvSpPr>
        <p:spPr bwMode="auto">
          <a:xfrm>
            <a:off x="1840832" y="7277169"/>
            <a:ext cx="2899610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D0B9705A-A64C-F9EB-5042-3AF1B0C451D4}"/>
              </a:ext>
            </a:extLst>
          </p:cNvPr>
          <p:cNvSpPr/>
          <p:nvPr/>
        </p:nvSpPr>
        <p:spPr bwMode="auto">
          <a:xfrm>
            <a:off x="2325292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24386513-253B-733E-7532-C3BD8F935233}"/>
              </a:ext>
            </a:extLst>
          </p:cNvPr>
          <p:cNvSpPr/>
          <p:nvPr/>
        </p:nvSpPr>
        <p:spPr bwMode="auto">
          <a:xfrm>
            <a:off x="3944542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437E71BE-875F-3B6D-55B4-BDC24DE090AB}"/>
              </a:ext>
            </a:extLst>
          </p:cNvPr>
          <p:cNvGrpSpPr/>
          <p:nvPr/>
        </p:nvGrpSpPr>
        <p:grpSpPr>
          <a:xfrm>
            <a:off x="605515" y="2370862"/>
            <a:ext cx="4287357" cy="1417460"/>
            <a:chOff x="2226772" y="1470389"/>
            <a:chExt cx="2666100" cy="1417460"/>
          </a:xfrm>
        </p:grpSpPr>
        <p:sp>
          <p:nvSpPr>
            <p:cNvPr id="707" name="Rectangle 43">
              <a:extLst>
                <a:ext uri="{FF2B5EF4-FFF2-40B4-BE49-F238E27FC236}">
                  <a16:creationId xmlns:a16="http://schemas.microsoft.com/office/drawing/2014/main" id="{C22845AA-4709-E284-4C70-8D18B976F302}"/>
                </a:ext>
              </a:extLst>
            </p:cNvPr>
            <p:cNvSpPr/>
            <p:nvPr/>
          </p:nvSpPr>
          <p:spPr>
            <a:xfrm>
              <a:off x="2226772" y="1470389"/>
              <a:ext cx="2621453" cy="1417460"/>
            </a:xfrm>
            <a:prstGeom prst="roundRect">
              <a:avLst>
                <a:gd name="adj" fmla="val 3831"/>
              </a:avLst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180000" tIns="180000" rIns="180000" bIns="180000" rtlCol="0" anchor="t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56" name="그림 55">
              <a:extLst>
                <a:ext uri="{FF2B5EF4-FFF2-40B4-BE49-F238E27FC236}">
                  <a16:creationId xmlns:a16="http://schemas.microsoft.com/office/drawing/2014/main" id="{2032130B-6308-6BEA-0896-FFED1C8EC2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8472"/>
            <a:stretch/>
          </p:blipFill>
          <p:spPr>
            <a:xfrm>
              <a:off x="2268347" y="1543050"/>
              <a:ext cx="2541777" cy="981122"/>
            </a:xfrm>
            <a:prstGeom prst="rect">
              <a:avLst/>
            </a:prstGeom>
          </p:spPr>
        </p:pic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ECB0A84-B831-1FCF-2C9A-5C2A78923BE1}"/>
                </a:ext>
              </a:extLst>
            </p:cNvPr>
            <p:cNvSpPr txBox="1"/>
            <p:nvPr/>
          </p:nvSpPr>
          <p:spPr>
            <a:xfrm>
              <a:off x="2311756" y="2485843"/>
              <a:ext cx="25811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hangingPunct="0"/>
              <a:r>
                <a:rPr lang="en-US" altLang="ko-KR" sz="6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04             09               12              15                21            02</a:t>
              </a:r>
              <a:endParaRPr lang="ko-KR" altLang="en-US" sz="6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BCD450E9-E1F4-3855-B806-B5DF2FB15658}"/>
                </a:ext>
              </a:extLst>
            </p:cNvPr>
            <p:cNvSpPr txBox="1"/>
            <p:nvPr/>
          </p:nvSpPr>
          <p:spPr>
            <a:xfrm>
              <a:off x="2873930" y="2616418"/>
              <a:ext cx="132185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&lt;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예측 처리 정보</a:t>
              </a:r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&gt;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93" name="AutoShape 55">
            <a:extLst>
              <a:ext uri="{FF2B5EF4-FFF2-40B4-BE49-F238E27FC236}">
                <a16:creationId xmlns:a16="http://schemas.microsoft.com/office/drawing/2014/main" id="{8A31327C-A8EC-DDCC-1D64-734D219C6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439644" y="1985928"/>
            <a:ext cx="6249767" cy="295653"/>
          </a:xfrm>
          <a:prstGeom prst="roundRect">
            <a:avLst/>
          </a:prstGeom>
          <a:solidFill>
            <a:srgbClr val="61AACB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latinLnBrk="1"/>
            <a:r>
              <a:rPr lang="ko-KR" altLang="en-US" sz="12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시뮬레이션 요약</a:t>
            </a:r>
          </a:p>
        </p:txBody>
      </p:sp>
      <p:sp>
        <p:nvSpPr>
          <p:cNvPr id="494" name="AutoShape 55">
            <a:extLst>
              <a:ext uri="{FF2B5EF4-FFF2-40B4-BE49-F238E27FC236}">
                <a16:creationId xmlns:a16="http://schemas.microsoft.com/office/drawing/2014/main" id="{80A061DB-97EE-4F21-6C10-E81CCE8F0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386623" y="2015236"/>
            <a:ext cx="336651" cy="203897"/>
          </a:xfrm>
          <a:prstGeom prst="roundRect">
            <a:avLst/>
          </a:prstGeom>
          <a:solidFill>
            <a:srgbClr val="5786C5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latinLnBrk="1"/>
            <a:r>
              <a:rPr lang="en-US" altLang="ko-KR" b="1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T1</a:t>
            </a:r>
            <a:endParaRPr lang="ko-KR" altLang="en-US" b="1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1" name="AutoShape 55">
            <a:extLst>
              <a:ext uri="{FF2B5EF4-FFF2-40B4-BE49-F238E27FC236}">
                <a16:creationId xmlns:a16="http://schemas.microsoft.com/office/drawing/2014/main" id="{C95F57A0-FA3F-9D81-D3A2-BCB3D5F66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3556" y="1985928"/>
            <a:ext cx="6249767" cy="295653"/>
          </a:xfrm>
          <a:prstGeom prst="roundRect">
            <a:avLst/>
          </a:prstGeom>
          <a:solidFill>
            <a:srgbClr val="5786C5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latinLnBrk="1"/>
            <a:r>
              <a:rPr lang="ko-KR" altLang="en-US" sz="12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시뮬레이션 요약</a:t>
            </a:r>
          </a:p>
        </p:txBody>
      </p:sp>
      <p:sp>
        <p:nvSpPr>
          <p:cNvPr id="612" name="AutoShape 55">
            <a:extLst>
              <a:ext uri="{FF2B5EF4-FFF2-40B4-BE49-F238E27FC236}">
                <a16:creationId xmlns:a16="http://schemas.microsoft.com/office/drawing/2014/main" id="{C8BFEE83-4106-31DB-F7D8-97713963D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6577" y="2015236"/>
            <a:ext cx="336651" cy="203897"/>
          </a:xfrm>
          <a:prstGeom prst="roundRect">
            <a:avLst/>
          </a:prstGeom>
          <a:solidFill>
            <a:srgbClr val="61AACB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latinLnBrk="1"/>
            <a:r>
              <a:rPr lang="en-US" altLang="ko-KR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T2</a:t>
            </a:r>
            <a:endParaRPr lang="ko-KR" altLang="en-US" b="1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08689D7E-F741-EBF7-D257-46A163553D0C}"/>
              </a:ext>
            </a:extLst>
          </p:cNvPr>
          <p:cNvGrpSpPr/>
          <p:nvPr/>
        </p:nvGrpSpPr>
        <p:grpSpPr>
          <a:xfrm>
            <a:off x="1937360" y="7392017"/>
            <a:ext cx="2666999" cy="325009"/>
            <a:chOff x="11677651" y="4751816"/>
            <a:chExt cx="2666999" cy="325009"/>
          </a:xfrm>
        </p:grpSpPr>
        <p:sp>
          <p:nvSpPr>
            <p:cNvPr id="730" name="Box">
              <a:extLst>
                <a:ext uri="{FF2B5EF4-FFF2-40B4-BE49-F238E27FC236}">
                  <a16:creationId xmlns:a16="http://schemas.microsoft.com/office/drawing/2014/main" id="{4F342943-611F-45D6-0741-2295D28C271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1677651" y="4751816"/>
              <a:ext cx="2666999" cy="325009"/>
            </a:xfrm>
            <a:prstGeom prst="roundRect">
              <a:avLst>
                <a:gd name="adj" fmla="val 3078"/>
              </a:avLst>
            </a:prstGeom>
            <a:solidFill>
              <a:srgbClr val="FFFFFF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743" name="Gap">
              <a:extLst>
                <a:ext uri="{FF2B5EF4-FFF2-40B4-BE49-F238E27FC236}">
                  <a16:creationId xmlns:a16="http://schemas.microsoft.com/office/drawing/2014/main" id="{FF0AAB14-70B2-BAFE-41FE-F8693BFB72E5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3137790" y="5072103"/>
              <a:ext cx="184150" cy="0"/>
            </a:xfrm>
            <a:prstGeom prst="lin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2" name="직사각형 731">
              <a:extLst>
                <a:ext uri="{FF2B5EF4-FFF2-40B4-BE49-F238E27FC236}">
                  <a16:creationId xmlns:a16="http://schemas.microsoft.com/office/drawing/2014/main" id="{93C761B9-720E-5737-E2E0-2E69FA7E0A5D}"/>
                </a:ext>
              </a:extLst>
            </p:cNvPr>
            <p:cNvSpPr/>
            <p:nvPr/>
          </p:nvSpPr>
          <p:spPr bwMode="auto">
            <a:xfrm>
              <a:off x="14090788" y="4822084"/>
              <a:ext cx="181607" cy="18768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14E1FF42-97B2-1C8B-0577-027C2B35211D}"/>
                </a:ext>
              </a:extLst>
            </p:cNvPr>
            <p:cNvSpPr/>
            <p:nvPr/>
          </p:nvSpPr>
          <p:spPr bwMode="auto">
            <a:xfrm>
              <a:off x="11764514" y="4822084"/>
              <a:ext cx="181607" cy="18768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173F86BD-413C-6DBA-EE93-C639784234D5}"/>
                </a:ext>
              </a:extLst>
            </p:cNvPr>
            <p:cNvSpPr/>
            <p:nvPr/>
          </p:nvSpPr>
          <p:spPr bwMode="auto">
            <a:xfrm>
              <a:off x="13625534" y="4822084"/>
              <a:ext cx="181607" cy="187685"/>
            </a:xfrm>
            <a:prstGeom prst="rect">
              <a:avLst/>
            </a:prstGeom>
            <a:solidFill>
              <a:srgbClr val="00B05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C914ADF6-B9BD-D845-6A17-23BD8E35B01D}"/>
                </a:ext>
              </a:extLst>
            </p:cNvPr>
            <p:cNvSpPr/>
            <p:nvPr/>
          </p:nvSpPr>
          <p:spPr bwMode="auto">
            <a:xfrm>
              <a:off x="12229769" y="4822084"/>
              <a:ext cx="181607" cy="18768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2AA5E0BB-5A47-B7C3-9894-8CB2AF19B661}"/>
                </a:ext>
              </a:extLst>
            </p:cNvPr>
            <p:cNvSpPr/>
            <p:nvPr/>
          </p:nvSpPr>
          <p:spPr bwMode="auto">
            <a:xfrm>
              <a:off x="12695024" y="4822084"/>
              <a:ext cx="181607" cy="187685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17A59631-2D85-9D90-B908-2117803D0DE2}"/>
                </a:ext>
              </a:extLst>
            </p:cNvPr>
            <p:cNvSpPr/>
            <p:nvPr/>
          </p:nvSpPr>
          <p:spPr bwMode="auto">
            <a:xfrm>
              <a:off x="13160279" y="4822084"/>
              <a:ext cx="181607" cy="187685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54" name="TextBox 553">
            <a:extLst>
              <a:ext uri="{FF2B5EF4-FFF2-40B4-BE49-F238E27FC236}">
                <a16:creationId xmlns:a16="http://schemas.microsoft.com/office/drawing/2014/main" id="{95A34C61-1116-4B31-4C72-C71D6D0F5187}"/>
              </a:ext>
            </a:extLst>
          </p:cNvPr>
          <p:cNvSpPr txBox="1"/>
          <p:nvPr/>
        </p:nvSpPr>
        <p:spPr>
          <a:xfrm>
            <a:off x="5673372" y="1381052"/>
            <a:ext cx="5442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86" name="그룹 485">
            <a:extLst>
              <a:ext uri="{FF2B5EF4-FFF2-40B4-BE49-F238E27FC236}">
                <a16:creationId xmlns:a16="http://schemas.microsoft.com/office/drawing/2014/main" id="{70C3DCE0-9B3F-CC8D-E0E7-C8B9A5991E23}"/>
              </a:ext>
            </a:extLst>
          </p:cNvPr>
          <p:cNvGrpSpPr/>
          <p:nvPr/>
        </p:nvGrpSpPr>
        <p:grpSpPr>
          <a:xfrm>
            <a:off x="1411356" y="3957938"/>
            <a:ext cx="1502863" cy="287258"/>
            <a:chOff x="-4886596" y="3312869"/>
            <a:chExt cx="1502863" cy="287258"/>
          </a:xfrm>
        </p:grpSpPr>
        <p:sp>
          <p:nvSpPr>
            <p:cNvPr id="557" name="Hour">
              <a:extLst>
                <a:ext uri="{FF2B5EF4-FFF2-40B4-BE49-F238E27FC236}">
                  <a16:creationId xmlns:a16="http://schemas.microsoft.com/office/drawing/2014/main" id="{087BE1E5-5A24-2203-1C6A-F14DF08C3ED9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</a:p>
          </p:txBody>
        </p:sp>
        <p:sp>
          <p:nvSpPr>
            <p:cNvPr id="558" name="Minute">
              <a:extLst>
                <a:ext uri="{FF2B5EF4-FFF2-40B4-BE49-F238E27FC236}">
                  <a16:creationId xmlns:a16="http://schemas.microsoft.com/office/drawing/2014/main" id="{D78656E3-5EA3-DC77-5D31-A01B787E35AA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00</a:t>
              </a:r>
            </a:p>
          </p:txBody>
        </p:sp>
        <p:sp>
          <p:nvSpPr>
            <p:cNvPr id="559" name="AM/PM">
              <a:extLst>
                <a:ext uri="{FF2B5EF4-FFF2-40B4-BE49-F238E27FC236}">
                  <a16:creationId xmlns:a16="http://schemas.microsoft.com/office/drawing/2014/main" id="{C7ABD24E-4962-6CDA-E320-DB57804D6C49}"/>
                </a:ext>
              </a:extLst>
            </p:cNvPr>
            <p:cNvSpPr/>
            <p:nvPr/>
          </p:nvSpPr>
          <p:spPr>
            <a:xfrm>
              <a:off x="-36909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AM</a:t>
              </a:r>
            </a:p>
          </p:txBody>
        </p:sp>
        <p:sp>
          <p:nvSpPr>
            <p:cNvPr id="560" name="Colon">
              <a:extLst>
                <a:ext uri="{FF2B5EF4-FFF2-40B4-BE49-F238E27FC236}">
                  <a16:creationId xmlns:a16="http://schemas.microsoft.com/office/drawing/2014/main" id="{382D91D7-4F24-EAD5-8675-429966DFE104}"/>
                </a:ext>
              </a:extLst>
            </p:cNvPr>
            <p:cNvSpPr txBox="1"/>
            <p:nvPr/>
          </p:nvSpPr>
          <p:spPr>
            <a:xfrm>
              <a:off x="-4538258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  <p:sp>
          <p:nvSpPr>
            <p:cNvPr id="561" name="Colon">
              <a:extLst>
                <a:ext uri="{FF2B5EF4-FFF2-40B4-BE49-F238E27FC236}">
                  <a16:creationId xmlns:a16="http://schemas.microsoft.com/office/drawing/2014/main" id="{BEFE163D-5BDA-39B5-E159-33328CF36CB1}"/>
                </a:ext>
              </a:extLst>
            </p:cNvPr>
            <p:cNvSpPr txBox="1"/>
            <p:nvPr/>
          </p:nvSpPr>
          <p:spPr>
            <a:xfrm>
              <a:off x="-3935969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</p:grpSp>
      <p:sp>
        <p:nvSpPr>
          <p:cNvPr id="562" name="TextBox 561">
            <a:extLst>
              <a:ext uri="{FF2B5EF4-FFF2-40B4-BE49-F238E27FC236}">
                <a16:creationId xmlns:a16="http://schemas.microsoft.com/office/drawing/2014/main" id="{0D0A7445-6C1A-95D2-704F-56E3A63D7833}"/>
              </a:ext>
            </a:extLst>
          </p:cNvPr>
          <p:cNvSpPr txBox="1"/>
          <p:nvPr/>
        </p:nvSpPr>
        <p:spPr>
          <a:xfrm>
            <a:off x="131170" y="400522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 FRI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Rectangle 7">
            <a:extLst>
              <a:ext uri="{FF2B5EF4-FFF2-40B4-BE49-F238E27FC236}">
                <a16:creationId xmlns:a16="http://schemas.microsoft.com/office/drawing/2014/main" id="{D966C40B-6228-523C-4A3D-9CD2AF201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87757" y="34461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28" name="AutoShape 55">
            <a:extLst>
              <a:ext uri="{FF2B5EF4-FFF2-40B4-BE49-F238E27FC236}">
                <a16:creationId xmlns:a16="http://schemas.microsoft.com/office/drawing/2014/main" id="{71675F10-81E7-7F93-39CC-79645A961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6190" y="-501"/>
            <a:ext cx="534060" cy="283906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252000" tIns="72000" rIns="108000" bIns="72000" anchor="ctr">
            <a:sp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AutoShape 55">
            <a:extLst>
              <a:ext uri="{FF2B5EF4-FFF2-40B4-BE49-F238E27FC236}">
                <a16:creationId xmlns:a16="http://schemas.microsoft.com/office/drawing/2014/main" id="{C761F05B-2038-DFD9-61F0-76EAAAB54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973" y="614375"/>
            <a:ext cx="1574291" cy="314324"/>
          </a:xfrm>
          <a:prstGeom prst="roundRect">
            <a:avLst/>
          </a:prstGeom>
          <a:solidFill>
            <a:schemeClr val="tx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터미널에</a:t>
            </a:r>
            <a:r>
              <a:rPr kumimoji="0" lang="ko-KR" altLang="en-US" sz="800" b="0" i="0" u="none" strike="noStrike" kern="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여객수가 가장 많을 때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AutoShape 55">
            <a:extLst>
              <a:ext uri="{FF2B5EF4-FFF2-40B4-BE49-F238E27FC236}">
                <a16:creationId xmlns:a16="http://schemas.microsoft.com/office/drawing/2014/main" id="{80EAE6D5-1841-838A-868F-CD06754CC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064" y="611785"/>
            <a:ext cx="1574291" cy="314324"/>
          </a:xfrm>
          <a:prstGeom prst="roundRect">
            <a:avLst/>
          </a:prstGeom>
          <a:noFill/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13A8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체크인카운터가 가장 혼잡할 때</a:t>
            </a:r>
          </a:p>
        </p:txBody>
      </p:sp>
      <p:sp>
        <p:nvSpPr>
          <p:cNvPr id="35" name="AutoShape 55">
            <a:extLst>
              <a:ext uri="{FF2B5EF4-FFF2-40B4-BE49-F238E27FC236}">
                <a16:creationId xmlns:a16="http://schemas.microsoft.com/office/drawing/2014/main" id="{5B74ED7D-0892-A0C5-2360-58AECC2BC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095" y="611785"/>
            <a:ext cx="1262480" cy="314324"/>
          </a:xfrm>
          <a:prstGeom prst="roundRect">
            <a:avLst/>
          </a:prstGeom>
          <a:noFill/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solidFill>
                  <a:srgbClr val="013A8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출국장이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13A8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가장 혼잡할 때</a:t>
            </a:r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E8C5359C-6D51-A277-FE4B-DCC03827F692}"/>
              </a:ext>
            </a:extLst>
          </p:cNvPr>
          <p:cNvSpPr txBox="1"/>
          <p:nvPr/>
        </p:nvSpPr>
        <p:spPr>
          <a:xfrm>
            <a:off x="4285434" y="644217"/>
            <a:ext cx="91090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추천 검색어</a:t>
            </a:r>
          </a:p>
        </p:txBody>
      </p:sp>
      <p:sp>
        <p:nvSpPr>
          <p:cNvPr id="489" name="AutoShape 55">
            <a:extLst>
              <a:ext uri="{FF2B5EF4-FFF2-40B4-BE49-F238E27FC236}">
                <a16:creationId xmlns:a16="http://schemas.microsoft.com/office/drawing/2014/main" id="{039E53C2-D1FA-1637-7E5B-7D630E79D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5027" y="611785"/>
            <a:ext cx="1507837" cy="314324"/>
          </a:xfrm>
          <a:prstGeom prst="roundRect">
            <a:avLst/>
          </a:prstGeom>
          <a:noFill/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13A8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보안검색대가 가장 혼잡할 때</a:t>
            </a:r>
          </a:p>
        </p:txBody>
      </p:sp>
      <p:sp>
        <p:nvSpPr>
          <p:cNvPr id="490" name="Calendar">
            <a:extLst>
              <a:ext uri="{FF2B5EF4-FFF2-40B4-BE49-F238E27FC236}">
                <a16:creationId xmlns:a16="http://schemas.microsoft.com/office/drawing/2014/main" id="{A051430E-5C5A-20D8-6CF6-C9951A3997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260473" y="60617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23" name="Hour">
            <a:extLst>
              <a:ext uri="{FF2B5EF4-FFF2-40B4-BE49-F238E27FC236}">
                <a16:creationId xmlns:a16="http://schemas.microsoft.com/office/drawing/2014/main" id="{52AA01AB-D3B0-99EE-EB37-31543B30BB57}"/>
              </a:ext>
            </a:extLst>
          </p:cNvPr>
          <p:cNvSpPr/>
          <p:nvPr/>
        </p:nvSpPr>
        <p:spPr>
          <a:xfrm>
            <a:off x="26282" y="14053"/>
            <a:ext cx="307263" cy="225703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4" name="AutoShape 89">
            <a:extLst>
              <a:ext uri="{FF2B5EF4-FFF2-40B4-BE49-F238E27FC236}">
                <a16:creationId xmlns:a16="http://schemas.microsoft.com/office/drawing/2014/main" id="{AFCA9791-CC14-22E6-7045-7797F1F48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246" y="-269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525" name="TextBox 524">
            <a:extLst>
              <a:ext uri="{FF2B5EF4-FFF2-40B4-BE49-F238E27FC236}">
                <a16:creationId xmlns:a16="http://schemas.microsoft.com/office/drawing/2014/main" id="{40768BC6-82CD-AA88-B0D1-E47571D251B9}"/>
              </a:ext>
            </a:extLst>
          </p:cNvPr>
          <p:cNvSpPr txBox="1"/>
          <p:nvPr/>
        </p:nvSpPr>
        <p:spPr>
          <a:xfrm>
            <a:off x="-20347" y="19182"/>
            <a:ext cx="3366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10</a:t>
            </a:r>
            <a:endParaRPr lang="ko-KR" altLang="en-US" sz="800" dirty="0"/>
          </a:p>
        </p:txBody>
      </p:sp>
      <p:sp>
        <p:nvSpPr>
          <p:cNvPr id="526" name="TextBox 525">
            <a:extLst>
              <a:ext uri="{FF2B5EF4-FFF2-40B4-BE49-F238E27FC236}">
                <a16:creationId xmlns:a16="http://schemas.microsoft.com/office/drawing/2014/main" id="{2D73E271-38D9-7D05-BE73-9DACD9467FC1}"/>
              </a:ext>
            </a:extLst>
          </p:cNvPr>
          <p:cNvSpPr txBox="1"/>
          <p:nvPr/>
        </p:nvSpPr>
        <p:spPr>
          <a:xfrm>
            <a:off x="366898" y="84398"/>
            <a:ext cx="136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</a:t>
            </a:r>
          </a:p>
        </p:txBody>
      </p:sp>
      <p:sp>
        <p:nvSpPr>
          <p:cNvPr id="527" name="Hour">
            <a:extLst>
              <a:ext uri="{FF2B5EF4-FFF2-40B4-BE49-F238E27FC236}">
                <a16:creationId xmlns:a16="http://schemas.microsoft.com/office/drawing/2014/main" id="{C3103216-D562-69D2-CABA-D6A512F2997F}"/>
              </a:ext>
            </a:extLst>
          </p:cNvPr>
          <p:cNvSpPr/>
          <p:nvPr/>
        </p:nvSpPr>
        <p:spPr>
          <a:xfrm>
            <a:off x="614063" y="14053"/>
            <a:ext cx="307263" cy="225703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63" name="AutoShape 89">
            <a:extLst>
              <a:ext uri="{FF2B5EF4-FFF2-40B4-BE49-F238E27FC236}">
                <a16:creationId xmlns:a16="http://schemas.microsoft.com/office/drawing/2014/main" id="{6E48CEA2-DC8D-C677-BC97-772BA243F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027" y="-269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5AB97479-4ABA-7D8B-BB3A-75C8BC776CE4}"/>
              </a:ext>
            </a:extLst>
          </p:cNvPr>
          <p:cNvSpPr txBox="1"/>
          <p:nvPr/>
        </p:nvSpPr>
        <p:spPr>
          <a:xfrm>
            <a:off x="567434" y="19182"/>
            <a:ext cx="3366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00</a:t>
            </a:r>
            <a:endParaRPr lang="ko-KR" altLang="en-US" sz="800" dirty="0"/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19988034-3AB1-0338-F10D-6B31ED68C085}"/>
              </a:ext>
            </a:extLst>
          </p:cNvPr>
          <p:cNvSpPr txBox="1"/>
          <p:nvPr/>
        </p:nvSpPr>
        <p:spPr>
          <a:xfrm>
            <a:off x="946109" y="84398"/>
            <a:ext cx="136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</a:t>
            </a:r>
          </a:p>
        </p:txBody>
      </p:sp>
      <p:sp>
        <p:nvSpPr>
          <p:cNvPr id="566" name="TextBox 565">
            <a:extLst>
              <a:ext uri="{FF2B5EF4-FFF2-40B4-BE49-F238E27FC236}">
                <a16:creationId xmlns:a16="http://schemas.microsoft.com/office/drawing/2014/main" id="{31726E95-9C13-B174-D035-DDE689FF7C8F}"/>
              </a:ext>
            </a:extLst>
          </p:cNvPr>
          <p:cNvSpPr txBox="1"/>
          <p:nvPr/>
        </p:nvSpPr>
        <p:spPr>
          <a:xfrm>
            <a:off x="1495637" y="84398"/>
            <a:ext cx="24142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</a:p>
        </p:txBody>
      </p:sp>
      <p:sp>
        <p:nvSpPr>
          <p:cNvPr id="569" name="직사각형 568">
            <a:extLst>
              <a:ext uri="{FF2B5EF4-FFF2-40B4-BE49-F238E27FC236}">
                <a16:creationId xmlns:a16="http://schemas.microsoft.com/office/drawing/2014/main" id="{710F9733-723F-6AE5-31B4-66EEE2B2B484}"/>
              </a:ext>
            </a:extLst>
          </p:cNvPr>
          <p:cNvSpPr/>
          <p:nvPr/>
        </p:nvSpPr>
        <p:spPr bwMode="auto">
          <a:xfrm>
            <a:off x="-1619250" y="-93727"/>
            <a:ext cx="3627207" cy="457200"/>
          </a:xfrm>
          <a:prstGeom prst="rect">
            <a:avLst/>
          </a:prstGeom>
          <a:noFill/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70" name="TextBox 569">
            <a:extLst>
              <a:ext uri="{FF2B5EF4-FFF2-40B4-BE49-F238E27FC236}">
                <a16:creationId xmlns:a16="http://schemas.microsoft.com/office/drawing/2014/main" id="{9A877A29-3928-87CB-B620-C4279DC8F9D9}"/>
              </a:ext>
            </a:extLst>
          </p:cNvPr>
          <p:cNvSpPr txBox="1"/>
          <p:nvPr/>
        </p:nvSpPr>
        <p:spPr>
          <a:xfrm>
            <a:off x="-1617024" y="45713"/>
            <a:ext cx="6012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기준일자</a:t>
            </a:r>
          </a:p>
        </p:txBody>
      </p:sp>
      <p:sp>
        <p:nvSpPr>
          <p:cNvPr id="571" name="직사각형 570">
            <a:extLst>
              <a:ext uri="{FF2B5EF4-FFF2-40B4-BE49-F238E27FC236}">
                <a16:creationId xmlns:a16="http://schemas.microsoft.com/office/drawing/2014/main" id="{B8F5AC09-90A2-532B-4C7D-F6B47A02917A}"/>
              </a:ext>
            </a:extLst>
          </p:cNvPr>
          <p:cNvSpPr/>
          <p:nvPr/>
        </p:nvSpPr>
        <p:spPr bwMode="auto">
          <a:xfrm>
            <a:off x="4311614" y="542856"/>
            <a:ext cx="7058025" cy="457200"/>
          </a:xfrm>
          <a:prstGeom prst="rect">
            <a:avLst/>
          </a:prstGeom>
          <a:noFill/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74" name="Rectangle 43">
            <a:extLst>
              <a:ext uri="{FF2B5EF4-FFF2-40B4-BE49-F238E27FC236}">
                <a16:creationId xmlns:a16="http://schemas.microsoft.com/office/drawing/2014/main" id="{1D2CDA87-D308-C982-7E78-9518C14C233B}"/>
              </a:ext>
            </a:extLst>
          </p:cNvPr>
          <p:cNvSpPr/>
          <p:nvPr/>
        </p:nvSpPr>
        <p:spPr>
          <a:xfrm>
            <a:off x="-541422" y="503488"/>
            <a:ext cx="1818441" cy="440110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5" name="AutoShape 55">
            <a:extLst>
              <a:ext uri="{FF2B5EF4-FFF2-40B4-BE49-F238E27FC236}">
                <a16:creationId xmlns:a16="http://schemas.microsoft.com/office/drawing/2014/main" id="{91B1A607-E183-6147-272C-4368A2C83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43433" y="524146"/>
            <a:ext cx="284400" cy="283906"/>
          </a:xfrm>
          <a:prstGeom prst="ellipse">
            <a:avLst/>
          </a:prstGeom>
          <a:solidFill>
            <a:srgbClr val="242852">
              <a:lumMod val="60000"/>
              <a:lumOff val="40000"/>
            </a:srgbClr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6" name="Rectangle 43">
            <a:extLst>
              <a:ext uri="{FF2B5EF4-FFF2-40B4-BE49-F238E27FC236}">
                <a16:creationId xmlns:a16="http://schemas.microsoft.com/office/drawing/2014/main" id="{6391803E-73EA-2868-15E8-4567D6993503}"/>
              </a:ext>
            </a:extLst>
          </p:cNvPr>
          <p:cNvSpPr/>
          <p:nvPr/>
        </p:nvSpPr>
        <p:spPr>
          <a:xfrm>
            <a:off x="1348616" y="482728"/>
            <a:ext cx="1953351" cy="460870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130278C2-F86C-EC5C-D2F9-5FC93D6CAEE7}"/>
              </a:ext>
            </a:extLst>
          </p:cNvPr>
          <p:cNvSpPr txBox="1"/>
          <p:nvPr/>
        </p:nvSpPr>
        <p:spPr>
          <a:xfrm>
            <a:off x="2100394" y="546812"/>
            <a:ext cx="1125998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223,582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1100" b="1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8" name="AutoShape 55">
            <a:extLst>
              <a:ext uri="{FF2B5EF4-FFF2-40B4-BE49-F238E27FC236}">
                <a16:creationId xmlns:a16="http://schemas.microsoft.com/office/drawing/2014/main" id="{941A3F53-4534-8C57-772D-991E94758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0576" y="520920"/>
            <a:ext cx="284400" cy="283906"/>
          </a:xfrm>
          <a:prstGeom prst="ellipse">
            <a:avLst/>
          </a:prstGeom>
          <a:solidFill>
            <a:srgbClr val="242852">
              <a:lumMod val="20000"/>
              <a:lumOff val="80000"/>
            </a:srgbClr>
          </a:solidFill>
          <a:ln w="3175">
            <a:noFill/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9" name="Multipe Users">
            <a:extLst>
              <a:ext uri="{FF2B5EF4-FFF2-40B4-BE49-F238E27FC236}">
                <a16:creationId xmlns:a16="http://schemas.microsoft.com/office/drawing/2014/main" id="{6768F13F-0C90-CB38-7EA0-E9701EE6B2C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16349" y="606765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80" name="TextBox 579">
            <a:extLst>
              <a:ext uri="{FF2B5EF4-FFF2-40B4-BE49-F238E27FC236}">
                <a16:creationId xmlns:a16="http://schemas.microsoft.com/office/drawing/2014/main" id="{F37E476C-CFA3-2CAE-EFD2-D7240CBF001A}"/>
              </a:ext>
            </a:extLst>
          </p:cNvPr>
          <p:cNvSpPr txBox="1"/>
          <p:nvPr/>
        </p:nvSpPr>
        <p:spPr>
          <a:xfrm>
            <a:off x="283672" y="555876"/>
            <a:ext cx="91440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1,354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1" name="Airplane">
            <a:extLst>
              <a:ext uri="{FF2B5EF4-FFF2-40B4-BE49-F238E27FC236}">
                <a16:creationId xmlns:a16="http://schemas.microsoft.com/office/drawing/2014/main" id="{274A332A-1430-65F7-48A2-6564E86C93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280652" y="578390"/>
            <a:ext cx="192006" cy="167772"/>
          </a:xfrm>
          <a:custGeom>
            <a:avLst/>
            <a:gdLst>
              <a:gd name="T0" fmla="*/ 169 w 671"/>
              <a:gd name="T1" fmla="*/ 0 h 586"/>
              <a:gd name="T2" fmla="*/ 149 w 671"/>
              <a:gd name="T3" fmla="*/ 28 h 586"/>
              <a:gd name="T4" fmla="*/ 230 w 671"/>
              <a:gd name="T5" fmla="*/ 227 h 586"/>
              <a:gd name="T6" fmla="*/ 88 w 671"/>
              <a:gd name="T7" fmla="*/ 227 h 586"/>
              <a:gd name="T8" fmla="*/ 54 w 671"/>
              <a:gd name="T9" fmla="*/ 160 h 586"/>
              <a:gd name="T10" fmla="*/ 40 w 671"/>
              <a:gd name="T11" fmla="*/ 149 h 586"/>
              <a:gd name="T12" fmla="*/ 0 w 671"/>
              <a:gd name="T13" fmla="*/ 166 h 586"/>
              <a:gd name="T14" fmla="*/ 26 w 671"/>
              <a:gd name="T15" fmla="*/ 293 h 586"/>
              <a:gd name="T16" fmla="*/ 0 w 671"/>
              <a:gd name="T17" fmla="*/ 419 h 586"/>
              <a:gd name="T18" fmla="*/ 51 w 671"/>
              <a:gd name="T19" fmla="*/ 431 h 586"/>
              <a:gd name="T20" fmla="*/ 54 w 671"/>
              <a:gd name="T21" fmla="*/ 427 h 586"/>
              <a:gd name="T22" fmla="*/ 54 w 671"/>
              <a:gd name="T23" fmla="*/ 427 h 586"/>
              <a:gd name="T24" fmla="*/ 88 w 671"/>
              <a:gd name="T25" fmla="*/ 360 h 586"/>
              <a:gd name="T26" fmla="*/ 230 w 671"/>
              <a:gd name="T27" fmla="*/ 360 h 586"/>
              <a:gd name="T28" fmla="*/ 149 w 671"/>
              <a:gd name="T29" fmla="*/ 558 h 586"/>
              <a:gd name="T30" fmla="*/ 169 w 671"/>
              <a:gd name="T31" fmla="*/ 586 h 586"/>
              <a:gd name="T32" fmla="*/ 200 w 671"/>
              <a:gd name="T33" fmla="*/ 583 h 586"/>
              <a:gd name="T34" fmla="*/ 200 w 671"/>
              <a:gd name="T35" fmla="*/ 583 h 586"/>
              <a:gd name="T36" fmla="*/ 224 w 671"/>
              <a:gd name="T37" fmla="*/ 569 h 586"/>
              <a:gd name="T38" fmla="*/ 388 w 671"/>
              <a:gd name="T39" fmla="*/ 360 h 586"/>
              <a:gd name="T40" fmla="*/ 583 w 671"/>
              <a:gd name="T41" fmla="*/ 360 h 586"/>
              <a:gd name="T42" fmla="*/ 646 w 671"/>
              <a:gd name="T43" fmla="*/ 334 h 586"/>
              <a:gd name="T44" fmla="*/ 646 w 671"/>
              <a:gd name="T45" fmla="*/ 253 h 586"/>
              <a:gd name="T46" fmla="*/ 583 w 671"/>
              <a:gd name="T47" fmla="*/ 227 h 586"/>
              <a:gd name="T48" fmla="*/ 388 w 671"/>
              <a:gd name="T49" fmla="*/ 227 h 586"/>
              <a:gd name="T50" fmla="*/ 224 w 671"/>
              <a:gd name="T51" fmla="*/ 17 h 586"/>
              <a:gd name="T52" fmla="*/ 169 w 671"/>
              <a:gd name="T53" fmla="*/ 0 h 586"/>
              <a:gd name="T54" fmla="*/ 177 w 671"/>
              <a:gd name="T55" fmla="*/ 28 h 586"/>
              <a:gd name="T56" fmla="*/ 197 w 671"/>
              <a:gd name="T57" fmla="*/ 30 h 586"/>
              <a:gd name="T58" fmla="*/ 211 w 671"/>
              <a:gd name="T59" fmla="*/ 44 h 586"/>
              <a:gd name="T60" fmla="*/ 375 w 671"/>
              <a:gd name="T61" fmla="*/ 253 h 586"/>
              <a:gd name="T62" fmla="*/ 583 w 671"/>
              <a:gd name="T63" fmla="*/ 253 h 586"/>
              <a:gd name="T64" fmla="*/ 627 w 671"/>
              <a:gd name="T65" fmla="*/ 271 h 586"/>
              <a:gd name="T66" fmla="*/ 627 w 671"/>
              <a:gd name="T67" fmla="*/ 316 h 586"/>
              <a:gd name="T68" fmla="*/ 583 w 671"/>
              <a:gd name="T69" fmla="*/ 333 h 586"/>
              <a:gd name="T70" fmla="*/ 375 w 671"/>
              <a:gd name="T71" fmla="*/ 333 h 586"/>
              <a:gd name="T72" fmla="*/ 203 w 671"/>
              <a:gd name="T73" fmla="*/ 552 h 586"/>
              <a:gd name="T74" fmla="*/ 197 w 671"/>
              <a:gd name="T75" fmla="*/ 556 h 586"/>
              <a:gd name="T76" fmla="*/ 177 w 671"/>
              <a:gd name="T77" fmla="*/ 558 h 586"/>
              <a:gd name="T78" fmla="*/ 270 w 671"/>
              <a:gd name="T79" fmla="*/ 333 h 586"/>
              <a:gd name="T80" fmla="*/ 72 w 671"/>
              <a:gd name="T81" fmla="*/ 333 h 586"/>
              <a:gd name="T82" fmla="*/ 29 w 671"/>
              <a:gd name="T83" fmla="*/ 413 h 586"/>
              <a:gd name="T84" fmla="*/ 53 w 671"/>
              <a:gd name="T85" fmla="*/ 293 h 586"/>
              <a:gd name="T86" fmla="*/ 29 w 671"/>
              <a:gd name="T87" fmla="*/ 174 h 586"/>
              <a:gd name="T88" fmla="*/ 72 w 671"/>
              <a:gd name="T89" fmla="*/ 253 h 586"/>
              <a:gd name="T90" fmla="*/ 270 w 671"/>
              <a:gd name="T91" fmla="*/ 253 h 586"/>
              <a:gd name="T92" fmla="*/ 177 w 671"/>
              <a:gd name="T93" fmla="*/ 28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71" h="586">
                <a:moveTo>
                  <a:pt x="169" y="0"/>
                </a:moveTo>
                <a:cubicBezTo>
                  <a:pt x="150" y="1"/>
                  <a:pt x="147" y="12"/>
                  <a:pt x="149" y="28"/>
                </a:cubicBezTo>
                <a:cubicBezTo>
                  <a:pt x="175" y="93"/>
                  <a:pt x="201" y="157"/>
                  <a:pt x="230" y="227"/>
                </a:cubicBezTo>
                <a:lnTo>
                  <a:pt x="88" y="227"/>
                </a:lnTo>
                <a:cubicBezTo>
                  <a:pt x="83" y="217"/>
                  <a:pt x="59" y="170"/>
                  <a:pt x="54" y="160"/>
                </a:cubicBezTo>
                <a:cubicBezTo>
                  <a:pt x="51" y="155"/>
                  <a:pt x="45" y="150"/>
                  <a:pt x="40" y="149"/>
                </a:cubicBezTo>
                <a:cubicBezTo>
                  <a:pt x="20" y="144"/>
                  <a:pt x="5" y="144"/>
                  <a:pt x="0" y="166"/>
                </a:cubicBezTo>
                <a:cubicBezTo>
                  <a:pt x="8" y="208"/>
                  <a:pt x="18" y="256"/>
                  <a:pt x="26" y="293"/>
                </a:cubicBezTo>
                <a:cubicBezTo>
                  <a:pt x="25" y="298"/>
                  <a:pt x="1" y="414"/>
                  <a:pt x="0" y="419"/>
                </a:cubicBezTo>
                <a:cubicBezTo>
                  <a:pt x="3" y="446"/>
                  <a:pt x="35" y="444"/>
                  <a:pt x="51" y="431"/>
                </a:cubicBezTo>
                <a:cubicBezTo>
                  <a:pt x="53" y="429"/>
                  <a:pt x="53" y="428"/>
                  <a:pt x="54" y="427"/>
                </a:cubicBezTo>
                <a:lnTo>
                  <a:pt x="54" y="427"/>
                </a:lnTo>
                <a:cubicBezTo>
                  <a:pt x="59" y="417"/>
                  <a:pt x="83" y="370"/>
                  <a:pt x="88" y="360"/>
                </a:cubicBezTo>
                <a:lnTo>
                  <a:pt x="230" y="360"/>
                </a:lnTo>
                <a:cubicBezTo>
                  <a:pt x="202" y="429"/>
                  <a:pt x="178" y="486"/>
                  <a:pt x="149" y="558"/>
                </a:cubicBezTo>
                <a:cubicBezTo>
                  <a:pt x="145" y="577"/>
                  <a:pt x="152" y="583"/>
                  <a:pt x="169" y="586"/>
                </a:cubicBezTo>
                <a:cubicBezTo>
                  <a:pt x="174" y="586"/>
                  <a:pt x="189" y="584"/>
                  <a:pt x="200" y="583"/>
                </a:cubicBezTo>
                <a:lnTo>
                  <a:pt x="200" y="583"/>
                </a:lnTo>
                <a:cubicBezTo>
                  <a:pt x="214" y="582"/>
                  <a:pt x="222" y="572"/>
                  <a:pt x="224" y="569"/>
                </a:cubicBezTo>
                <a:cubicBezTo>
                  <a:pt x="278" y="501"/>
                  <a:pt x="337" y="425"/>
                  <a:pt x="388" y="360"/>
                </a:cubicBezTo>
                <a:lnTo>
                  <a:pt x="583" y="360"/>
                </a:lnTo>
                <a:cubicBezTo>
                  <a:pt x="612" y="360"/>
                  <a:pt x="633" y="348"/>
                  <a:pt x="646" y="334"/>
                </a:cubicBezTo>
                <a:cubicBezTo>
                  <a:pt x="671" y="309"/>
                  <a:pt x="668" y="275"/>
                  <a:pt x="646" y="253"/>
                </a:cubicBezTo>
                <a:cubicBezTo>
                  <a:pt x="633" y="239"/>
                  <a:pt x="611" y="227"/>
                  <a:pt x="583" y="227"/>
                </a:cubicBezTo>
                <a:lnTo>
                  <a:pt x="388" y="227"/>
                </a:lnTo>
                <a:cubicBezTo>
                  <a:pt x="327" y="149"/>
                  <a:pt x="278" y="85"/>
                  <a:pt x="224" y="17"/>
                </a:cubicBezTo>
                <a:cubicBezTo>
                  <a:pt x="208" y="1"/>
                  <a:pt x="190" y="2"/>
                  <a:pt x="169" y="0"/>
                </a:cubicBezTo>
                <a:close/>
                <a:moveTo>
                  <a:pt x="177" y="28"/>
                </a:moveTo>
                <a:cubicBezTo>
                  <a:pt x="184" y="29"/>
                  <a:pt x="190" y="29"/>
                  <a:pt x="197" y="30"/>
                </a:cubicBezTo>
                <a:cubicBezTo>
                  <a:pt x="204" y="32"/>
                  <a:pt x="206" y="38"/>
                  <a:pt x="211" y="44"/>
                </a:cubicBezTo>
                <a:cubicBezTo>
                  <a:pt x="269" y="118"/>
                  <a:pt x="326" y="191"/>
                  <a:pt x="375" y="253"/>
                </a:cubicBezTo>
                <a:lnTo>
                  <a:pt x="583" y="253"/>
                </a:lnTo>
                <a:cubicBezTo>
                  <a:pt x="604" y="253"/>
                  <a:pt x="618" y="261"/>
                  <a:pt x="627" y="271"/>
                </a:cubicBezTo>
                <a:cubicBezTo>
                  <a:pt x="642" y="286"/>
                  <a:pt x="642" y="301"/>
                  <a:pt x="627" y="316"/>
                </a:cubicBezTo>
                <a:cubicBezTo>
                  <a:pt x="618" y="325"/>
                  <a:pt x="604" y="333"/>
                  <a:pt x="583" y="333"/>
                </a:cubicBezTo>
                <a:lnTo>
                  <a:pt x="375" y="333"/>
                </a:lnTo>
                <a:cubicBezTo>
                  <a:pt x="315" y="411"/>
                  <a:pt x="255" y="486"/>
                  <a:pt x="203" y="552"/>
                </a:cubicBezTo>
                <a:cubicBezTo>
                  <a:pt x="200" y="557"/>
                  <a:pt x="203" y="556"/>
                  <a:pt x="197" y="556"/>
                </a:cubicBezTo>
                <a:cubicBezTo>
                  <a:pt x="190" y="557"/>
                  <a:pt x="184" y="558"/>
                  <a:pt x="177" y="558"/>
                </a:cubicBezTo>
                <a:cubicBezTo>
                  <a:pt x="207" y="486"/>
                  <a:pt x="241" y="402"/>
                  <a:pt x="270" y="333"/>
                </a:cubicBezTo>
                <a:lnTo>
                  <a:pt x="72" y="333"/>
                </a:lnTo>
                <a:cubicBezTo>
                  <a:pt x="58" y="362"/>
                  <a:pt x="42" y="391"/>
                  <a:pt x="29" y="413"/>
                </a:cubicBezTo>
                <a:cubicBezTo>
                  <a:pt x="37" y="373"/>
                  <a:pt x="45" y="333"/>
                  <a:pt x="53" y="293"/>
                </a:cubicBezTo>
                <a:cubicBezTo>
                  <a:pt x="45" y="252"/>
                  <a:pt x="36" y="212"/>
                  <a:pt x="29" y="174"/>
                </a:cubicBezTo>
                <a:cubicBezTo>
                  <a:pt x="45" y="198"/>
                  <a:pt x="60" y="230"/>
                  <a:pt x="72" y="253"/>
                </a:cubicBezTo>
                <a:lnTo>
                  <a:pt x="270" y="253"/>
                </a:lnTo>
                <a:cubicBezTo>
                  <a:pt x="236" y="171"/>
                  <a:pt x="207" y="102"/>
                  <a:pt x="177" y="28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sz="731" dirty="0">
              <a:solidFill>
                <a:prstClr val="black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2" name="TextBox 581">
            <a:extLst>
              <a:ext uri="{FF2B5EF4-FFF2-40B4-BE49-F238E27FC236}">
                <a16:creationId xmlns:a16="http://schemas.microsoft.com/office/drawing/2014/main" id="{76503764-F30C-920C-FA3A-4B480CE47C67}"/>
              </a:ext>
            </a:extLst>
          </p:cNvPr>
          <p:cNvSpPr txBox="1"/>
          <p:nvPr/>
        </p:nvSpPr>
        <p:spPr>
          <a:xfrm>
            <a:off x="-630612" y="824259"/>
            <a:ext cx="9144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운항편</a:t>
            </a:r>
          </a:p>
        </p:txBody>
      </p:sp>
      <p:sp>
        <p:nvSpPr>
          <p:cNvPr id="583" name="TextBox 582">
            <a:extLst>
              <a:ext uri="{FF2B5EF4-FFF2-40B4-BE49-F238E27FC236}">
                <a16:creationId xmlns:a16="http://schemas.microsoft.com/office/drawing/2014/main" id="{2171CF31-42B9-151D-A11E-18C2CDEC71C8}"/>
              </a:ext>
            </a:extLst>
          </p:cNvPr>
          <p:cNvSpPr txBox="1"/>
          <p:nvPr/>
        </p:nvSpPr>
        <p:spPr>
          <a:xfrm>
            <a:off x="1257694" y="824259"/>
            <a:ext cx="9144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여객수</a:t>
            </a:r>
          </a:p>
        </p:txBody>
      </p:sp>
      <p:sp>
        <p:nvSpPr>
          <p:cNvPr id="584" name="Rectangle 43">
            <a:extLst>
              <a:ext uri="{FF2B5EF4-FFF2-40B4-BE49-F238E27FC236}">
                <a16:creationId xmlns:a16="http://schemas.microsoft.com/office/drawing/2014/main" id="{F6EFD84F-1740-CBEA-3659-2835F8F6B7AA}"/>
              </a:ext>
            </a:extLst>
          </p:cNvPr>
          <p:cNvSpPr/>
          <p:nvPr/>
        </p:nvSpPr>
        <p:spPr>
          <a:xfrm>
            <a:off x="-1442799" y="2374136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85" name="AutoShape 55">
            <a:extLst>
              <a:ext uri="{FF2B5EF4-FFF2-40B4-BE49-F238E27FC236}">
                <a16:creationId xmlns:a16="http://schemas.microsoft.com/office/drawing/2014/main" id="{7A4E85F2-64A2-6271-0451-1DCB3766F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299711" y="2461015"/>
            <a:ext cx="322901" cy="283906"/>
          </a:xfrm>
          <a:prstGeom prst="ellipse">
            <a:avLst/>
          </a:prstGeom>
          <a:solidFill>
            <a:srgbClr val="242852">
              <a:lumMod val="60000"/>
              <a:lumOff val="40000"/>
            </a:srgbClr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6" name="TextBox 585">
            <a:extLst>
              <a:ext uri="{FF2B5EF4-FFF2-40B4-BE49-F238E27FC236}">
                <a16:creationId xmlns:a16="http://schemas.microsoft.com/office/drawing/2014/main" id="{02CE9865-FF7E-13F4-D552-F5F8C88F35EC}"/>
              </a:ext>
            </a:extLst>
          </p:cNvPr>
          <p:cNvSpPr txBox="1"/>
          <p:nvPr/>
        </p:nvSpPr>
        <p:spPr>
          <a:xfrm>
            <a:off x="-721972" y="2552299"/>
            <a:ext cx="90496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270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7" name="Airplane">
            <a:extLst>
              <a:ext uri="{FF2B5EF4-FFF2-40B4-BE49-F238E27FC236}">
                <a16:creationId xmlns:a16="http://schemas.microsoft.com/office/drawing/2014/main" id="{5DED1F1A-7275-5BC7-B5B6-BDF8CE4768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1236930" y="2515259"/>
            <a:ext cx="217999" cy="167772"/>
          </a:xfrm>
          <a:custGeom>
            <a:avLst/>
            <a:gdLst>
              <a:gd name="T0" fmla="*/ 169 w 671"/>
              <a:gd name="T1" fmla="*/ 0 h 586"/>
              <a:gd name="T2" fmla="*/ 149 w 671"/>
              <a:gd name="T3" fmla="*/ 28 h 586"/>
              <a:gd name="T4" fmla="*/ 230 w 671"/>
              <a:gd name="T5" fmla="*/ 227 h 586"/>
              <a:gd name="T6" fmla="*/ 88 w 671"/>
              <a:gd name="T7" fmla="*/ 227 h 586"/>
              <a:gd name="T8" fmla="*/ 54 w 671"/>
              <a:gd name="T9" fmla="*/ 160 h 586"/>
              <a:gd name="T10" fmla="*/ 40 w 671"/>
              <a:gd name="T11" fmla="*/ 149 h 586"/>
              <a:gd name="T12" fmla="*/ 0 w 671"/>
              <a:gd name="T13" fmla="*/ 166 h 586"/>
              <a:gd name="T14" fmla="*/ 26 w 671"/>
              <a:gd name="T15" fmla="*/ 293 h 586"/>
              <a:gd name="T16" fmla="*/ 0 w 671"/>
              <a:gd name="T17" fmla="*/ 419 h 586"/>
              <a:gd name="T18" fmla="*/ 51 w 671"/>
              <a:gd name="T19" fmla="*/ 431 h 586"/>
              <a:gd name="T20" fmla="*/ 54 w 671"/>
              <a:gd name="T21" fmla="*/ 427 h 586"/>
              <a:gd name="T22" fmla="*/ 54 w 671"/>
              <a:gd name="T23" fmla="*/ 427 h 586"/>
              <a:gd name="T24" fmla="*/ 88 w 671"/>
              <a:gd name="T25" fmla="*/ 360 h 586"/>
              <a:gd name="T26" fmla="*/ 230 w 671"/>
              <a:gd name="T27" fmla="*/ 360 h 586"/>
              <a:gd name="T28" fmla="*/ 149 w 671"/>
              <a:gd name="T29" fmla="*/ 558 h 586"/>
              <a:gd name="T30" fmla="*/ 169 w 671"/>
              <a:gd name="T31" fmla="*/ 586 h 586"/>
              <a:gd name="T32" fmla="*/ 200 w 671"/>
              <a:gd name="T33" fmla="*/ 583 h 586"/>
              <a:gd name="T34" fmla="*/ 200 w 671"/>
              <a:gd name="T35" fmla="*/ 583 h 586"/>
              <a:gd name="T36" fmla="*/ 224 w 671"/>
              <a:gd name="T37" fmla="*/ 569 h 586"/>
              <a:gd name="T38" fmla="*/ 388 w 671"/>
              <a:gd name="T39" fmla="*/ 360 h 586"/>
              <a:gd name="T40" fmla="*/ 583 w 671"/>
              <a:gd name="T41" fmla="*/ 360 h 586"/>
              <a:gd name="T42" fmla="*/ 646 w 671"/>
              <a:gd name="T43" fmla="*/ 334 h 586"/>
              <a:gd name="T44" fmla="*/ 646 w 671"/>
              <a:gd name="T45" fmla="*/ 253 h 586"/>
              <a:gd name="T46" fmla="*/ 583 w 671"/>
              <a:gd name="T47" fmla="*/ 227 h 586"/>
              <a:gd name="T48" fmla="*/ 388 w 671"/>
              <a:gd name="T49" fmla="*/ 227 h 586"/>
              <a:gd name="T50" fmla="*/ 224 w 671"/>
              <a:gd name="T51" fmla="*/ 17 h 586"/>
              <a:gd name="T52" fmla="*/ 169 w 671"/>
              <a:gd name="T53" fmla="*/ 0 h 586"/>
              <a:gd name="T54" fmla="*/ 177 w 671"/>
              <a:gd name="T55" fmla="*/ 28 h 586"/>
              <a:gd name="T56" fmla="*/ 197 w 671"/>
              <a:gd name="T57" fmla="*/ 30 h 586"/>
              <a:gd name="T58" fmla="*/ 211 w 671"/>
              <a:gd name="T59" fmla="*/ 44 h 586"/>
              <a:gd name="T60" fmla="*/ 375 w 671"/>
              <a:gd name="T61" fmla="*/ 253 h 586"/>
              <a:gd name="T62" fmla="*/ 583 w 671"/>
              <a:gd name="T63" fmla="*/ 253 h 586"/>
              <a:gd name="T64" fmla="*/ 627 w 671"/>
              <a:gd name="T65" fmla="*/ 271 h 586"/>
              <a:gd name="T66" fmla="*/ 627 w 671"/>
              <a:gd name="T67" fmla="*/ 316 h 586"/>
              <a:gd name="T68" fmla="*/ 583 w 671"/>
              <a:gd name="T69" fmla="*/ 333 h 586"/>
              <a:gd name="T70" fmla="*/ 375 w 671"/>
              <a:gd name="T71" fmla="*/ 333 h 586"/>
              <a:gd name="T72" fmla="*/ 203 w 671"/>
              <a:gd name="T73" fmla="*/ 552 h 586"/>
              <a:gd name="T74" fmla="*/ 197 w 671"/>
              <a:gd name="T75" fmla="*/ 556 h 586"/>
              <a:gd name="T76" fmla="*/ 177 w 671"/>
              <a:gd name="T77" fmla="*/ 558 h 586"/>
              <a:gd name="T78" fmla="*/ 270 w 671"/>
              <a:gd name="T79" fmla="*/ 333 h 586"/>
              <a:gd name="T80" fmla="*/ 72 w 671"/>
              <a:gd name="T81" fmla="*/ 333 h 586"/>
              <a:gd name="T82" fmla="*/ 29 w 671"/>
              <a:gd name="T83" fmla="*/ 413 h 586"/>
              <a:gd name="T84" fmla="*/ 53 w 671"/>
              <a:gd name="T85" fmla="*/ 293 h 586"/>
              <a:gd name="T86" fmla="*/ 29 w 671"/>
              <a:gd name="T87" fmla="*/ 174 h 586"/>
              <a:gd name="T88" fmla="*/ 72 w 671"/>
              <a:gd name="T89" fmla="*/ 253 h 586"/>
              <a:gd name="T90" fmla="*/ 270 w 671"/>
              <a:gd name="T91" fmla="*/ 253 h 586"/>
              <a:gd name="T92" fmla="*/ 177 w 671"/>
              <a:gd name="T93" fmla="*/ 28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71" h="586">
                <a:moveTo>
                  <a:pt x="169" y="0"/>
                </a:moveTo>
                <a:cubicBezTo>
                  <a:pt x="150" y="1"/>
                  <a:pt x="147" y="12"/>
                  <a:pt x="149" y="28"/>
                </a:cubicBezTo>
                <a:cubicBezTo>
                  <a:pt x="175" y="93"/>
                  <a:pt x="201" y="157"/>
                  <a:pt x="230" y="227"/>
                </a:cubicBezTo>
                <a:lnTo>
                  <a:pt x="88" y="227"/>
                </a:lnTo>
                <a:cubicBezTo>
                  <a:pt x="83" y="217"/>
                  <a:pt x="59" y="170"/>
                  <a:pt x="54" y="160"/>
                </a:cubicBezTo>
                <a:cubicBezTo>
                  <a:pt x="51" y="155"/>
                  <a:pt x="45" y="150"/>
                  <a:pt x="40" y="149"/>
                </a:cubicBezTo>
                <a:cubicBezTo>
                  <a:pt x="20" y="144"/>
                  <a:pt x="5" y="144"/>
                  <a:pt x="0" y="166"/>
                </a:cubicBezTo>
                <a:cubicBezTo>
                  <a:pt x="8" y="208"/>
                  <a:pt x="18" y="256"/>
                  <a:pt x="26" y="293"/>
                </a:cubicBezTo>
                <a:cubicBezTo>
                  <a:pt x="25" y="298"/>
                  <a:pt x="1" y="414"/>
                  <a:pt x="0" y="419"/>
                </a:cubicBezTo>
                <a:cubicBezTo>
                  <a:pt x="3" y="446"/>
                  <a:pt x="35" y="444"/>
                  <a:pt x="51" y="431"/>
                </a:cubicBezTo>
                <a:cubicBezTo>
                  <a:pt x="53" y="429"/>
                  <a:pt x="53" y="428"/>
                  <a:pt x="54" y="427"/>
                </a:cubicBezTo>
                <a:lnTo>
                  <a:pt x="54" y="427"/>
                </a:lnTo>
                <a:cubicBezTo>
                  <a:pt x="59" y="417"/>
                  <a:pt x="83" y="370"/>
                  <a:pt x="88" y="360"/>
                </a:cubicBezTo>
                <a:lnTo>
                  <a:pt x="230" y="360"/>
                </a:lnTo>
                <a:cubicBezTo>
                  <a:pt x="202" y="429"/>
                  <a:pt x="178" y="486"/>
                  <a:pt x="149" y="558"/>
                </a:cubicBezTo>
                <a:cubicBezTo>
                  <a:pt x="145" y="577"/>
                  <a:pt x="152" y="583"/>
                  <a:pt x="169" y="586"/>
                </a:cubicBezTo>
                <a:cubicBezTo>
                  <a:pt x="174" y="586"/>
                  <a:pt x="189" y="584"/>
                  <a:pt x="200" y="583"/>
                </a:cubicBezTo>
                <a:lnTo>
                  <a:pt x="200" y="583"/>
                </a:lnTo>
                <a:cubicBezTo>
                  <a:pt x="214" y="582"/>
                  <a:pt x="222" y="572"/>
                  <a:pt x="224" y="569"/>
                </a:cubicBezTo>
                <a:cubicBezTo>
                  <a:pt x="278" y="501"/>
                  <a:pt x="337" y="425"/>
                  <a:pt x="388" y="360"/>
                </a:cubicBezTo>
                <a:lnTo>
                  <a:pt x="583" y="360"/>
                </a:lnTo>
                <a:cubicBezTo>
                  <a:pt x="612" y="360"/>
                  <a:pt x="633" y="348"/>
                  <a:pt x="646" y="334"/>
                </a:cubicBezTo>
                <a:cubicBezTo>
                  <a:pt x="671" y="309"/>
                  <a:pt x="668" y="275"/>
                  <a:pt x="646" y="253"/>
                </a:cubicBezTo>
                <a:cubicBezTo>
                  <a:pt x="633" y="239"/>
                  <a:pt x="611" y="227"/>
                  <a:pt x="583" y="227"/>
                </a:cubicBezTo>
                <a:lnTo>
                  <a:pt x="388" y="227"/>
                </a:lnTo>
                <a:cubicBezTo>
                  <a:pt x="327" y="149"/>
                  <a:pt x="278" y="85"/>
                  <a:pt x="224" y="17"/>
                </a:cubicBezTo>
                <a:cubicBezTo>
                  <a:pt x="208" y="1"/>
                  <a:pt x="190" y="2"/>
                  <a:pt x="169" y="0"/>
                </a:cubicBezTo>
                <a:close/>
                <a:moveTo>
                  <a:pt x="177" y="28"/>
                </a:moveTo>
                <a:cubicBezTo>
                  <a:pt x="184" y="29"/>
                  <a:pt x="190" y="29"/>
                  <a:pt x="197" y="30"/>
                </a:cubicBezTo>
                <a:cubicBezTo>
                  <a:pt x="204" y="32"/>
                  <a:pt x="206" y="38"/>
                  <a:pt x="211" y="44"/>
                </a:cubicBezTo>
                <a:cubicBezTo>
                  <a:pt x="269" y="118"/>
                  <a:pt x="326" y="191"/>
                  <a:pt x="375" y="253"/>
                </a:cubicBezTo>
                <a:lnTo>
                  <a:pt x="583" y="253"/>
                </a:lnTo>
                <a:cubicBezTo>
                  <a:pt x="604" y="253"/>
                  <a:pt x="618" y="261"/>
                  <a:pt x="627" y="271"/>
                </a:cubicBezTo>
                <a:cubicBezTo>
                  <a:pt x="642" y="286"/>
                  <a:pt x="642" y="301"/>
                  <a:pt x="627" y="316"/>
                </a:cubicBezTo>
                <a:cubicBezTo>
                  <a:pt x="618" y="325"/>
                  <a:pt x="604" y="333"/>
                  <a:pt x="583" y="333"/>
                </a:cubicBezTo>
                <a:lnTo>
                  <a:pt x="375" y="333"/>
                </a:lnTo>
                <a:cubicBezTo>
                  <a:pt x="315" y="411"/>
                  <a:pt x="255" y="486"/>
                  <a:pt x="203" y="552"/>
                </a:cubicBezTo>
                <a:cubicBezTo>
                  <a:pt x="200" y="557"/>
                  <a:pt x="203" y="556"/>
                  <a:pt x="197" y="556"/>
                </a:cubicBezTo>
                <a:cubicBezTo>
                  <a:pt x="190" y="557"/>
                  <a:pt x="184" y="558"/>
                  <a:pt x="177" y="558"/>
                </a:cubicBezTo>
                <a:cubicBezTo>
                  <a:pt x="207" y="486"/>
                  <a:pt x="241" y="402"/>
                  <a:pt x="270" y="333"/>
                </a:cubicBezTo>
                <a:lnTo>
                  <a:pt x="72" y="333"/>
                </a:lnTo>
                <a:cubicBezTo>
                  <a:pt x="58" y="362"/>
                  <a:pt x="42" y="391"/>
                  <a:pt x="29" y="413"/>
                </a:cubicBezTo>
                <a:cubicBezTo>
                  <a:pt x="37" y="373"/>
                  <a:pt x="45" y="333"/>
                  <a:pt x="53" y="293"/>
                </a:cubicBezTo>
                <a:cubicBezTo>
                  <a:pt x="45" y="252"/>
                  <a:pt x="36" y="212"/>
                  <a:pt x="29" y="174"/>
                </a:cubicBezTo>
                <a:cubicBezTo>
                  <a:pt x="45" y="198"/>
                  <a:pt x="60" y="230"/>
                  <a:pt x="72" y="253"/>
                </a:cubicBezTo>
                <a:lnTo>
                  <a:pt x="270" y="253"/>
                </a:lnTo>
                <a:cubicBezTo>
                  <a:pt x="236" y="171"/>
                  <a:pt x="207" y="102"/>
                  <a:pt x="177" y="28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sz="731" dirty="0">
              <a:solidFill>
                <a:prstClr val="black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90" name="직선 연결선 589">
            <a:extLst>
              <a:ext uri="{FF2B5EF4-FFF2-40B4-BE49-F238E27FC236}">
                <a16:creationId xmlns:a16="http://schemas.microsoft.com/office/drawing/2014/main" id="{D3371234-C06A-7A43-12B9-2E589EFEB14D}"/>
              </a:ext>
            </a:extLst>
          </p:cNvPr>
          <p:cNvCxnSpPr>
            <a:cxnSpLocks/>
          </p:cNvCxnSpPr>
          <p:nvPr/>
        </p:nvCxnSpPr>
        <p:spPr bwMode="auto">
          <a:xfrm>
            <a:off x="-539841" y="1524621"/>
            <a:ext cx="3933445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605" name="TextBox 604">
            <a:extLst>
              <a:ext uri="{FF2B5EF4-FFF2-40B4-BE49-F238E27FC236}">
                <a16:creationId xmlns:a16="http://schemas.microsoft.com/office/drawing/2014/main" id="{9D033F60-074E-D131-6A5E-587593C25ED0}"/>
              </a:ext>
            </a:extLst>
          </p:cNvPr>
          <p:cNvSpPr txBox="1"/>
          <p:nvPr/>
        </p:nvSpPr>
        <p:spPr>
          <a:xfrm>
            <a:off x="-1020791" y="1395108"/>
            <a:ext cx="5442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07" name="직선 연결선 606">
            <a:extLst>
              <a:ext uri="{FF2B5EF4-FFF2-40B4-BE49-F238E27FC236}">
                <a16:creationId xmlns:a16="http://schemas.microsoft.com/office/drawing/2014/main" id="{DA45B1A3-0F12-FE46-FC86-0E3CACB07CB9}"/>
              </a:ext>
            </a:extLst>
          </p:cNvPr>
          <p:cNvCxnSpPr/>
          <p:nvPr/>
        </p:nvCxnSpPr>
        <p:spPr bwMode="auto">
          <a:xfrm flipV="1">
            <a:off x="-302669" y="1464493"/>
            <a:ext cx="0" cy="60128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08" name="직선 연결선 607">
            <a:extLst>
              <a:ext uri="{FF2B5EF4-FFF2-40B4-BE49-F238E27FC236}">
                <a16:creationId xmlns:a16="http://schemas.microsoft.com/office/drawing/2014/main" id="{384A1F41-7BBF-B284-EDCF-544A054E11BB}"/>
              </a:ext>
            </a:extLst>
          </p:cNvPr>
          <p:cNvCxnSpPr>
            <a:cxnSpLocks/>
          </p:cNvCxnSpPr>
          <p:nvPr/>
        </p:nvCxnSpPr>
        <p:spPr bwMode="auto">
          <a:xfrm flipV="1">
            <a:off x="-132548" y="1404365"/>
            <a:ext cx="0" cy="120256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10" name="직선 연결선 609">
            <a:extLst>
              <a:ext uri="{FF2B5EF4-FFF2-40B4-BE49-F238E27FC236}">
                <a16:creationId xmlns:a16="http://schemas.microsoft.com/office/drawing/2014/main" id="{E1649F82-721B-0CF4-7414-53C19AA02E15}"/>
              </a:ext>
            </a:extLst>
          </p:cNvPr>
          <p:cNvCxnSpPr>
            <a:cxnSpLocks/>
          </p:cNvCxnSpPr>
          <p:nvPr/>
        </p:nvCxnSpPr>
        <p:spPr bwMode="auto">
          <a:xfrm flipV="1">
            <a:off x="16308" y="1404365"/>
            <a:ext cx="0" cy="120256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87" name="직선 연결선 686">
            <a:extLst>
              <a:ext uri="{FF2B5EF4-FFF2-40B4-BE49-F238E27FC236}">
                <a16:creationId xmlns:a16="http://schemas.microsoft.com/office/drawing/2014/main" id="{DC2685A1-1893-2FF1-538F-D0E790AC733B}"/>
              </a:ext>
            </a:extLst>
          </p:cNvPr>
          <p:cNvCxnSpPr>
            <a:cxnSpLocks/>
          </p:cNvCxnSpPr>
          <p:nvPr/>
        </p:nvCxnSpPr>
        <p:spPr bwMode="auto">
          <a:xfrm flipV="1">
            <a:off x="154531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88" name="직선 연결선 687">
            <a:extLst>
              <a:ext uri="{FF2B5EF4-FFF2-40B4-BE49-F238E27FC236}">
                <a16:creationId xmlns:a16="http://schemas.microsoft.com/office/drawing/2014/main" id="{987BD6F6-7D80-8CC5-83DE-C1E470594183}"/>
              </a:ext>
            </a:extLst>
          </p:cNvPr>
          <p:cNvCxnSpPr>
            <a:cxnSpLocks/>
          </p:cNvCxnSpPr>
          <p:nvPr/>
        </p:nvCxnSpPr>
        <p:spPr bwMode="auto">
          <a:xfrm flipV="1">
            <a:off x="303387" y="1284109"/>
            <a:ext cx="0" cy="240512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89" name="직선 연결선 688">
            <a:extLst>
              <a:ext uri="{FF2B5EF4-FFF2-40B4-BE49-F238E27FC236}">
                <a16:creationId xmlns:a16="http://schemas.microsoft.com/office/drawing/2014/main" id="{CDD2AD20-30FA-1B75-0C60-9C9DE6E95A6C}"/>
              </a:ext>
            </a:extLst>
          </p:cNvPr>
          <p:cNvCxnSpPr>
            <a:cxnSpLocks/>
          </p:cNvCxnSpPr>
          <p:nvPr/>
        </p:nvCxnSpPr>
        <p:spPr bwMode="auto">
          <a:xfrm flipV="1">
            <a:off x="462875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0" name="직선 연결선 689">
            <a:extLst>
              <a:ext uri="{FF2B5EF4-FFF2-40B4-BE49-F238E27FC236}">
                <a16:creationId xmlns:a16="http://schemas.microsoft.com/office/drawing/2014/main" id="{002B96CC-39D7-6117-90FC-81047A8E89C3}"/>
              </a:ext>
            </a:extLst>
          </p:cNvPr>
          <p:cNvCxnSpPr>
            <a:cxnSpLocks/>
          </p:cNvCxnSpPr>
          <p:nvPr/>
        </p:nvCxnSpPr>
        <p:spPr bwMode="auto">
          <a:xfrm flipV="1">
            <a:off x="611731" y="1284109"/>
            <a:ext cx="0" cy="240512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1" name="직선 연결선 690">
            <a:extLst>
              <a:ext uri="{FF2B5EF4-FFF2-40B4-BE49-F238E27FC236}">
                <a16:creationId xmlns:a16="http://schemas.microsoft.com/office/drawing/2014/main" id="{894BF920-6229-FC55-1950-A1B352D2F443}"/>
              </a:ext>
            </a:extLst>
          </p:cNvPr>
          <p:cNvCxnSpPr>
            <a:cxnSpLocks/>
          </p:cNvCxnSpPr>
          <p:nvPr/>
        </p:nvCxnSpPr>
        <p:spPr bwMode="auto">
          <a:xfrm flipV="1">
            <a:off x="771220" y="1284109"/>
            <a:ext cx="0" cy="240512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2" name="직선 연결선 691">
            <a:extLst>
              <a:ext uri="{FF2B5EF4-FFF2-40B4-BE49-F238E27FC236}">
                <a16:creationId xmlns:a16="http://schemas.microsoft.com/office/drawing/2014/main" id="{999CCC52-4CA8-ED03-253E-4F144427D159}"/>
              </a:ext>
            </a:extLst>
          </p:cNvPr>
          <p:cNvCxnSpPr>
            <a:cxnSpLocks/>
          </p:cNvCxnSpPr>
          <p:nvPr/>
        </p:nvCxnSpPr>
        <p:spPr bwMode="auto">
          <a:xfrm flipV="1">
            <a:off x="920076" y="1223981"/>
            <a:ext cx="0" cy="30064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3" name="직선 연결선 692">
            <a:extLst>
              <a:ext uri="{FF2B5EF4-FFF2-40B4-BE49-F238E27FC236}">
                <a16:creationId xmlns:a16="http://schemas.microsoft.com/office/drawing/2014/main" id="{574EEDE7-8E91-4B21-0846-3ED3B22F0581}"/>
              </a:ext>
            </a:extLst>
          </p:cNvPr>
          <p:cNvCxnSpPr>
            <a:cxnSpLocks/>
          </p:cNvCxnSpPr>
          <p:nvPr/>
        </p:nvCxnSpPr>
        <p:spPr bwMode="auto">
          <a:xfrm flipV="1">
            <a:off x="1058299" y="1284109"/>
            <a:ext cx="0" cy="240512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4" name="직선 연결선 693">
            <a:extLst>
              <a:ext uri="{FF2B5EF4-FFF2-40B4-BE49-F238E27FC236}">
                <a16:creationId xmlns:a16="http://schemas.microsoft.com/office/drawing/2014/main" id="{05FB866D-BC3E-919B-DA60-900BC62E5FA6}"/>
              </a:ext>
            </a:extLst>
          </p:cNvPr>
          <p:cNvCxnSpPr>
            <a:cxnSpLocks/>
          </p:cNvCxnSpPr>
          <p:nvPr/>
        </p:nvCxnSpPr>
        <p:spPr bwMode="auto">
          <a:xfrm flipV="1">
            <a:off x="1207155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5" name="직선 연결선 694">
            <a:extLst>
              <a:ext uri="{FF2B5EF4-FFF2-40B4-BE49-F238E27FC236}">
                <a16:creationId xmlns:a16="http://schemas.microsoft.com/office/drawing/2014/main" id="{A62DB632-B545-067F-4DC9-998F3F524AE4}"/>
              </a:ext>
            </a:extLst>
          </p:cNvPr>
          <p:cNvCxnSpPr>
            <a:cxnSpLocks/>
          </p:cNvCxnSpPr>
          <p:nvPr/>
        </p:nvCxnSpPr>
        <p:spPr bwMode="auto">
          <a:xfrm flipV="1">
            <a:off x="1366643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696" name="직선 연결선 695">
            <a:extLst>
              <a:ext uri="{FF2B5EF4-FFF2-40B4-BE49-F238E27FC236}">
                <a16:creationId xmlns:a16="http://schemas.microsoft.com/office/drawing/2014/main" id="{F6365BAA-63DD-4BD1-D4E8-B5E5FC64B80E}"/>
              </a:ext>
            </a:extLst>
          </p:cNvPr>
          <p:cNvCxnSpPr>
            <a:cxnSpLocks/>
          </p:cNvCxnSpPr>
          <p:nvPr/>
        </p:nvCxnSpPr>
        <p:spPr bwMode="auto">
          <a:xfrm flipV="1">
            <a:off x="1515499" y="1404365"/>
            <a:ext cx="0" cy="120256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B660CA59-A1CB-D577-E10A-8C0578A6CF80}"/>
              </a:ext>
            </a:extLst>
          </p:cNvPr>
          <p:cNvCxnSpPr>
            <a:cxnSpLocks/>
          </p:cNvCxnSpPr>
          <p:nvPr/>
        </p:nvCxnSpPr>
        <p:spPr bwMode="auto">
          <a:xfrm flipV="1">
            <a:off x="1696253" y="1126540"/>
            <a:ext cx="0" cy="398081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641BC926-3049-F973-E5F8-64A24C06D87F}"/>
              </a:ext>
            </a:extLst>
          </p:cNvPr>
          <p:cNvCxnSpPr>
            <a:cxnSpLocks/>
          </p:cNvCxnSpPr>
          <p:nvPr/>
        </p:nvCxnSpPr>
        <p:spPr bwMode="auto">
          <a:xfrm flipV="1">
            <a:off x="1845109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A1C1BBEF-4DC5-CD38-EA66-DB48D2CA0464}"/>
              </a:ext>
            </a:extLst>
          </p:cNvPr>
          <p:cNvCxnSpPr>
            <a:cxnSpLocks/>
          </p:cNvCxnSpPr>
          <p:nvPr/>
        </p:nvCxnSpPr>
        <p:spPr bwMode="auto">
          <a:xfrm flipV="1">
            <a:off x="2004597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199" name="직선 연결선 198">
            <a:extLst>
              <a:ext uri="{FF2B5EF4-FFF2-40B4-BE49-F238E27FC236}">
                <a16:creationId xmlns:a16="http://schemas.microsoft.com/office/drawing/2014/main" id="{F05BF9B0-B9E7-A5D0-75B4-57416DECC822}"/>
              </a:ext>
            </a:extLst>
          </p:cNvPr>
          <p:cNvCxnSpPr>
            <a:cxnSpLocks/>
          </p:cNvCxnSpPr>
          <p:nvPr/>
        </p:nvCxnSpPr>
        <p:spPr bwMode="auto">
          <a:xfrm flipV="1">
            <a:off x="2153453" y="1404365"/>
            <a:ext cx="0" cy="120256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D340B3C0-2929-FD68-6420-67F944FBFCB0}"/>
              </a:ext>
            </a:extLst>
          </p:cNvPr>
          <p:cNvCxnSpPr>
            <a:cxnSpLocks/>
          </p:cNvCxnSpPr>
          <p:nvPr/>
        </p:nvCxnSpPr>
        <p:spPr bwMode="auto">
          <a:xfrm flipV="1">
            <a:off x="2334206" y="1284109"/>
            <a:ext cx="0" cy="240512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F1AD7E68-607A-4B31-C125-C6A685A85FB9}"/>
              </a:ext>
            </a:extLst>
          </p:cNvPr>
          <p:cNvCxnSpPr>
            <a:cxnSpLocks/>
          </p:cNvCxnSpPr>
          <p:nvPr/>
        </p:nvCxnSpPr>
        <p:spPr bwMode="auto">
          <a:xfrm flipV="1">
            <a:off x="2483062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12E88FE2-6D05-B16B-2AF9-EECBF247EB25}"/>
              </a:ext>
            </a:extLst>
          </p:cNvPr>
          <p:cNvCxnSpPr>
            <a:cxnSpLocks/>
          </p:cNvCxnSpPr>
          <p:nvPr/>
        </p:nvCxnSpPr>
        <p:spPr bwMode="auto">
          <a:xfrm flipV="1">
            <a:off x="2642550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06" name="직선 연결선 205">
            <a:extLst>
              <a:ext uri="{FF2B5EF4-FFF2-40B4-BE49-F238E27FC236}">
                <a16:creationId xmlns:a16="http://schemas.microsoft.com/office/drawing/2014/main" id="{97DC522C-89ED-AE00-A35A-008877E95E5D}"/>
              </a:ext>
            </a:extLst>
          </p:cNvPr>
          <p:cNvCxnSpPr>
            <a:cxnSpLocks/>
          </p:cNvCxnSpPr>
          <p:nvPr/>
        </p:nvCxnSpPr>
        <p:spPr bwMode="auto">
          <a:xfrm flipV="1">
            <a:off x="2791406" y="1404365"/>
            <a:ext cx="0" cy="120256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6DBCCAD2-5655-5F53-384A-1D047290C2A1}"/>
              </a:ext>
            </a:extLst>
          </p:cNvPr>
          <p:cNvCxnSpPr>
            <a:cxnSpLocks/>
          </p:cNvCxnSpPr>
          <p:nvPr/>
        </p:nvCxnSpPr>
        <p:spPr bwMode="auto">
          <a:xfrm flipV="1">
            <a:off x="2950895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13" name="직선 연결선 212">
            <a:extLst>
              <a:ext uri="{FF2B5EF4-FFF2-40B4-BE49-F238E27FC236}">
                <a16:creationId xmlns:a16="http://schemas.microsoft.com/office/drawing/2014/main" id="{2F91DB54-5508-227A-B493-D82872F9C3C9}"/>
              </a:ext>
            </a:extLst>
          </p:cNvPr>
          <p:cNvCxnSpPr>
            <a:cxnSpLocks/>
          </p:cNvCxnSpPr>
          <p:nvPr/>
        </p:nvCxnSpPr>
        <p:spPr bwMode="auto">
          <a:xfrm flipV="1">
            <a:off x="3110383" y="1344237"/>
            <a:ext cx="0" cy="180384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74765A31-92B7-9B53-BE11-86877F681317}"/>
              </a:ext>
            </a:extLst>
          </p:cNvPr>
          <p:cNvGrpSpPr/>
          <p:nvPr/>
        </p:nvGrpSpPr>
        <p:grpSpPr>
          <a:xfrm>
            <a:off x="844735" y="1428329"/>
            <a:ext cx="162000" cy="162000"/>
            <a:chOff x="2165593" y="1394767"/>
            <a:chExt cx="162000" cy="162000"/>
          </a:xfrm>
        </p:grpSpPr>
        <p:sp>
          <p:nvSpPr>
            <p:cNvPr id="216" name="타원 215">
              <a:extLst>
                <a:ext uri="{FF2B5EF4-FFF2-40B4-BE49-F238E27FC236}">
                  <a16:creationId xmlns:a16="http://schemas.microsoft.com/office/drawing/2014/main" id="{CBC8382E-7FF6-E670-2907-0DD466246C06}"/>
                </a:ext>
              </a:extLst>
            </p:cNvPr>
            <p:cNvSpPr/>
            <p:nvPr/>
          </p:nvSpPr>
          <p:spPr bwMode="auto">
            <a:xfrm>
              <a:off x="2165593" y="1394767"/>
              <a:ext cx="162000" cy="162000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7" name="타원 216">
              <a:extLst>
                <a:ext uri="{FF2B5EF4-FFF2-40B4-BE49-F238E27FC236}">
                  <a16:creationId xmlns:a16="http://schemas.microsoft.com/office/drawing/2014/main" id="{ADBF82BB-DE81-C62E-3326-463BC4076CE3}"/>
                </a:ext>
              </a:extLst>
            </p:cNvPr>
            <p:cNvSpPr/>
            <p:nvPr/>
          </p:nvSpPr>
          <p:spPr bwMode="auto">
            <a:xfrm>
              <a:off x="2202511" y="1431235"/>
              <a:ext cx="87465" cy="91288"/>
            </a:xfrm>
            <a:prstGeom prst="ellipse">
              <a:avLst/>
            </a:prstGeom>
            <a:solidFill>
              <a:srgbClr val="FF0000"/>
            </a:solidFill>
            <a:ln w="12700" cap="flat" cmpd="sng" algn="ctr">
              <a:solidFill>
                <a:srgbClr val="5C64B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1D03680E-0C62-5D4A-2DF4-AEDB6D1051F6}"/>
              </a:ext>
            </a:extLst>
          </p:cNvPr>
          <p:cNvSpPr txBox="1"/>
          <p:nvPr/>
        </p:nvSpPr>
        <p:spPr>
          <a:xfrm>
            <a:off x="-667261" y="156105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B7F49225-75D6-AEBB-0CD2-7138BC97D920}"/>
              </a:ext>
            </a:extLst>
          </p:cNvPr>
          <p:cNvSpPr txBox="1"/>
          <p:nvPr/>
        </p:nvSpPr>
        <p:spPr>
          <a:xfrm>
            <a:off x="3094722" y="156105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02:00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2" name="직선 연결선 261">
            <a:extLst>
              <a:ext uri="{FF2B5EF4-FFF2-40B4-BE49-F238E27FC236}">
                <a16:creationId xmlns:a16="http://schemas.microsoft.com/office/drawing/2014/main" id="{50CE3A14-9769-7D29-A985-CD656CE9F55F}"/>
              </a:ext>
            </a:extLst>
          </p:cNvPr>
          <p:cNvCxnSpPr>
            <a:cxnSpLocks/>
          </p:cNvCxnSpPr>
          <p:nvPr/>
        </p:nvCxnSpPr>
        <p:spPr bwMode="auto">
          <a:xfrm flipV="1">
            <a:off x="3323034" y="1404365"/>
            <a:ext cx="0" cy="120256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298" name="TextBox 297">
            <a:extLst>
              <a:ext uri="{FF2B5EF4-FFF2-40B4-BE49-F238E27FC236}">
                <a16:creationId xmlns:a16="http://schemas.microsoft.com/office/drawing/2014/main" id="{95FFE4F7-4775-E40F-BE9F-243FE7F14293}"/>
              </a:ext>
            </a:extLst>
          </p:cNvPr>
          <p:cNvSpPr txBox="1"/>
          <p:nvPr/>
        </p:nvSpPr>
        <p:spPr>
          <a:xfrm>
            <a:off x="693707" y="156105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0F9E59BE-FF63-F014-1CBC-62B6DFAE7054}"/>
              </a:ext>
            </a:extLst>
          </p:cNvPr>
          <p:cNvSpPr txBox="1"/>
          <p:nvPr/>
        </p:nvSpPr>
        <p:spPr>
          <a:xfrm>
            <a:off x="-1068285" y="5357871"/>
            <a:ext cx="23024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   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14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대기열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2B88749D-1670-36AC-55FC-6A1EF15F9119}"/>
              </a:ext>
            </a:extLst>
          </p:cNvPr>
          <p:cNvSpPr txBox="1"/>
          <p:nvPr/>
        </p:nvSpPr>
        <p:spPr>
          <a:xfrm>
            <a:off x="2145052" y="5340710"/>
            <a:ext cx="227085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예상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인원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265BBD45-2CB7-C386-6AAB-5324B4FB4432}"/>
              </a:ext>
            </a:extLst>
          </p:cNvPr>
          <p:cNvSpPr/>
          <p:nvPr/>
        </p:nvSpPr>
        <p:spPr bwMode="auto">
          <a:xfrm>
            <a:off x="-1721209" y="-606302"/>
            <a:ext cx="13246457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36EF8273-DFDD-A641-A300-30980418AD90}"/>
              </a:ext>
            </a:extLst>
          </p:cNvPr>
          <p:cNvSpPr txBox="1"/>
          <p:nvPr/>
        </p:nvSpPr>
        <p:spPr>
          <a:xfrm>
            <a:off x="-1610090" y="-571684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메인 화면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B4AB9A9-5646-1B74-8813-55EC3863FAA6}"/>
              </a:ext>
            </a:extLst>
          </p:cNvPr>
          <p:cNvGrpSpPr/>
          <p:nvPr/>
        </p:nvGrpSpPr>
        <p:grpSpPr>
          <a:xfrm>
            <a:off x="1602724" y="1428329"/>
            <a:ext cx="162000" cy="162000"/>
            <a:chOff x="2165593" y="1394767"/>
            <a:chExt cx="162000" cy="16200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09452101-EA2B-54B1-7911-51A43E7A3676}"/>
                </a:ext>
              </a:extLst>
            </p:cNvPr>
            <p:cNvSpPr/>
            <p:nvPr/>
          </p:nvSpPr>
          <p:spPr bwMode="auto">
            <a:xfrm>
              <a:off x="2165593" y="1394767"/>
              <a:ext cx="162000" cy="162000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206E4ABF-DC74-A7B8-8F64-825F8E287DF7}"/>
                </a:ext>
              </a:extLst>
            </p:cNvPr>
            <p:cNvSpPr/>
            <p:nvPr/>
          </p:nvSpPr>
          <p:spPr bwMode="auto">
            <a:xfrm>
              <a:off x="2202511" y="1431235"/>
              <a:ext cx="87465" cy="91288"/>
            </a:xfrm>
            <a:prstGeom prst="ellipse">
              <a:avLst/>
            </a:prstGeom>
            <a:solidFill>
              <a:srgbClr val="FF0000"/>
            </a:solidFill>
            <a:ln w="12700" cap="flat" cmpd="sng" algn="ctr">
              <a:solidFill>
                <a:srgbClr val="5C64B7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</p:grpSp>
      <p:grpSp>
        <p:nvGrpSpPr>
          <p:cNvPr id="13" name="그룹 12"/>
          <p:cNvGrpSpPr/>
          <p:nvPr/>
        </p:nvGrpSpPr>
        <p:grpSpPr>
          <a:xfrm>
            <a:off x="5967130" y="1152786"/>
            <a:ext cx="5249008" cy="665344"/>
            <a:chOff x="5967130" y="1152786"/>
            <a:chExt cx="4237317" cy="665344"/>
          </a:xfrm>
        </p:grpSpPr>
        <p:cxnSp>
          <p:nvCxnSpPr>
            <p:cNvPr id="218" name="직선 연결선 217">
              <a:extLst>
                <a:ext uri="{FF2B5EF4-FFF2-40B4-BE49-F238E27FC236}">
                  <a16:creationId xmlns:a16="http://schemas.microsoft.com/office/drawing/2014/main" id="{49A818BC-AF24-7474-AE6D-79B26367E8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05182" y="1550867"/>
              <a:ext cx="3931237" cy="0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5DF3BBDB-A66F-ABBC-7629-722B56B3DD5A}"/>
                </a:ext>
              </a:extLst>
            </p:cNvPr>
            <p:cNvCxnSpPr/>
            <p:nvPr/>
          </p:nvCxnSpPr>
          <p:spPr bwMode="auto">
            <a:xfrm flipV="1">
              <a:off x="6342354" y="1490739"/>
              <a:ext cx="0" cy="60128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0" name="직선 연결선 219">
              <a:extLst>
                <a:ext uri="{FF2B5EF4-FFF2-40B4-BE49-F238E27FC236}">
                  <a16:creationId xmlns:a16="http://schemas.microsoft.com/office/drawing/2014/main" id="{F0192E4B-29F0-B9C8-3DC0-F089EB40BCE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512475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ACC60ABE-E186-F509-D964-15E9157A18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661331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2" name="직선 연결선 221">
              <a:extLst>
                <a:ext uri="{FF2B5EF4-FFF2-40B4-BE49-F238E27FC236}">
                  <a16:creationId xmlns:a16="http://schemas.microsoft.com/office/drawing/2014/main" id="{4AF0AF21-E817-355B-F09C-D530B48FDBF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799554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3" name="직선 연결선 222">
              <a:extLst>
                <a:ext uri="{FF2B5EF4-FFF2-40B4-BE49-F238E27FC236}">
                  <a16:creationId xmlns:a16="http://schemas.microsoft.com/office/drawing/2014/main" id="{C11841AF-54D3-4935-471F-D001841C073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948410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B7F3B617-407B-1D92-4FD7-8A6E56A6AA4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107898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4781968D-0400-0569-8E08-BAF08DE384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256754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6" name="직선 연결선 225">
              <a:extLst>
                <a:ext uri="{FF2B5EF4-FFF2-40B4-BE49-F238E27FC236}">
                  <a16:creationId xmlns:a16="http://schemas.microsoft.com/office/drawing/2014/main" id="{5907BC73-8D74-DBD5-0A16-E7131809A7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16243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86748AAE-AD2D-8857-61FE-35EC9330DFD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565099" y="1250227"/>
              <a:ext cx="0" cy="300640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563E0552-D845-491D-2999-F1CCCCB4F76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03322" y="1156722"/>
              <a:ext cx="0" cy="394145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B534B84A-2401-B563-DDD5-EB18C5334FB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852178" y="1216850"/>
              <a:ext cx="0" cy="334017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23DDD225-1884-C8E6-FED1-4BE01AECF1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11666" y="1276978"/>
              <a:ext cx="0" cy="273889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6384DB06-B1C7-B502-5321-E557CBADAFB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160522" y="1152786"/>
              <a:ext cx="0" cy="398081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1E704334-C55A-C7C3-C413-9C4E9166C5A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1276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AF94E970-9109-BF43-4336-C6DA4048B4A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90132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0B9B703F-C584-242A-3D76-76CD2FD4950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649620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6EE0C95A-C512-43DC-A04A-7EE12B929F5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98476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1825482F-B400-9CE5-61FF-11429B88782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979229" y="1152786"/>
              <a:ext cx="0" cy="398081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7" name="직선 연결선 236">
              <a:extLst>
                <a:ext uri="{FF2B5EF4-FFF2-40B4-BE49-F238E27FC236}">
                  <a16:creationId xmlns:a16="http://schemas.microsoft.com/office/drawing/2014/main" id="{1376631A-EA18-9B14-09DC-D2E408ED176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128085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8" name="직선 연결선 237">
              <a:extLst>
                <a:ext uri="{FF2B5EF4-FFF2-40B4-BE49-F238E27FC236}">
                  <a16:creationId xmlns:a16="http://schemas.microsoft.com/office/drawing/2014/main" id="{B9BD7823-261B-6EF4-17FE-9EC49690704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87573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39" name="직선 연결선 238">
              <a:extLst>
                <a:ext uri="{FF2B5EF4-FFF2-40B4-BE49-F238E27FC236}">
                  <a16:creationId xmlns:a16="http://schemas.microsoft.com/office/drawing/2014/main" id="{8BED8728-0E66-D7A5-5A22-D02493D087F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436429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40" name="직선 연결선 239">
              <a:extLst>
                <a:ext uri="{FF2B5EF4-FFF2-40B4-BE49-F238E27FC236}">
                  <a16:creationId xmlns:a16="http://schemas.microsoft.com/office/drawing/2014/main" id="{2F877A48-0136-C66F-FB1E-B67312A2748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595918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46369474-A42C-4B01-1BC1-0B3BFAF4FE5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755406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4B104F7-A0A6-7DC0-4D6D-C8E311266807}"/>
                </a:ext>
              </a:extLst>
            </p:cNvPr>
            <p:cNvGrpSpPr/>
            <p:nvPr/>
          </p:nvGrpSpPr>
          <p:grpSpPr>
            <a:xfrm>
              <a:off x="7635042" y="1454575"/>
              <a:ext cx="162000" cy="162000"/>
              <a:chOff x="2165593" y="1394767"/>
              <a:chExt cx="162000" cy="162000"/>
            </a:xfrm>
          </p:grpSpPr>
          <p:sp>
            <p:nvSpPr>
              <p:cNvPr id="243" name="타원 242">
                <a:extLst>
                  <a:ext uri="{FF2B5EF4-FFF2-40B4-BE49-F238E27FC236}">
                    <a16:creationId xmlns:a16="http://schemas.microsoft.com/office/drawing/2014/main" id="{97C6F4AE-B6F7-F940-E5FA-EC7089F2B659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타원 243">
                <a:extLst>
                  <a:ext uri="{FF2B5EF4-FFF2-40B4-BE49-F238E27FC236}">
                    <a16:creationId xmlns:a16="http://schemas.microsoft.com/office/drawing/2014/main" id="{5AB66061-2F86-BBB2-8C05-3A308F65EB10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E88D3D20-0E87-E690-0ADC-DB9DCD66BA33}"/>
                </a:ext>
              </a:extLst>
            </p:cNvPr>
            <p:cNvSpPr txBox="1"/>
            <p:nvPr/>
          </p:nvSpPr>
          <p:spPr>
            <a:xfrm>
              <a:off x="5967130" y="1587298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04:00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32C20ECB-9F77-953A-FB38-E5BE083B472F}"/>
                </a:ext>
              </a:extLst>
            </p:cNvPr>
            <p:cNvSpPr txBox="1"/>
            <p:nvPr/>
          </p:nvSpPr>
          <p:spPr>
            <a:xfrm>
              <a:off x="9729113" y="1587298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A07F2F63-9A61-9829-1A66-BD7D2990BC59}"/>
                </a:ext>
              </a:extLst>
            </p:cNvPr>
            <p:cNvSpPr txBox="1"/>
            <p:nvPr/>
          </p:nvSpPr>
          <p:spPr>
            <a:xfrm>
              <a:off x="7487586" y="1587298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043E0D31-BFC4-95AB-49C3-D962737D79CE}"/>
                </a:ext>
              </a:extLst>
            </p:cNvPr>
            <p:cNvGrpSpPr/>
            <p:nvPr/>
          </p:nvGrpSpPr>
          <p:grpSpPr>
            <a:xfrm>
              <a:off x="8092242" y="1454575"/>
              <a:ext cx="162000" cy="162000"/>
              <a:chOff x="2165593" y="1394767"/>
              <a:chExt cx="162000" cy="162000"/>
            </a:xfrm>
          </p:grpSpPr>
          <p:sp>
            <p:nvSpPr>
              <p:cNvPr id="7" name="타원 6">
                <a:extLst>
                  <a:ext uri="{FF2B5EF4-FFF2-40B4-BE49-F238E27FC236}">
                    <a16:creationId xmlns:a16="http://schemas.microsoft.com/office/drawing/2014/main" id="{28231F46-4108-6057-0B8D-2B396F806D7B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타원 7">
                <a:extLst>
                  <a:ext uri="{FF2B5EF4-FFF2-40B4-BE49-F238E27FC236}">
                    <a16:creationId xmlns:a16="http://schemas.microsoft.com/office/drawing/2014/main" id="{C3BF93E6-E7F8-3E2F-7CDE-1D8F8D9D81DC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7DD56C70-85FB-708E-2886-235D812CD96D}"/>
                </a:ext>
              </a:extLst>
            </p:cNvPr>
            <p:cNvGrpSpPr/>
            <p:nvPr/>
          </p:nvGrpSpPr>
          <p:grpSpPr>
            <a:xfrm>
              <a:off x="8922421" y="1454575"/>
              <a:ext cx="162000" cy="162000"/>
              <a:chOff x="2165593" y="1394767"/>
              <a:chExt cx="162000" cy="162000"/>
            </a:xfrm>
          </p:grpSpPr>
          <p:sp>
            <p:nvSpPr>
              <p:cNvPr id="10" name="타원 9">
                <a:extLst>
                  <a:ext uri="{FF2B5EF4-FFF2-40B4-BE49-F238E27FC236}">
                    <a16:creationId xmlns:a16="http://schemas.microsoft.com/office/drawing/2014/main" id="{AAB113B9-31CB-555E-1DA4-192AA3B4FBB9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1" name="타원 10">
                <a:extLst>
                  <a:ext uri="{FF2B5EF4-FFF2-40B4-BE49-F238E27FC236}">
                    <a16:creationId xmlns:a16="http://schemas.microsoft.com/office/drawing/2014/main" id="{76D42FB2-EA44-16F2-C063-27D9BC206AAA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CD5F4D2A-3FF2-054F-9BA3-7D368BE76FEF}"/>
              </a:ext>
            </a:extLst>
          </p:cNvPr>
          <p:cNvSpPr txBox="1"/>
          <p:nvPr/>
        </p:nvSpPr>
        <p:spPr>
          <a:xfrm>
            <a:off x="7889874" y="-79370"/>
            <a:ext cx="240512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1"/>
            <a:r>
              <a:rPr lang="en-US" altLang="ko-KR" sz="10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T2</a:t>
            </a:r>
            <a:r>
              <a:rPr lang="ko-KR" altLang="en-US" sz="10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시간대별 출발여객</a:t>
            </a:r>
          </a:p>
        </p:txBody>
      </p:sp>
      <p:pic>
        <p:nvPicPr>
          <p:cNvPr id="43" name="그림 42">
            <a:extLst>
              <a:ext uri="{FF2B5EF4-FFF2-40B4-BE49-F238E27FC236}">
                <a16:creationId xmlns:a16="http://schemas.microsoft.com/office/drawing/2014/main" id="{1F520B41-D976-53F2-68F3-78E4CD5C197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-1782" t="21345" r="89884" b="16773"/>
          <a:stretch/>
        </p:blipFill>
        <p:spPr>
          <a:xfrm>
            <a:off x="-1555151" y="1342148"/>
            <a:ext cx="522513" cy="383177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853BCBC-34B9-BCCD-F26D-C5DDE97613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313768" y="1240550"/>
            <a:ext cx="390580" cy="523948"/>
          </a:xfrm>
          <a:prstGeom prst="rect">
            <a:avLst/>
          </a:prstGeom>
        </p:spPr>
      </p:pic>
      <p:sp>
        <p:nvSpPr>
          <p:cNvPr id="31" name="Rectangle 43">
            <a:extLst>
              <a:ext uri="{FF2B5EF4-FFF2-40B4-BE49-F238E27FC236}">
                <a16:creationId xmlns:a16="http://schemas.microsoft.com/office/drawing/2014/main" id="{1EE4FB21-D199-6153-8A93-F7D977D989D0}"/>
              </a:ext>
            </a:extLst>
          </p:cNvPr>
          <p:cNvSpPr/>
          <p:nvPr/>
        </p:nvSpPr>
        <p:spPr>
          <a:xfrm>
            <a:off x="3625702" y="1150691"/>
            <a:ext cx="1286540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9BC0657-8CAD-E9B9-2946-5773063A704D}"/>
              </a:ext>
            </a:extLst>
          </p:cNvPr>
          <p:cNvSpPr txBox="1"/>
          <p:nvPr/>
        </p:nvSpPr>
        <p:spPr>
          <a:xfrm>
            <a:off x="3649256" y="1175050"/>
            <a:ext cx="13037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모델 설명</a:t>
            </a:r>
            <a:b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(R2 Square)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C066B05-58B6-58A2-1D03-8F5A75781435}"/>
              </a:ext>
            </a:extLst>
          </p:cNvPr>
          <p:cNvSpPr txBox="1"/>
          <p:nvPr/>
        </p:nvSpPr>
        <p:spPr>
          <a:xfrm>
            <a:off x="3649256" y="1492176"/>
            <a:ext cx="13037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86%</a:t>
            </a:r>
          </a:p>
        </p:txBody>
      </p:sp>
      <p:sp>
        <p:nvSpPr>
          <p:cNvPr id="47" name="Rectangle 43">
            <a:extLst>
              <a:ext uri="{FF2B5EF4-FFF2-40B4-BE49-F238E27FC236}">
                <a16:creationId xmlns:a16="http://schemas.microsoft.com/office/drawing/2014/main" id="{096C1EE6-3B42-B23A-CD3C-70A289B58481}"/>
              </a:ext>
            </a:extLst>
          </p:cNvPr>
          <p:cNvSpPr/>
          <p:nvPr/>
        </p:nvSpPr>
        <p:spPr>
          <a:xfrm>
            <a:off x="-1600200" y="508140"/>
            <a:ext cx="988261" cy="435458"/>
          </a:xfrm>
          <a:prstGeom prst="roundRect">
            <a:avLst>
              <a:gd name="adj" fmla="val 3831"/>
            </a:avLst>
          </a:prstGeom>
          <a:solidFill>
            <a:schemeClr val="bg1">
              <a:lumMod val="9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5459C0C-6AD9-8D5C-51BD-1081081232D3}"/>
              </a:ext>
            </a:extLst>
          </p:cNvPr>
          <p:cNvSpPr txBox="1"/>
          <p:nvPr/>
        </p:nvSpPr>
        <p:spPr>
          <a:xfrm>
            <a:off x="-1512643" y="579964"/>
            <a:ext cx="8675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운항계획</a:t>
            </a: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D332DC8D-7B56-75EC-04B5-7E5C79FA26C7}"/>
              </a:ext>
            </a:extLst>
          </p:cNvPr>
          <p:cNvGrpSpPr/>
          <p:nvPr/>
        </p:nvGrpSpPr>
        <p:grpSpPr>
          <a:xfrm>
            <a:off x="4643487" y="5546638"/>
            <a:ext cx="184761" cy="184761"/>
            <a:chOff x="-1420568" y="2626905"/>
            <a:chExt cx="184761" cy="184761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740E35BC-E715-5579-9B97-F5A1EC951E1B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5" name="Chevron Right">
              <a:extLst>
                <a:ext uri="{FF2B5EF4-FFF2-40B4-BE49-F238E27FC236}">
                  <a16:creationId xmlns:a16="http://schemas.microsoft.com/office/drawing/2014/main" id="{14150789-75C7-772D-4555-24D0634A70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76" name="그룹 475">
            <a:extLst>
              <a:ext uri="{FF2B5EF4-FFF2-40B4-BE49-F238E27FC236}">
                <a16:creationId xmlns:a16="http://schemas.microsoft.com/office/drawing/2014/main" id="{0615F062-8696-17D2-0723-BEDB384786C8}"/>
              </a:ext>
            </a:extLst>
          </p:cNvPr>
          <p:cNvGrpSpPr/>
          <p:nvPr/>
        </p:nvGrpSpPr>
        <p:grpSpPr>
          <a:xfrm>
            <a:off x="1703297" y="5546113"/>
            <a:ext cx="184761" cy="184761"/>
            <a:chOff x="-1420568" y="3549256"/>
            <a:chExt cx="184761" cy="184761"/>
          </a:xfrm>
        </p:grpSpPr>
        <p:sp>
          <p:nvSpPr>
            <p:cNvPr id="477" name="타원 476">
              <a:extLst>
                <a:ext uri="{FF2B5EF4-FFF2-40B4-BE49-F238E27FC236}">
                  <a16:creationId xmlns:a16="http://schemas.microsoft.com/office/drawing/2014/main" id="{104C7FA7-9A5C-5296-D144-FEEDB452CC43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78" name="Chevron Left">
              <a:extLst>
                <a:ext uri="{FF2B5EF4-FFF2-40B4-BE49-F238E27FC236}">
                  <a16:creationId xmlns:a16="http://schemas.microsoft.com/office/drawing/2014/main" id="{E4BE6A79-6514-A1BD-FC5F-9F61AD4F24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9" name="TextBox 478">
            <a:extLst>
              <a:ext uri="{FF2B5EF4-FFF2-40B4-BE49-F238E27FC236}">
                <a16:creationId xmlns:a16="http://schemas.microsoft.com/office/drawing/2014/main" id="{87EB8462-DB8D-0C41-B848-35A9F54A2761}"/>
              </a:ext>
            </a:extLst>
          </p:cNvPr>
          <p:cNvSpPr txBox="1"/>
          <p:nvPr/>
        </p:nvSpPr>
        <p:spPr>
          <a:xfrm>
            <a:off x="-150238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4FF2149D-DDB0-9C2F-43BC-9C3DA5A132B2}"/>
              </a:ext>
            </a:extLst>
          </p:cNvPr>
          <p:cNvSpPr txBox="1"/>
          <p:nvPr/>
        </p:nvSpPr>
        <p:spPr>
          <a:xfrm>
            <a:off x="2608972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481" name="직사각형 480">
            <a:extLst>
              <a:ext uri="{FF2B5EF4-FFF2-40B4-BE49-F238E27FC236}">
                <a16:creationId xmlns:a16="http://schemas.microsoft.com/office/drawing/2014/main" id="{13A3B2FC-4C97-794B-C6D2-06E5B3ABCADC}"/>
              </a:ext>
            </a:extLst>
          </p:cNvPr>
          <p:cNvSpPr/>
          <p:nvPr/>
        </p:nvSpPr>
        <p:spPr bwMode="auto">
          <a:xfrm>
            <a:off x="1300989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879AA170-B7D7-BFC3-C7C7-3CF450D7EA5E}"/>
              </a:ext>
            </a:extLst>
          </p:cNvPr>
          <p:cNvSpPr/>
          <p:nvPr/>
        </p:nvSpPr>
        <p:spPr bwMode="auto">
          <a:xfrm>
            <a:off x="4489357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C0297740-0D8B-F7FA-AC00-5225A7D0F749}"/>
              </a:ext>
            </a:extLst>
          </p:cNvPr>
          <p:cNvSpPr/>
          <p:nvPr/>
        </p:nvSpPr>
        <p:spPr bwMode="auto">
          <a:xfrm>
            <a:off x="4539485" y="2033895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74F83E7D-3A77-4296-D943-558966424A95}"/>
              </a:ext>
            </a:extLst>
          </p:cNvPr>
          <p:cNvSpPr/>
          <p:nvPr/>
        </p:nvSpPr>
        <p:spPr bwMode="auto">
          <a:xfrm>
            <a:off x="11084664" y="2033895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5" name="AutoShape 55">
            <a:extLst>
              <a:ext uri="{FF2B5EF4-FFF2-40B4-BE49-F238E27FC236}">
                <a16:creationId xmlns:a16="http://schemas.microsoft.com/office/drawing/2014/main" id="{CD5E9CBB-A536-4F25-CDE0-F8A05AD28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433598" y="3945858"/>
            <a:ext cx="1574291" cy="314324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터미널에</a:t>
            </a:r>
            <a:r>
              <a:rPr kumimoji="0" lang="ko-KR" altLang="en-US" sz="800" b="0" i="0" u="none" strike="noStrike" kern="0" cap="none" spc="0" normalizeH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여객수가 가장 많을 때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7" name="Multipe Users">
            <a:extLst>
              <a:ext uri="{FF2B5EF4-FFF2-40B4-BE49-F238E27FC236}">
                <a16:creationId xmlns:a16="http://schemas.microsoft.com/office/drawing/2014/main" id="{9381B534-FFC1-2DE5-81BE-03DD5964D6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18111" y="2540359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Rectangle 43">
            <a:extLst>
              <a:ext uri="{FF2B5EF4-FFF2-40B4-BE49-F238E27FC236}">
                <a16:creationId xmlns:a16="http://schemas.microsoft.com/office/drawing/2014/main" id="{0DB86DEB-A1B4-AAAB-303F-1E17C507F54D}"/>
              </a:ext>
            </a:extLst>
          </p:cNvPr>
          <p:cNvSpPr/>
          <p:nvPr/>
        </p:nvSpPr>
        <p:spPr>
          <a:xfrm>
            <a:off x="5102376" y="3111090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96" name="TextBox 495">
            <a:extLst>
              <a:ext uri="{FF2B5EF4-FFF2-40B4-BE49-F238E27FC236}">
                <a16:creationId xmlns:a16="http://schemas.microsoft.com/office/drawing/2014/main" id="{68ECBC74-413D-1AE8-A2ED-C6498D9B789F}"/>
              </a:ext>
            </a:extLst>
          </p:cNvPr>
          <p:cNvSpPr txBox="1"/>
          <p:nvPr/>
        </p:nvSpPr>
        <p:spPr>
          <a:xfrm>
            <a:off x="5798928" y="3281378"/>
            <a:ext cx="1103933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12,423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1100" b="1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7" name="AutoShape 55">
            <a:extLst>
              <a:ext uri="{FF2B5EF4-FFF2-40B4-BE49-F238E27FC236}">
                <a16:creationId xmlns:a16="http://schemas.microsoft.com/office/drawing/2014/main" id="{44DB11CA-4D4F-5630-5102-08BF58606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2338" y="3194743"/>
            <a:ext cx="284400" cy="283906"/>
          </a:xfrm>
          <a:prstGeom prst="ellipse">
            <a:avLst/>
          </a:prstGeom>
          <a:solidFill>
            <a:srgbClr val="242852">
              <a:lumMod val="20000"/>
              <a:lumOff val="80000"/>
            </a:srgbClr>
          </a:solidFill>
          <a:ln w="3175">
            <a:noFill/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8" name="Multipe Users">
            <a:extLst>
              <a:ext uri="{FF2B5EF4-FFF2-40B4-BE49-F238E27FC236}">
                <a16:creationId xmlns:a16="http://schemas.microsoft.com/office/drawing/2014/main" id="{0910A7AF-8C4F-0B0F-4619-707383F5D4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18111" y="3280588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0" name="Rectangle 7">
            <a:extLst>
              <a:ext uri="{FF2B5EF4-FFF2-40B4-BE49-F238E27FC236}">
                <a16:creationId xmlns:a16="http://schemas.microsoft.com/office/drawing/2014/main" id="{B98F83AA-E858-ACD0-592D-42E28F95D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574" y="4330920"/>
            <a:ext cx="2935706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1" name="TextBox 500">
            <a:extLst>
              <a:ext uri="{FF2B5EF4-FFF2-40B4-BE49-F238E27FC236}">
                <a16:creationId xmlns:a16="http://schemas.microsoft.com/office/drawing/2014/main" id="{80FA6A49-FFFA-3CC0-CAA4-8C4651F65D5A}"/>
              </a:ext>
            </a:extLst>
          </p:cNvPr>
          <p:cNvSpPr txBox="1"/>
          <p:nvPr/>
        </p:nvSpPr>
        <p:spPr>
          <a:xfrm>
            <a:off x="5265870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</a:t>
            </a:r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A1D3B264-10D8-F75E-FF32-D00282E326F1}"/>
              </a:ext>
            </a:extLst>
          </p:cNvPr>
          <p:cNvGrpSpPr/>
          <p:nvPr/>
        </p:nvGrpSpPr>
        <p:grpSpPr>
          <a:xfrm>
            <a:off x="5118877" y="5809306"/>
            <a:ext cx="1082304" cy="847725"/>
            <a:chOff x="-1051388" y="5181600"/>
            <a:chExt cx="1082304" cy="847725"/>
          </a:xfrm>
        </p:grpSpPr>
        <p:sp>
          <p:nvSpPr>
            <p:cNvPr id="503" name="사각형: 둥근 모서리 502">
              <a:extLst>
                <a:ext uri="{FF2B5EF4-FFF2-40B4-BE49-F238E27FC236}">
                  <a16:creationId xmlns:a16="http://schemas.microsoft.com/office/drawing/2014/main" id="{3BBFCAA1-7FFA-B050-A937-C1D599DA8965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9AF74CDE-E6AD-7FC5-443E-EE4C11210BE8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C0E7EF5F-6B62-4663-91CC-A7FAA5B16ACA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506" name="AutoShape 55">
                <a:extLst>
                  <a:ext uri="{FF2B5EF4-FFF2-40B4-BE49-F238E27FC236}">
                    <a16:creationId xmlns:a16="http://schemas.microsoft.com/office/drawing/2014/main" id="{F9402F2F-135C-EA17-7B74-F4059BF8F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7" name="원호 506">
                <a:extLst>
                  <a:ext uri="{FF2B5EF4-FFF2-40B4-BE49-F238E27FC236}">
                    <a16:creationId xmlns:a16="http://schemas.microsoft.com/office/drawing/2014/main" id="{AE43A2D6-7506-CE11-CCB1-E4EACB00B198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2012C85B-3AC1-2883-20AD-8C77A58C19B0}"/>
              </a:ext>
            </a:extLst>
          </p:cNvPr>
          <p:cNvGrpSpPr/>
          <p:nvPr/>
        </p:nvGrpSpPr>
        <p:grpSpPr>
          <a:xfrm>
            <a:off x="7103101" y="5809306"/>
            <a:ext cx="1082304" cy="847725"/>
            <a:chOff x="-1119299" y="5248018"/>
            <a:chExt cx="1082304" cy="847725"/>
          </a:xfrm>
        </p:grpSpPr>
        <p:sp>
          <p:nvSpPr>
            <p:cNvPr id="509" name="사각형: 둥근 모서리 508">
              <a:extLst>
                <a:ext uri="{FF2B5EF4-FFF2-40B4-BE49-F238E27FC236}">
                  <a16:creationId xmlns:a16="http://schemas.microsoft.com/office/drawing/2014/main" id="{F4999CA3-4657-BCFA-2080-E10C444519D6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9452E711-B38E-E5F8-8E6A-B4D84D74A090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11" name="그룹 510">
              <a:extLst>
                <a:ext uri="{FF2B5EF4-FFF2-40B4-BE49-F238E27FC236}">
                  <a16:creationId xmlns:a16="http://schemas.microsoft.com/office/drawing/2014/main" id="{8D9245DD-D97C-623B-A432-90C185BBF32C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512" name="AutoShape 55">
                <a:extLst>
                  <a:ext uri="{FF2B5EF4-FFF2-40B4-BE49-F238E27FC236}">
                    <a16:creationId xmlns:a16="http://schemas.microsoft.com/office/drawing/2014/main" id="{DEEBE153-2676-F7F5-8D3A-07049D808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513" name="원호 512">
                <a:extLst>
                  <a:ext uri="{FF2B5EF4-FFF2-40B4-BE49-F238E27FC236}">
                    <a16:creationId xmlns:a16="http://schemas.microsoft.com/office/drawing/2014/main" id="{1E17244F-1226-51A6-9747-3EC00E5039B5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514" name="그룹 513">
            <a:extLst>
              <a:ext uri="{FF2B5EF4-FFF2-40B4-BE49-F238E27FC236}">
                <a16:creationId xmlns:a16="http://schemas.microsoft.com/office/drawing/2014/main" id="{E6B50F34-7D1D-99B1-07E3-05835FCD2D90}"/>
              </a:ext>
            </a:extLst>
          </p:cNvPr>
          <p:cNvGrpSpPr/>
          <p:nvPr/>
        </p:nvGrpSpPr>
        <p:grpSpPr>
          <a:xfrm>
            <a:off x="6061307" y="5809306"/>
            <a:ext cx="1181100" cy="1001068"/>
            <a:chOff x="-1276350" y="4713932"/>
            <a:chExt cx="1181100" cy="1001068"/>
          </a:xfrm>
        </p:grpSpPr>
        <p:sp>
          <p:nvSpPr>
            <p:cNvPr id="516" name="사각형: 둥근 모서리 515">
              <a:extLst>
                <a:ext uri="{FF2B5EF4-FFF2-40B4-BE49-F238E27FC236}">
                  <a16:creationId xmlns:a16="http://schemas.microsoft.com/office/drawing/2014/main" id="{802F6730-C12C-E4B4-3BE3-CF30BC5A5CC1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17" name="AutoShape 55">
              <a:extLst>
                <a:ext uri="{FF2B5EF4-FFF2-40B4-BE49-F238E27FC236}">
                  <a16:creationId xmlns:a16="http://schemas.microsoft.com/office/drawing/2014/main" id="{5D9F3F25-894F-E5A0-DF9E-99C124117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43985A71-A3A9-5814-1804-89682841115B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대한항공</a:t>
              </a:r>
              <a:endPara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r>
                <a:rPr lang="ko-KR" altLang="en-US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배정 필요</a:t>
              </a:r>
            </a:p>
          </p:txBody>
        </p:sp>
      </p:grpSp>
      <p:cxnSp>
        <p:nvCxnSpPr>
          <p:cNvPr id="519" name="직선 연결선 518">
            <a:extLst>
              <a:ext uri="{FF2B5EF4-FFF2-40B4-BE49-F238E27FC236}">
                <a16:creationId xmlns:a16="http://schemas.microsoft.com/office/drawing/2014/main" id="{10D3A513-BB3C-DB8E-85FB-A6C6FEF15189}"/>
              </a:ext>
            </a:extLst>
          </p:cNvPr>
          <p:cNvCxnSpPr>
            <a:cxnSpLocks/>
          </p:cNvCxnSpPr>
          <p:nvPr/>
        </p:nvCxnSpPr>
        <p:spPr bwMode="auto">
          <a:xfrm>
            <a:off x="5211568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520" name="사각형: 둥근 모서리 519">
            <a:extLst>
              <a:ext uri="{FF2B5EF4-FFF2-40B4-BE49-F238E27FC236}">
                <a16:creationId xmlns:a16="http://schemas.microsoft.com/office/drawing/2014/main" id="{AA617E9A-97BC-6E9C-C5BD-6F0EE68CD044}"/>
              </a:ext>
            </a:extLst>
          </p:cNvPr>
          <p:cNvSpPr/>
          <p:nvPr/>
        </p:nvSpPr>
        <p:spPr bwMode="auto">
          <a:xfrm>
            <a:off x="5471807" y="4806579"/>
            <a:ext cx="2350387" cy="835918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A22E1CCF-0482-D0AA-4882-C08A6C90A47A}"/>
              </a:ext>
            </a:extLst>
          </p:cNvPr>
          <p:cNvSpPr txBox="1"/>
          <p:nvPr/>
        </p:nvSpPr>
        <p:spPr>
          <a:xfrm>
            <a:off x="5554604" y="4890030"/>
            <a:ext cx="22247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아일랜드</a:t>
            </a:r>
            <a:b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1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B4~B8)</a:t>
            </a:r>
            <a:endParaRPr lang="ko-KR" altLang="en-US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22" name="그룹 521">
            <a:extLst>
              <a:ext uri="{FF2B5EF4-FFF2-40B4-BE49-F238E27FC236}">
                <a16:creationId xmlns:a16="http://schemas.microsoft.com/office/drawing/2014/main" id="{3876A156-5CCA-4160-7676-AC06AF3F7ED6}"/>
              </a:ext>
            </a:extLst>
          </p:cNvPr>
          <p:cNvGrpSpPr/>
          <p:nvPr/>
        </p:nvGrpSpPr>
        <p:grpSpPr>
          <a:xfrm>
            <a:off x="8010750" y="5546638"/>
            <a:ext cx="184761" cy="184761"/>
            <a:chOff x="-1420568" y="2626905"/>
            <a:chExt cx="184761" cy="184761"/>
          </a:xfrm>
        </p:grpSpPr>
        <p:sp>
          <p:nvSpPr>
            <p:cNvPr id="528" name="타원 527">
              <a:extLst>
                <a:ext uri="{FF2B5EF4-FFF2-40B4-BE49-F238E27FC236}">
                  <a16:creationId xmlns:a16="http://schemas.microsoft.com/office/drawing/2014/main" id="{DF940040-AC57-C4F1-6E2A-389225B99B90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9" name="Chevron Right">
              <a:extLst>
                <a:ext uri="{FF2B5EF4-FFF2-40B4-BE49-F238E27FC236}">
                  <a16:creationId xmlns:a16="http://schemas.microsoft.com/office/drawing/2014/main" id="{C58A33A5-220A-BBFD-55DE-BA6ED081D4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F2B8E5AB-4ABC-75A3-841C-60DFAA0F4C93}"/>
              </a:ext>
            </a:extLst>
          </p:cNvPr>
          <p:cNvGrpSpPr/>
          <p:nvPr/>
        </p:nvGrpSpPr>
        <p:grpSpPr>
          <a:xfrm>
            <a:off x="5096197" y="5533327"/>
            <a:ext cx="184761" cy="184761"/>
            <a:chOff x="-1420568" y="3549256"/>
            <a:chExt cx="184761" cy="184761"/>
          </a:xfrm>
        </p:grpSpPr>
        <p:sp>
          <p:nvSpPr>
            <p:cNvPr id="531" name="타원 530">
              <a:extLst>
                <a:ext uri="{FF2B5EF4-FFF2-40B4-BE49-F238E27FC236}">
                  <a16:creationId xmlns:a16="http://schemas.microsoft.com/office/drawing/2014/main" id="{6F7AD038-3C11-F8FB-640F-015EE3A840CF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32" name="Chevron Left">
              <a:extLst>
                <a:ext uri="{FF2B5EF4-FFF2-40B4-BE49-F238E27FC236}">
                  <a16:creationId xmlns:a16="http://schemas.microsoft.com/office/drawing/2014/main" id="{097A6C60-DAD3-D654-800D-2932151B28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33" name="직사각형 532">
            <a:extLst>
              <a:ext uri="{FF2B5EF4-FFF2-40B4-BE49-F238E27FC236}">
                <a16:creationId xmlns:a16="http://schemas.microsoft.com/office/drawing/2014/main" id="{B5CDFCA2-5152-C446-65A2-785A5105FA7C}"/>
              </a:ext>
            </a:extLst>
          </p:cNvPr>
          <p:cNvSpPr/>
          <p:nvPr/>
        </p:nvSpPr>
        <p:spPr bwMode="auto">
          <a:xfrm>
            <a:off x="5280828" y="7277169"/>
            <a:ext cx="2711503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7726D997-05D1-7D38-C26C-90809F00B7C9}"/>
              </a:ext>
            </a:extLst>
          </p:cNvPr>
          <p:cNvSpPr/>
          <p:nvPr/>
        </p:nvSpPr>
        <p:spPr bwMode="auto">
          <a:xfrm>
            <a:off x="5689116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AF9C061A-1FAA-4338-4CB3-17B3825C96CB}"/>
              </a:ext>
            </a:extLst>
          </p:cNvPr>
          <p:cNvSpPr/>
          <p:nvPr/>
        </p:nvSpPr>
        <p:spPr bwMode="auto">
          <a:xfrm>
            <a:off x="7308366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36" name="직사각형 535">
            <a:extLst>
              <a:ext uri="{FF2B5EF4-FFF2-40B4-BE49-F238E27FC236}">
                <a16:creationId xmlns:a16="http://schemas.microsoft.com/office/drawing/2014/main" id="{1F296553-A22F-2C50-314E-5F281C020B26}"/>
              </a:ext>
            </a:extLst>
          </p:cNvPr>
          <p:cNvSpPr/>
          <p:nvPr/>
        </p:nvSpPr>
        <p:spPr bwMode="auto">
          <a:xfrm>
            <a:off x="546632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C5F838B6-11A5-8219-984D-79F4B6A9B8F3}"/>
              </a:ext>
            </a:extLst>
          </p:cNvPr>
          <p:cNvSpPr/>
          <p:nvPr/>
        </p:nvSpPr>
        <p:spPr bwMode="auto">
          <a:xfrm>
            <a:off x="5639184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676609F4-2294-C518-30A8-F8C8F58AA7D9}"/>
              </a:ext>
            </a:extLst>
          </p:cNvPr>
          <p:cNvSpPr/>
          <p:nvPr/>
        </p:nvSpPr>
        <p:spPr bwMode="auto">
          <a:xfrm>
            <a:off x="5812044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28362336-14AD-F697-ABD8-DAA2D821B511}"/>
              </a:ext>
            </a:extLst>
          </p:cNvPr>
          <p:cNvSpPr/>
          <p:nvPr/>
        </p:nvSpPr>
        <p:spPr bwMode="auto">
          <a:xfrm>
            <a:off x="719492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0" name="직사각형 539">
            <a:extLst>
              <a:ext uri="{FF2B5EF4-FFF2-40B4-BE49-F238E27FC236}">
                <a16:creationId xmlns:a16="http://schemas.microsoft.com/office/drawing/2014/main" id="{E1287C55-30A6-C0F9-542B-55C2E48305FB}"/>
              </a:ext>
            </a:extLst>
          </p:cNvPr>
          <p:cNvSpPr/>
          <p:nvPr/>
        </p:nvSpPr>
        <p:spPr bwMode="auto">
          <a:xfrm>
            <a:off x="736778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1" name="직사각형 540">
            <a:extLst>
              <a:ext uri="{FF2B5EF4-FFF2-40B4-BE49-F238E27FC236}">
                <a16:creationId xmlns:a16="http://schemas.microsoft.com/office/drawing/2014/main" id="{C7E622D8-0364-0213-391F-1A4BC6317FE7}"/>
              </a:ext>
            </a:extLst>
          </p:cNvPr>
          <p:cNvSpPr/>
          <p:nvPr/>
        </p:nvSpPr>
        <p:spPr bwMode="auto">
          <a:xfrm>
            <a:off x="7713501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2" name="직사각형 541">
            <a:extLst>
              <a:ext uri="{FF2B5EF4-FFF2-40B4-BE49-F238E27FC236}">
                <a16:creationId xmlns:a16="http://schemas.microsoft.com/office/drawing/2014/main" id="{AFCFA564-2FCC-E96E-C4D2-262AD8F63C04}"/>
              </a:ext>
            </a:extLst>
          </p:cNvPr>
          <p:cNvSpPr/>
          <p:nvPr/>
        </p:nvSpPr>
        <p:spPr bwMode="auto">
          <a:xfrm>
            <a:off x="5984904" y="7474238"/>
            <a:ext cx="128625" cy="166912"/>
          </a:xfrm>
          <a:prstGeom prst="rect">
            <a:avLst/>
          </a:prstGeom>
          <a:solidFill>
            <a:srgbClr val="F99D1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5B212A51-D3B6-D173-4702-B6A37BCB302C}"/>
              </a:ext>
            </a:extLst>
          </p:cNvPr>
          <p:cNvSpPr/>
          <p:nvPr/>
        </p:nvSpPr>
        <p:spPr bwMode="auto">
          <a:xfrm>
            <a:off x="615776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C9DB7A0-D37D-B24B-4A1F-F8237A7D30A9}"/>
              </a:ext>
            </a:extLst>
          </p:cNvPr>
          <p:cNvSpPr/>
          <p:nvPr/>
        </p:nvSpPr>
        <p:spPr bwMode="auto">
          <a:xfrm>
            <a:off x="633062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32133457-2170-8867-0515-7981B92EB0DA}"/>
              </a:ext>
            </a:extLst>
          </p:cNvPr>
          <p:cNvSpPr/>
          <p:nvPr/>
        </p:nvSpPr>
        <p:spPr bwMode="auto">
          <a:xfrm>
            <a:off x="650348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6" name="직사각형 545">
            <a:extLst>
              <a:ext uri="{FF2B5EF4-FFF2-40B4-BE49-F238E27FC236}">
                <a16:creationId xmlns:a16="http://schemas.microsoft.com/office/drawing/2014/main" id="{2A29A379-CB82-B49F-66BB-8E31F0F83397}"/>
              </a:ext>
            </a:extLst>
          </p:cNvPr>
          <p:cNvSpPr/>
          <p:nvPr/>
        </p:nvSpPr>
        <p:spPr bwMode="auto">
          <a:xfrm>
            <a:off x="6676344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7" name="직사각형 546">
            <a:extLst>
              <a:ext uri="{FF2B5EF4-FFF2-40B4-BE49-F238E27FC236}">
                <a16:creationId xmlns:a16="http://schemas.microsoft.com/office/drawing/2014/main" id="{83A50710-498E-201E-C940-DD1FE4483041}"/>
              </a:ext>
            </a:extLst>
          </p:cNvPr>
          <p:cNvSpPr/>
          <p:nvPr/>
        </p:nvSpPr>
        <p:spPr bwMode="auto">
          <a:xfrm>
            <a:off x="684920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8" name="직사각형 547">
            <a:extLst>
              <a:ext uri="{FF2B5EF4-FFF2-40B4-BE49-F238E27FC236}">
                <a16:creationId xmlns:a16="http://schemas.microsoft.com/office/drawing/2014/main" id="{08267DAC-2FFD-F2D3-7F5A-C0F24256D801}"/>
              </a:ext>
            </a:extLst>
          </p:cNvPr>
          <p:cNvSpPr/>
          <p:nvPr/>
        </p:nvSpPr>
        <p:spPr bwMode="auto">
          <a:xfrm>
            <a:off x="702206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9" name="직사각형 548">
            <a:extLst>
              <a:ext uri="{FF2B5EF4-FFF2-40B4-BE49-F238E27FC236}">
                <a16:creationId xmlns:a16="http://schemas.microsoft.com/office/drawing/2014/main" id="{C202DFAB-3489-D3EF-C9C4-CDBB0BA46F4C}"/>
              </a:ext>
            </a:extLst>
          </p:cNvPr>
          <p:cNvSpPr/>
          <p:nvPr/>
        </p:nvSpPr>
        <p:spPr bwMode="auto">
          <a:xfrm>
            <a:off x="754064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0" name="Rectangle 7">
            <a:extLst>
              <a:ext uri="{FF2B5EF4-FFF2-40B4-BE49-F238E27FC236}">
                <a16:creationId xmlns:a16="http://schemas.microsoft.com/office/drawing/2014/main" id="{75CDAAC4-ACF0-5F5E-9A55-993C3EE6D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9911" y="4330920"/>
            <a:ext cx="2947737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832D35A5-B0C1-8F00-4D5D-1AB3E81685A1}"/>
              </a:ext>
            </a:extLst>
          </p:cNvPr>
          <p:cNvSpPr txBox="1"/>
          <p:nvPr/>
        </p:nvSpPr>
        <p:spPr>
          <a:xfrm>
            <a:off x="8447220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C3184F64-A188-3F27-6262-FDE8A27DB4D9}"/>
              </a:ext>
            </a:extLst>
          </p:cNvPr>
          <p:cNvGrpSpPr/>
          <p:nvPr/>
        </p:nvGrpSpPr>
        <p:grpSpPr>
          <a:xfrm>
            <a:off x="8300227" y="5809306"/>
            <a:ext cx="1082304" cy="847725"/>
            <a:chOff x="-1051388" y="5181600"/>
            <a:chExt cx="1082304" cy="847725"/>
          </a:xfrm>
        </p:grpSpPr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F0BD0842-6A7F-7DDF-FB0F-7AA73E2B8CEB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27C162B-1A33-A204-9374-DAF581CC7F3C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6587C42B-71FE-2BB6-7A34-3BEEDA0AC7B7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588" name="AutoShape 55">
                <a:extLst>
                  <a:ext uri="{FF2B5EF4-FFF2-40B4-BE49-F238E27FC236}">
                    <a16:creationId xmlns:a16="http://schemas.microsoft.com/office/drawing/2014/main" id="{AEDC9E9D-68B6-C6C7-C436-36A298C65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9" name="원호 588">
                <a:extLst>
                  <a:ext uri="{FF2B5EF4-FFF2-40B4-BE49-F238E27FC236}">
                    <a16:creationId xmlns:a16="http://schemas.microsoft.com/office/drawing/2014/main" id="{2CBCB54B-C2C8-142E-4E3A-DF3933419E74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BF8D252C-B433-480C-C2F7-50405C7C5A16}"/>
              </a:ext>
            </a:extLst>
          </p:cNvPr>
          <p:cNvGrpSpPr/>
          <p:nvPr/>
        </p:nvGrpSpPr>
        <p:grpSpPr>
          <a:xfrm>
            <a:off x="10284451" y="5809306"/>
            <a:ext cx="1082304" cy="847725"/>
            <a:chOff x="-1119299" y="5248018"/>
            <a:chExt cx="1082304" cy="847725"/>
          </a:xfrm>
        </p:grpSpPr>
        <p:sp>
          <p:nvSpPr>
            <p:cNvPr id="592" name="사각형: 둥근 모서리 591">
              <a:extLst>
                <a:ext uri="{FF2B5EF4-FFF2-40B4-BE49-F238E27FC236}">
                  <a16:creationId xmlns:a16="http://schemas.microsoft.com/office/drawing/2014/main" id="{EC137559-BBF5-AE05-D2A8-0D9972B8C28C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079CF7DD-DCD8-0631-90BF-EEDB24EFE487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E2290B2B-F107-4AB7-FC89-26BD795A7BE2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595" name="AutoShape 55">
                <a:extLst>
                  <a:ext uri="{FF2B5EF4-FFF2-40B4-BE49-F238E27FC236}">
                    <a16:creationId xmlns:a16="http://schemas.microsoft.com/office/drawing/2014/main" id="{BA0566EF-0067-5560-8D5E-70E723B07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596" name="원호 595">
                <a:extLst>
                  <a:ext uri="{FF2B5EF4-FFF2-40B4-BE49-F238E27FC236}">
                    <a16:creationId xmlns:a16="http://schemas.microsoft.com/office/drawing/2014/main" id="{20938A14-8954-9742-85D7-DF39B06E092E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597" name="그룹 596">
            <a:extLst>
              <a:ext uri="{FF2B5EF4-FFF2-40B4-BE49-F238E27FC236}">
                <a16:creationId xmlns:a16="http://schemas.microsoft.com/office/drawing/2014/main" id="{479ACF5E-CDE1-D4AF-2A0E-67AB381C1094}"/>
              </a:ext>
            </a:extLst>
          </p:cNvPr>
          <p:cNvGrpSpPr/>
          <p:nvPr/>
        </p:nvGrpSpPr>
        <p:grpSpPr>
          <a:xfrm>
            <a:off x="9242657" y="5809306"/>
            <a:ext cx="1181100" cy="1001068"/>
            <a:chOff x="-1276350" y="4713932"/>
            <a:chExt cx="1181100" cy="1001068"/>
          </a:xfrm>
        </p:grpSpPr>
        <p:sp>
          <p:nvSpPr>
            <p:cNvPr id="598" name="사각형: 둥근 모서리 597">
              <a:extLst>
                <a:ext uri="{FF2B5EF4-FFF2-40B4-BE49-F238E27FC236}">
                  <a16:creationId xmlns:a16="http://schemas.microsoft.com/office/drawing/2014/main" id="{FE9341F3-0D42-E22E-AD5E-BBB8585F49A8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99" name="AutoShape 55">
              <a:extLst>
                <a:ext uri="{FF2B5EF4-FFF2-40B4-BE49-F238E27FC236}">
                  <a16:creationId xmlns:a16="http://schemas.microsoft.com/office/drawing/2014/main" id="{E25B0DDE-7562-814C-D323-83716DDE2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2801D49E-7966-B96C-B26A-7532BE3B8489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보안검색대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en-US" altLang="ko-KR" sz="14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소요</a:t>
              </a:r>
            </a:p>
          </p:txBody>
        </p:sp>
      </p:grp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F677C821-4DC6-BBA5-72EC-EE525CCBA7F2}"/>
              </a:ext>
            </a:extLst>
          </p:cNvPr>
          <p:cNvCxnSpPr>
            <a:cxnSpLocks/>
          </p:cNvCxnSpPr>
          <p:nvPr/>
        </p:nvCxnSpPr>
        <p:spPr bwMode="auto">
          <a:xfrm>
            <a:off x="8392918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602" name="사각형: 둥근 모서리 601">
            <a:extLst>
              <a:ext uri="{FF2B5EF4-FFF2-40B4-BE49-F238E27FC236}">
                <a16:creationId xmlns:a16="http://schemas.microsoft.com/office/drawing/2014/main" id="{6A30BAF6-280F-A0AF-056F-69F4B29D5FD8}"/>
              </a:ext>
            </a:extLst>
          </p:cNvPr>
          <p:cNvSpPr/>
          <p:nvPr/>
        </p:nvSpPr>
        <p:spPr bwMode="auto">
          <a:xfrm>
            <a:off x="8653157" y="4806579"/>
            <a:ext cx="2350387" cy="83591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603" name="TextBox 602">
            <a:extLst>
              <a:ext uri="{FF2B5EF4-FFF2-40B4-BE49-F238E27FC236}">
                <a16:creationId xmlns:a16="http://schemas.microsoft.com/office/drawing/2014/main" id="{02706979-3F6D-1FF6-E2E1-45C3E2D267FE}"/>
              </a:ext>
            </a:extLst>
          </p:cNvPr>
          <p:cNvSpPr txBox="1"/>
          <p:nvPr/>
        </p:nvSpPr>
        <p:spPr>
          <a:xfrm>
            <a:off x="8713285" y="4854003"/>
            <a:ext cx="22247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</a:t>
            </a:r>
            <a:endParaRPr lang="en-US" altLang="ko-KR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4" name="직사각형 603">
            <a:extLst>
              <a:ext uri="{FF2B5EF4-FFF2-40B4-BE49-F238E27FC236}">
                <a16:creationId xmlns:a16="http://schemas.microsoft.com/office/drawing/2014/main" id="{DEC597FD-395E-2DB3-4321-49AD1506DE2E}"/>
              </a:ext>
            </a:extLst>
          </p:cNvPr>
          <p:cNvSpPr/>
          <p:nvPr/>
        </p:nvSpPr>
        <p:spPr bwMode="auto">
          <a:xfrm>
            <a:off x="8386006" y="7277169"/>
            <a:ext cx="2899610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8A3DC6C-E3D4-FAE3-FC71-9F003222370B}"/>
              </a:ext>
            </a:extLst>
          </p:cNvPr>
          <p:cNvSpPr/>
          <p:nvPr/>
        </p:nvSpPr>
        <p:spPr bwMode="auto">
          <a:xfrm>
            <a:off x="8870466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09" name="직사각형 608">
            <a:extLst>
              <a:ext uri="{FF2B5EF4-FFF2-40B4-BE49-F238E27FC236}">
                <a16:creationId xmlns:a16="http://schemas.microsoft.com/office/drawing/2014/main" id="{D3106B8A-446B-2E5C-E893-31CA2C96BFE8}"/>
              </a:ext>
            </a:extLst>
          </p:cNvPr>
          <p:cNvSpPr/>
          <p:nvPr/>
        </p:nvSpPr>
        <p:spPr bwMode="auto">
          <a:xfrm>
            <a:off x="10489716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BBBD4DAE-E826-E129-1962-8951A22DFB0C}"/>
              </a:ext>
            </a:extLst>
          </p:cNvPr>
          <p:cNvGrpSpPr/>
          <p:nvPr/>
        </p:nvGrpSpPr>
        <p:grpSpPr>
          <a:xfrm>
            <a:off x="7150689" y="2370862"/>
            <a:ext cx="4287357" cy="1417460"/>
            <a:chOff x="2226772" y="1470389"/>
            <a:chExt cx="2666100" cy="1417460"/>
          </a:xfrm>
        </p:grpSpPr>
        <p:sp>
          <p:nvSpPr>
            <p:cNvPr id="677" name="Rectangle 43">
              <a:extLst>
                <a:ext uri="{FF2B5EF4-FFF2-40B4-BE49-F238E27FC236}">
                  <a16:creationId xmlns:a16="http://schemas.microsoft.com/office/drawing/2014/main" id="{23B12339-BE5C-6F12-9288-5D59388F4916}"/>
                </a:ext>
              </a:extLst>
            </p:cNvPr>
            <p:cNvSpPr/>
            <p:nvPr/>
          </p:nvSpPr>
          <p:spPr>
            <a:xfrm>
              <a:off x="2226772" y="1470389"/>
              <a:ext cx="2621453" cy="1417460"/>
            </a:xfrm>
            <a:prstGeom prst="roundRect">
              <a:avLst>
                <a:gd name="adj" fmla="val 3831"/>
              </a:avLst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180000" tIns="180000" rIns="180000" bIns="180000" rtlCol="0" anchor="t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686" name="그림 685">
              <a:extLst>
                <a:ext uri="{FF2B5EF4-FFF2-40B4-BE49-F238E27FC236}">
                  <a16:creationId xmlns:a16="http://schemas.microsoft.com/office/drawing/2014/main" id="{852F825A-655D-5EDA-1DD4-AA0BCD51DC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8472"/>
            <a:stretch/>
          </p:blipFill>
          <p:spPr>
            <a:xfrm>
              <a:off x="2268347" y="1543050"/>
              <a:ext cx="2541777" cy="981122"/>
            </a:xfrm>
            <a:prstGeom prst="rect">
              <a:avLst/>
            </a:prstGeom>
          </p:spPr>
        </p:pic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CBB8B7AD-A7DB-294A-586E-99BBC7D05A4A}"/>
                </a:ext>
              </a:extLst>
            </p:cNvPr>
            <p:cNvSpPr txBox="1"/>
            <p:nvPr/>
          </p:nvSpPr>
          <p:spPr>
            <a:xfrm>
              <a:off x="2311756" y="2485843"/>
              <a:ext cx="25811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hangingPunct="0"/>
              <a:r>
                <a:rPr lang="en-US" altLang="ko-KR" sz="6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04             09               12              15                21            02</a:t>
              </a:r>
              <a:endParaRPr lang="ko-KR" altLang="en-US" sz="6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1DF6BD26-A359-22B3-8DB7-71EB256BEB47}"/>
                </a:ext>
              </a:extLst>
            </p:cNvPr>
            <p:cNvSpPr txBox="1"/>
            <p:nvPr/>
          </p:nvSpPr>
          <p:spPr>
            <a:xfrm>
              <a:off x="2873930" y="2616418"/>
              <a:ext cx="132185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&lt;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예측 처리 정보</a:t>
              </a:r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&gt;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CF215108-43AC-1815-B0E0-2BC66D45A7C2}"/>
              </a:ext>
            </a:extLst>
          </p:cNvPr>
          <p:cNvGrpSpPr/>
          <p:nvPr/>
        </p:nvGrpSpPr>
        <p:grpSpPr>
          <a:xfrm>
            <a:off x="7956530" y="3957938"/>
            <a:ext cx="1502863" cy="287258"/>
            <a:chOff x="-4886596" y="3312869"/>
            <a:chExt cx="1502863" cy="287258"/>
          </a:xfrm>
        </p:grpSpPr>
        <p:sp>
          <p:nvSpPr>
            <p:cNvPr id="249" name="Hour">
              <a:extLst>
                <a:ext uri="{FF2B5EF4-FFF2-40B4-BE49-F238E27FC236}">
                  <a16:creationId xmlns:a16="http://schemas.microsoft.com/office/drawing/2014/main" id="{70097153-5BA6-82D5-91E7-0CF92892E9D0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</a:p>
          </p:txBody>
        </p:sp>
        <p:sp>
          <p:nvSpPr>
            <p:cNvPr id="250" name="Minute">
              <a:extLst>
                <a:ext uri="{FF2B5EF4-FFF2-40B4-BE49-F238E27FC236}">
                  <a16:creationId xmlns:a16="http://schemas.microsoft.com/office/drawing/2014/main" id="{1BC4E1E1-2EE2-0533-E299-3C0B0C014329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00</a:t>
              </a:r>
            </a:p>
          </p:txBody>
        </p:sp>
        <p:sp>
          <p:nvSpPr>
            <p:cNvPr id="251" name="AM/PM">
              <a:extLst>
                <a:ext uri="{FF2B5EF4-FFF2-40B4-BE49-F238E27FC236}">
                  <a16:creationId xmlns:a16="http://schemas.microsoft.com/office/drawing/2014/main" id="{7F69AA0D-0A19-5777-3F70-2D0022EBEF1D}"/>
                </a:ext>
              </a:extLst>
            </p:cNvPr>
            <p:cNvSpPr/>
            <p:nvPr/>
          </p:nvSpPr>
          <p:spPr>
            <a:xfrm>
              <a:off x="-36909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AM</a:t>
              </a:r>
            </a:p>
          </p:txBody>
        </p:sp>
        <p:sp>
          <p:nvSpPr>
            <p:cNvPr id="252" name="Colon">
              <a:extLst>
                <a:ext uri="{FF2B5EF4-FFF2-40B4-BE49-F238E27FC236}">
                  <a16:creationId xmlns:a16="http://schemas.microsoft.com/office/drawing/2014/main" id="{28E26F77-0B8C-3774-C2E9-600D6B22DE17}"/>
                </a:ext>
              </a:extLst>
            </p:cNvPr>
            <p:cNvSpPr txBox="1"/>
            <p:nvPr/>
          </p:nvSpPr>
          <p:spPr>
            <a:xfrm>
              <a:off x="-4538258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  <p:sp>
          <p:nvSpPr>
            <p:cNvPr id="253" name="Colon">
              <a:extLst>
                <a:ext uri="{FF2B5EF4-FFF2-40B4-BE49-F238E27FC236}">
                  <a16:creationId xmlns:a16="http://schemas.microsoft.com/office/drawing/2014/main" id="{27794998-6006-7B1D-3C30-11E5F77DCCA5}"/>
                </a:ext>
              </a:extLst>
            </p:cNvPr>
            <p:cNvSpPr txBox="1"/>
            <p:nvPr/>
          </p:nvSpPr>
          <p:spPr>
            <a:xfrm>
              <a:off x="-3935969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3C91982A-50D8-851E-02DB-89A5D0C62D37}"/>
              </a:ext>
            </a:extLst>
          </p:cNvPr>
          <p:cNvSpPr txBox="1"/>
          <p:nvPr/>
        </p:nvSpPr>
        <p:spPr>
          <a:xfrm>
            <a:off x="6676344" y="400522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 FRI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5" name="Rectangle 43">
            <a:extLst>
              <a:ext uri="{FF2B5EF4-FFF2-40B4-BE49-F238E27FC236}">
                <a16:creationId xmlns:a16="http://schemas.microsoft.com/office/drawing/2014/main" id="{A2135D9D-3E2A-EB55-41F3-3AFB9F20A248}"/>
              </a:ext>
            </a:extLst>
          </p:cNvPr>
          <p:cNvSpPr/>
          <p:nvPr/>
        </p:nvSpPr>
        <p:spPr>
          <a:xfrm>
            <a:off x="5102375" y="2374136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56" name="AutoShape 55">
            <a:extLst>
              <a:ext uri="{FF2B5EF4-FFF2-40B4-BE49-F238E27FC236}">
                <a16:creationId xmlns:a16="http://schemas.microsoft.com/office/drawing/2014/main" id="{A6752384-0F03-27CF-F126-EB7C75818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463" y="2461015"/>
            <a:ext cx="322901" cy="283906"/>
          </a:xfrm>
          <a:prstGeom prst="ellipse">
            <a:avLst/>
          </a:prstGeom>
          <a:solidFill>
            <a:srgbClr val="242852">
              <a:lumMod val="60000"/>
              <a:lumOff val="40000"/>
            </a:srgbClr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5DC540C1-23F6-6E37-95EF-E9C0CA5042CF}"/>
              </a:ext>
            </a:extLst>
          </p:cNvPr>
          <p:cNvSpPr txBox="1"/>
          <p:nvPr/>
        </p:nvSpPr>
        <p:spPr>
          <a:xfrm>
            <a:off x="5823202" y="2552299"/>
            <a:ext cx="90496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270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Airplane">
            <a:extLst>
              <a:ext uri="{FF2B5EF4-FFF2-40B4-BE49-F238E27FC236}">
                <a16:creationId xmlns:a16="http://schemas.microsoft.com/office/drawing/2014/main" id="{7CE7668B-E940-34AB-A384-8791B22FA3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08244" y="2515259"/>
            <a:ext cx="217999" cy="167772"/>
          </a:xfrm>
          <a:custGeom>
            <a:avLst/>
            <a:gdLst>
              <a:gd name="T0" fmla="*/ 169 w 671"/>
              <a:gd name="T1" fmla="*/ 0 h 586"/>
              <a:gd name="T2" fmla="*/ 149 w 671"/>
              <a:gd name="T3" fmla="*/ 28 h 586"/>
              <a:gd name="T4" fmla="*/ 230 w 671"/>
              <a:gd name="T5" fmla="*/ 227 h 586"/>
              <a:gd name="T6" fmla="*/ 88 w 671"/>
              <a:gd name="T7" fmla="*/ 227 h 586"/>
              <a:gd name="T8" fmla="*/ 54 w 671"/>
              <a:gd name="T9" fmla="*/ 160 h 586"/>
              <a:gd name="T10" fmla="*/ 40 w 671"/>
              <a:gd name="T11" fmla="*/ 149 h 586"/>
              <a:gd name="T12" fmla="*/ 0 w 671"/>
              <a:gd name="T13" fmla="*/ 166 h 586"/>
              <a:gd name="T14" fmla="*/ 26 w 671"/>
              <a:gd name="T15" fmla="*/ 293 h 586"/>
              <a:gd name="T16" fmla="*/ 0 w 671"/>
              <a:gd name="T17" fmla="*/ 419 h 586"/>
              <a:gd name="T18" fmla="*/ 51 w 671"/>
              <a:gd name="T19" fmla="*/ 431 h 586"/>
              <a:gd name="T20" fmla="*/ 54 w 671"/>
              <a:gd name="T21" fmla="*/ 427 h 586"/>
              <a:gd name="T22" fmla="*/ 54 w 671"/>
              <a:gd name="T23" fmla="*/ 427 h 586"/>
              <a:gd name="T24" fmla="*/ 88 w 671"/>
              <a:gd name="T25" fmla="*/ 360 h 586"/>
              <a:gd name="T26" fmla="*/ 230 w 671"/>
              <a:gd name="T27" fmla="*/ 360 h 586"/>
              <a:gd name="T28" fmla="*/ 149 w 671"/>
              <a:gd name="T29" fmla="*/ 558 h 586"/>
              <a:gd name="T30" fmla="*/ 169 w 671"/>
              <a:gd name="T31" fmla="*/ 586 h 586"/>
              <a:gd name="T32" fmla="*/ 200 w 671"/>
              <a:gd name="T33" fmla="*/ 583 h 586"/>
              <a:gd name="T34" fmla="*/ 200 w 671"/>
              <a:gd name="T35" fmla="*/ 583 h 586"/>
              <a:gd name="T36" fmla="*/ 224 w 671"/>
              <a:gd name="T37" fmla="*/ 569 h 586"/>
              <a:gd name="T38" fmla="*/ 388 w 671"/>
              <a:gd name="T39" fmla="*/ 360 h 586"/>
              <a:gd name="T40" fmla="*/ 583 w 671"/>
              <a:gd name="T41" fmla="*/ 360 h 586"/>
              <a:gd name="T42" fmla="*/ 646 w 671"/>
              <a:gd name="T43" fmla="*/ 334 h 586"/>
              <a:gd name="T44" fmla="*/ 646 w 671"/>
              <a:gd name="T45" fmla="*/ 253 h 586"/>
              <a:gd name="T46" fmla="*/ 583 w 671"/>
              <a:gd name="T47" fmla="*/ 227 h 586"/>
              <a:gd name="T48" fmla="*/ 388 w 671"/>
              <a:gd name="T49" fmla="*/ 227 h 586"/>
              <a:gd name="T50" fmla="*/ 224 w 671"/>
              <a:gd name="T51" fmla="*/ 17 h 586"/>
              <a:gd name="T52" fmla="*/ 169 w 671"/>
              <a:gd name="T53" fmla="*/ 0 h 586"/>
              <a:gd name="T54" fmla="*/ 177 w 671"/>
              <a:gd name="T55" fmla="*/ 28 h 586"/>
              <a:gd name="T56" fmla="*/ 197 w 671"/>
              <a:gd name="T57" fmla="*/ 30 h 586"/>
              <a:gd name="T58" fmla="*/ 211 w 671"/>
              <a:gd name="T59" fmla="*/ 44 h 586"/>
              <a:gd name="T60" fmla="*/ 375 w 671"/>
              <a:gd name="T61" fmla="*/ 253 h 586"/>
              <a:gd name="T62" fmla="*/ 583 w 671"/>
              <a:gd name="T63" fmla="*/ 253 h 586"/>
              <a:gd name="T64" fmla="*/ 627 w 671"/>
              <a:gd name="T65" fmla="*/ 271 h 586"/>
              <a:gd name="T66" fmla="*/ 627 w 671"/>
              <a:gd name="T67" fmla="*/ 316 h 586"/>
              <a:gd name="T68" fmla="*/ 583 w 671"/>
              <a:gd name="T69" fmla="*/ 333 h 586"/>
              <a:gd name="T70" fmla="*/ 375 w 671"/>
              <a:gd name="T71" fmla="*/ 333 h 586"/>
              <a:gd name="T72" fmla="*/ 203 w 671"/>
              <a:gd name="T73" fmla="*/ 552 h 586"/>
              <a:gd name="T74" fmla="*/ 197 w 671"/>
              <a:gd name="T75" fmla="*/ 556 h 586"/>
              <a:gd name="T76" fmla="*/ 177 w 671"/>
              <a:gd name="T77" fmla="*/ 558 h 586"/>
              <a:gd name="T78" fmla="*/ 270 w 671"/>
              <a:gd name="T79" fmla="*/ 333 h 586"/>
              <a:gd name="T80" fmla="*/ 72 w 671"/>
              <a:gd name="T81" fmla="*/ 333 h 586"/>
              <a:gd name="T82" fmla="*/ 29 w 671"/>
              <a:gd name="T83" fmla="*/ 413 h 586"/>
              <a:gd name="T84" fmla="*/ 53 w 671"/>
              <a:gd name="T85" fmla="*/ 293 h 586"/>
              <a:gd name="T86" fmla="*/ 29 w 671"/>
              <a:gd name="T87" fmla="*/ 174 h 586"/>
              <a:gd name="T88" fmla="*/ 72 w 671"/>
              <a:gd name="T89" fmla="*/ 253 h 586"/>
              <a:gd name="T90" fmla="*/ 270 w 671"/>
              <a:gd name="T91" fmla="*/ 253 h 586"/>
              <a:gd name="T92" fmla="*/ 177 w 671"/>
              <a:gd name="T93" fmla="*/ 28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71" h="586">
                <a:moveTo>
                  <a:pt x="169" y="0"/>
                </a:moveTo>
                <a:cubicBezTo>
                  <a:pt x="150" y="1"/>
                  <a:pt x="147" y="12"/>
                  <a:pt x="149" y="28"/>
                </a:cubicBezTo>
                <a:cubicBezTo>
                  <a:pt x="175" y="93"/>
                  <a:pt x="201" y="157"/>
                  <a:pt x="230" y="227"/>
                </a:cubicBezTo>
                <a:lnTo>
                  <a:pt x="88" y="227"/>
                </a:lnTo>
                <a:cubicBezTo>
                  <a:pt x="83" y="217"/>
                  <a:pt x="59" y="170"/>
                  <a:pt x="54" y="160"/>
                </a:cubicBezTo>
                <a:cubicBezTo>
                  <a:pt x="51" y="155"/>
                  <a:pt x="45" y="150"/>
                  <a:pt x="40" y="149"/>
                </a:cubicBezTo>
                <a:cubicBezTo>
                  <a:pt x="20" y="144"/>
                  <a:pt x="5" y="144"/>
                  <a:pt x="0" y="166"/>
                </a:cubicBezTo>
                <a:cubicBezTo>
                  <a:pt x="8" y="208"/>
                  <a:pt x="18" y="256"/>
                  <a:pt x="26" y="293"/>
                </a:cubicBezTo>
                <a:cubicBezTo>
                  <a:pt x="25" y="298"/>
                  <a:pt x="1" y="414"/>
                  <a:pt x="0" y="419"/>
                </a:cubicBezTo>
                <a:cubicBezTo>
                  <a:pt x="3" y="446"/>
                  <a:pt x="35" y="444"/>
                  <a:pt x="51" y="431"/>
                </a:cubicBezTo>
                <a:cubicBezTo>
                  <a:pt x="53" y="429"/>
                  <a:pt x="53" y="428"/>
                  <a:pt x="54" y="427"/>
                </a:cubicBezTo>
                <a:lnTo>
                  <a:pt x="54" y="427"/>
                </a:lnTo>
                <a:cubicBezTo>
                  <a:pt x="59" y="417"/>
                  <a:pt x="83" y="370"/>
                  <a:pt x="88" y="360"/>
                </a:cubicBezTo>
                <a:lnTo>
                  <a:pt x="230" y="360"/>
                </a:lnTo>
                <a:cubicBezTo>
                  <a:pt x="202" y="429"/>
                  <a:pt x="178" y="486"/>
                  <a:pt x="149" y="558"/>
                </a:cubicBezTo>
                <a:cubicBezTo>
                  <a:pt x="145" y="577"/>
                  <a:pt x="152" y="583"/>
                  <a:pt x="169" y="586"/>
                </a:cubicBezTo>
                <a:cubicBezTo>
                  <a:pt x="174" y="586"/>
                  <a:pt x="189" y="584"/>
                  <a:pt x="200" y="583"/>
                </a:cubicBezTo>
                <a:lnTo>
                  <a:pt x="200" y="583"/>
                </a:lnTo>
                <a:cubicBezTo>
                  <a:pt x="214" y="582"/>
                  <a:pt x="222" y="572"/>
                  <a:pt x="224" y="569"/>
                </a:cubicBezTo>
                <a:cubicBezTo>
                  <a:pt x="278" y="501"/>
                  <a:pt x="337" y="425"/>
                  <a:pt x="388" y="360"/>
                </a:cubicBezTo>
                <a:lnTo>
                  <a:pt x="583" y="360"/>
                </a:lnTo>
                <a:cubicBezTo>
                  <a:pt x="612" y="360"/>
                  <a:pt x="633" y="348"/>
                  <a:pt x="646" y="334"/>
                </a:cubicBezTo>
                <a:cubicBezTo>
                  <a:pt x="671" y="309"/>
                  <a:pt x="668" y="275"/>
                  <a:pt x="646" y="253"/>
                </a:cubicBezTo>
                <a:cubicBezTo>
                  <a:pt x="633" y="239"/>
                  <a:pt x="611" y="227"/>
                  <a:pt x="583" y="227"/>
                </a:cubicBezTo>
                <a:lnTo>
                  <a:pt x="388" y="227"/>
                </a:lnTo>
                <a:cubicBezTo>
                  <a:pt x="327" y="149"/>
                  <a:pt x="278" y="85"/>
                  <a:pt x="224" y="17"/>
                </a:cubicBezTo>
                <a:cubicBezTo>
                  <a:pt x="208" y="1"/>
                  <a:pt x="190" y="2"/>
                  <a:pt x="169" y="0"/>
                </a:cubicBezTo>
                <a:close/>
                <a:moveTo>
                  <a:pt x="177" y="28"/>
                </a:moveTo>
                <a:cubicBezTo>
                  <a:pt x="184" y="29"/>
                  <a:pt x="190" y="29"/>
                  <a:pt x="197" y="30"/>
                </a:cubicBezTo>
                <a:cubicBezTo>
                  <a:pt x="204" y="32"/>
                  <a:pt x="206" y="38"/>
                  <a:pt x="211" y="44"/>
                </a:cubicBezTo>
                <a:cubicBezTo>
                  <a:pt x="269" y="118"/>
                  <a:pt x="326" y="191"/>
                  <a:pt x="375" y="253"/>
                </a:cubicBezTo>
                <a:lnTo>
                  <a:pt x="583" y="253"/>
                </a:lnTo>
                <a:cubicBezTo>
                  <a:pt x="604" y="253"/>
                  <a:pt x="618" y="261"/>
                  <a:pt x="627" y="271"/>
                </a:cubicBezTo>
                <a:cubicBezTo>
                  <a:pt x="642" y="286"/>
                  <a:pt x="642" y="301"/>
                  <a:pt x="627" y="316"/>
                </a:cubicBezTo>
                <a:cubicBezTo>
                  <a:pt x="618" y="325"/>
                  <a:pt x="604" y="333"/>
                  <a:pt x="583" y="333"/>
                </a:cubicBezTo>
                <a:lnTo>
                  <a:pt x="375" y="333"/>
                </a:lnTo>
                <a:cubicBezTo>
                  <a:pt x="315" y="411"/>
                  <a:pt x="255" y="486"/>
                  <a:pt x="203" y="552"/>
                </a:cubicBezTo>
                <a:cubicBezTo>
                  <a:pt x="200" y="557"/>
                  <a:pt x="203" y="556"/>
                  <a:pt x="197" y="556"/>
                </a:cubicBezTo>
                <a:cubicBezTo>
                  <a:pt x="190" y="557"/>
                  <a:pt x="184" y="558"/>
                  <a:pt x="177" y="558"/>
                </a:cubicBezTo>
                <a:cubicBezTo>
                  <a:pt x="207" y="486"/>
                  <a:pt x="241" y="402"/>
                  <a:pt x="270" y="333"/>
                </a:cubicBezTo>
                <a:lnTo>
                  <a:pt x="72" y="333"/>
                </a:lnTo>
                <a:cubicBezTo>
                  <a:pt x="58" y="362"/>
                  <a:pt x="42" y="391"/>
                  <a:pt x="29" y="413"/>
                </a:cubicBezTo>
                <a:cubicBezTo>
                  <a:pt x="37" y="373"/>
                  <a:pt x="45" y="333"/>
                  <a:pt x="53" y="293"/>
                </a:cubicBezTo>
                <a:cubicBezTo>
                  <a:pt x="45" y="252"/>
                  <a:pt x="36" y="212"/>
                  <a:pt x="29" y="174"/>
                </a:cubicBezTo>
                <a:cubicBezTo>
                  <a:pt x="45" y="198"/>
                  <a:pt x="60" y="230"/>
                  <a:pt x="72" y="253"/>
                </a:cubicBezTo>
                <a:lnTo>
                  <a:pt x="270" y="253"/>
                </a:lnTo>
                <a:cubicBezTo>
                  <a:pt x="236" y="171"/>
                  <a:pt x="207" y="102"/>
                  <a:pt x="177" y="28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sz="731" dirty="0">
              <a:solidFill>
                <a:prstClr val="black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638C23AB-5740-95EE-58FB-D413A10D7D29}"/>
              </a:ext>
            </a:extLst>
          </p:cNvPr>
          <p:cNvSpPr txBox="1"/>
          <p:nvPr/>
        </p:nvSpPr>
        <p:spPr>
          <a:xfrm>
            <a:off x="5476889" y="5357871"/>
            <a:ext cx="23024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   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14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대기열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6571D848-7158-6AD5-5ACD-BE14ED800F2B}"/>
              </a:ext>
            </a:extLst>
          </p:cNvPr>
          <p:cNvSpPr txBox="1"/>
          <p:nvPr/>
        </p:nvSpPr>
        <p:spPr>
          <a:xfrm>
            <a:off x="8690226" y="5340710"/>
            <a:ext cx="227085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예상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인원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58FEEFFB-FA91-8AA6-BADD-61C104A0B6C2}"/>
              </a:ext>
            </a:extLst>
          </p:cNvPr>
          <p:cNvGrpSpPr/>
          <p:nvPr/>
        </p:nvGrpSpPr>
        <p:grpSpPr>
          <a:xfrm>
            <a:off x="11188661" y="5546638"/>
            <a:ext cx="184761" cy="184761"/>
            <a:chOff x="-1420568" y="2626905"/>
            <a:chExt cx="184761" cy="184761"/>
          </a:xfrm>
        </p:grpSpPr>
        <p:sp>
          <p:nvSpPr>
            <p:cNvPr id="274" name="타원 273">
              <a:extLst>
                <a:ext uri="{FF2B5EF4-FFF2-40B4-BE49-F238E27FC236}">
                  <a16:creationId xmlns:a16="http://schemas.microsoft.com/office/drawing/2014/main" id="{346B5CEF-906C-07D3-838D-6101B0B6013F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4" name="Chevron Right">
              <a:extLst>
                <a:ext uri="{FF2B5EF4-FFF2-40B4-BE49-F238E27FC236}">
                  <a16:creationId xmlns:a16="http://schemas.microsoft.com/office/drawing/2014/main" id="{A4EDC3AF-D98D-B1C5-1D36-35BE468E87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89CF3324-A34D-0863-28ED-21A43BD826DF}"/>
              </a:ext>
            </a:extLst>
          </p:cNvPr>
          <p:cNvGrpSpPr/>
          <p:nvPr/>
        </p:nvGrpSpPr>
        <p:grpSpPr>
          <a:xfrm>
            <a:off x="8248471" y="5546113"/>
            <a:ext cx="184761" cy="184761"/>
            <a:chOff x="-1420568" y="3549256"/>
            <a:chExt cx="184761" cy="184761"/>
          </a:xfrm>
        </p:grpSpPr>
        <p:sp>
          <p:nvSpPr>
            <p:cNvPr id="296" name="타원 295">
              <a:extLst>
                <a:ext uri="{FF2B5EF4-FFF2-40B4-BE49-F238E27FC236}">
                  <a16:creationId xmlns:a16="http://schemas.microsoft.com/office/drawing/2014/main" id="{21146C4E-6E8E-0A5B-CE13-95AF1EF7E4DD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7" name="Chevron Left">
              <a:extLst>
                <a:ext uri="{FF2B5EF4-FFF2-40B4-BE49-F238E27FC236}">
                  <a16:creationId xmlns:a16="http://schemas.microsoft.com/office/drawing/2014/main" id="{FA5B87D9-CAFC-9A30-38C7-EBAB7C7F90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5" name="TextBox 304">
            <a:extLst>
              <a:ext uri="{FF2B5EF4-FFF2-40B4-BE49-F238E27FC236}">
                <a16:creationId xmlns:a16="http://schemas.microsoft.com/office/drawing/2014/main" id="{0089DF4E-F414-58C2-6D5A-EBCED963A0A2}"/>
              </a:ext>
            </a:extLst>
          </p:cNvPr>
          <p:cNvSpPr txBox="1"/>
          <p:nvPr/>
        </p:nvSpPr>
        <p:spPr>
          <a:xfrm>
            <a:off x="6394936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75F1497A-F047-3DE8-BF27-053FDB4D05BF}"/>
              </a:ext>
            </a:extLst>
          </p:cNvPr>
          <p:cNvSpPr txBox="1"/>
          <p:nvPr/>
        </p:nvSpPr>
        <p:spPr>
          <a:xfrm>
            <a:off x="9154146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4205B216-823B-C84D-B30B-AC6422A3C561}"/>
              </a:ext>
            </a:extLst>
          </p:cNvPr>
          <p:cNvSpPr/>
          <p:nvPr/>
        </p:nvSpPr>
        <p:spPr bwMode="auto">
          <a:xfrm>
            <a:off x="7846163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8BE27D13-5948-F28E-4112-AC89D5F169DA}"/>
              </a:ext>
            </a:extLst>
          </p:cNvPr>
          <p:cNvSpPr/>
          <p:nvPr/>
        </p:nvSpPr>
        <p:spPr bwMode="auto">
          <a:xfrm>
            <a:off x="11034531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9" name="AutoShape 55">
            <a:extLst>
              <a:ext uri="{FF2B5EF4-FFF2-40B4-BE49-F238E27FC236}">
                <a16:creationId xmlns:a16="http://schemas.microsoft.com/office/drawing/2014/main" id="{88063311-BF7C-7D42-A40F-3FEC039DE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576" y="3945858"/>
            <a:ext cx="1574291" cy="314324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터미널에</a:t>
            </a:r>
            <a:r>
              <a:rPr kumimoji="0" lang="ko-KR" altLang="en-US" sz="800" b="0" i="0" u="none" strike="noStrike" kern="0" cap="none" spc="0" normalizeH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여객수가 가장 많을 때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6E2F0C9-1265-522D-A3E2-450F9359DC6C}"/>
              </a:ext>
            </a:extLst>
          </p:cNvPr>
          <p:cNvSpPr/>
          <p:nvPr/>
        </p:nvSpPr>
        <p:spPr bwMode="auto">
          <a:xfrm>
            <a:off x="888273" y="2429691"/>
            <a:ext cx="3918857" cy="931817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CC30218-DA07-051A-E3CB-C8DCB881D02B}"/>
              </a:ext>
            </a:extLst>
          </p:cNvPr>
          <p:cNvSpPr/>
          <p:nvPr/>
        </p:nvSpPr>
        <p:spPr bwMode="auto">
          <a:xfrm>
            <a:off x="7437118" y="2429691"/>
            <a:ext cx="3918857" cy="931817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2956E2F2-3B2D-BC28-FEC5-89EB3430DE99}"/>
              </a:ext>
            </a:extLst>
          </p:cNvPr>
          <p:cNvGrpSpPr/>
          <p:nvPr/>
        </p:nvGrpSpPr>
        <p:grpSpPr>
          <a:xfrm>
            <a:off x="924705" y="2588341"/>
            <a:ext cx="3796497" cy="799550"/>
            <a:chOff x="955977" y="4325817"/>
            <a:chExt cx="8488870" cy="1787775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8720059-F20C-3267-4FC3-BBF09A26CCE1}"/>
                </a:ext>
              </a:extLst>
            </p:cNvPr>
            <p:cNvSpPr/>
            <p:nvPr/>
          </p:nvSpPr>
          <p:spPr bwMode="auto">
            <a:xfrm>
              <a:off x="955977" y="5812950"/>
              <a:ext cx="120256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18D87DED-01CC-9A61-6DD7-95A130714F37}"/>
                </a:ext>
              </a:extLst>
            </p:cNvPr>
            <p:cNvSpPr/>
            <p:nvPr/>
          </p:nvSpPr>
          <p:spPr bwMode="auto">
            <a:xfrm>
              <a:off x="1654719" y="5812950"/>
              <a:ext cx="143052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336C5365-6AE7-7EED-2ADC-7F093D2FC1A3}"/>
                </a:ext>
              </a:extLst>
            </p:cNvPr>
            <p:cNvSpPr/>
            <p:nvPr/>
          </p:nvSpPr>
          <p:spPr bwMode="auto">
            <a:xfrm>
              <a:off x="2356031" y="5377682"/>
              <a:ext cx="171387" cy="735908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67F2809A-5ACB-1454-AE0D-1ED1A9C3D387}"/>
                </a:ext>
              </a:extLst>
            </p:cNvPr>
            <p:cNvSpPr/>
            <p:nvPr/>
          </p:nvSpPr>
          <p:spPr bwMode="auto">
            <a:xfrm>
              <a:off x="3184286" y="4325817"/>
              <a:ext cx="165894" cy="178777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421CB825-CFD3-59DD-04C5-194A5C99E410}"/>
                </a:ext>
              </a:extLst>
            </p:cNvPr>
            <p:cNvSpPr/>
            <p:nvPr/>
          </p:nvSpPr>
          <p:spPr bwMode="auto">
            <a:xfrm>
              <a:off x="3934785" y="4424750"/>
              <a:ext cx="157379" cy="16888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798EC4-9BD5-4175-E9BA-F0D8070E7CBE}"/>
                </a:ext>
              </a:extLst>
            </p:cNvPr>
            <p:cNvSpPr/>
            <p:nvPr/>
          </p:nvSpPr>
          <p:spPr bwMode="auto">
            <a:xfrm>
              <a:off x="4685283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27F8923A-BFB9-0E7E-FF71-35229A57BA3D}"/>
                </a:ext>
              </a:extLst>
            </p:cNvPr>
            <p:cNvSpPr/>
            <p:nvPr/>
          </p:nvSpPr>
          <p:spPr bwMode="auto">
            <a:xfrm>
              <a:off x="5401275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4EC4E681-41E5-5EEA-0C47-0357542B6C7B}"/>
                </a:ext>
              </a:extLst>
            </p:cNvPr>
            <p:cNvSpPr/>
            <p:nvPr/>
          </p:nvSpPr>
          <p:spPr bwMode="auto">
            <a:xfrm>
              <a:off x="6169026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B0B41847-84FA-E973-7956-CB3DD5B82FED}"/>
                </a:ext>
              </a:extLst>
            </p:cNvPr>
            <p:cNvSpPr/>
            <p:nvPr/>
          </p:nvSpPr>
          <p:spPr bwMode="auto">
            <a:xfrm>
              <a:off x="6928150" y="5369054"/>
              <a:ext cx="188642" cy="744535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6704114D-5932-9069-F357-DA24203C5B0B}"/>
                </a:ext>
              </a:extLst>
            </p:cNvPr>
            <p:cNvSpPr/>
            <p:nvPr/>
          </p:nvSpPr>
          <p:spPr bwMode="auto">
            <a:xfrm>
              <a:off x="7626890" y="5593342"/>
              <a:ext cx="171389" cy="520247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9DA66253-BACB-4C4E-060A-027A44F730BD}"/>
                </a:ext>
              </a:extLst>
            </p:cNvPr>
            <p:cNvSpPr/>
            <p:nvPr/>
          </p:nvSpPr>
          <p:spPr bwMode="auto">
            <a:xfrm>
              <a:off x="8377388" y="5791750"/>
              <a:ext cx="154137" cy="321839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17A8F66-7F2C-3AB6-88C4-7E1778CEAB30}"/>
                </a:ext>
              </a:extLst>
            </p:cNvPr>
            <p:cNvSpPr/>
            <p:nvPr/>
          </p:nvSpPr>
          <p:spPr bwMode="auto">
            <a:xfrm>
              <a:off x="9136513" y="5921146"/>
              <a:ext cx="136884" cy="19244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136C0362-B6D9-188B-5522-35CFC54CE638}"/>
                </a:ext>
              </a:extLst>
            </p:cNvPr>
            <p:cNvSpPr/>
            <p:nvPr/>
          </p:nvSpPr>
          <p:spPr bwMode="auto">
            <a:xfrm>
              <a:off x="1075361" y="5810464"/>
              <a:ext cx="114575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B30FFDE1-0A3C-4704-5A6E-CCB101358323}"/>
                </a:ext>
              </a:extLst>
            </p:cNvPr>
            <p:cNvSpPr/>
            <p:nvPr/>
          </p:nvSpPr>
          <p:spPr bwMode="auto">
            <a:xfrm>
              <a:off x="1799263" y="5810464"/>
              <a:ext cx="124789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0B5A7200-4C8F-6720-A82E-C149F2FF5968}"/>
                </a:ext>
              </a:extLst>
            </p:cNvPr>
            <p:cNvSpPr/>
            <p:nvPr/>
          </p:nvSpPr>
          <p:spPr bwMode="auto">
            <a:xfrm>
              <a:off x="2513875" y="5377682"/>
              <a:ext cx="182958" cy="733422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FA9A4840-645E-7AF4-41AC-10D49A64B5F3}"/>
                </a:ext>
              </a:extLst>
            </p:cNvPr>
            <p:cNvSpPr/>
            <p:nvPr/>
          </p:nvSpPr>
          <p:spPr bwMode="auto">
            <a:xfrm>
              <a:off x="3355736" y="4325819"/>
              <a:ext cx="165894" cy="178777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04A692A0-9428-300B-D386-D2353D6CD0C5}"/>
                </a:ext>
              </a:extLst>
            </p:cNvPr>
            <p:cNvSpPr/>
            <p:nvPr/>
          </p:nvSpPr>
          <p:spPr bwMode="auto">
            <a:xfrm>
              <a:off x="4106235" y="4424750"/>
              <a:ext cx="157379" cy="16888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5825FCB1-B484-B7AA-C7FB-650A0F2470CA}"/>
                </a:ext>
              </a:extLst>
            </p:cNvPr>
            <p:cNvSpPr/>
            <p:nvPr/>
          </p:nvSpPr>
          <p:spPr bwMode="auto">
            <a:xfrm>
              <a:off x="4856733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9511C4E-D4D3-D1F0-ADEB-7C4A8C1D3B0A}"/>
                </a:ext>
              </a:extLst>
            </p:cNvPr>
            <p:cNvSpPr/>
            <p:nvPr/>
          </p:nvSpPr>
          <p:spPr bwMode="auto">
            <a:xfrm>
              <a:off x="5572725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8" name="직사각형 457">
              <a:extLst>
                <a:ext uri="{FF2B5EF4-FFF2-40B4-BE49-F238E27FC236}">
                  <a16:creationId xmlns:a16="http://schemas.microsoft.com/office/drawing/2014/main" id="{F5F44CAB-6E72-FA97-C4E4-AF097C0CA031}"/>
                </a:ext>
              </a:extLst>
            </p:cNvPr>
            <p:cNvSpPr/>
            <p:nvPr/>
          </p:nvSpPr>
          <p:spPr bwMode="auto">
            <a:xfrm>
              <a:off x="6340476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63E9E393-1036-E8D1-6A61-8ECD9FF5BD87}"/>
                </a:ext>
              </a:extLst>
            </p:cNvPr>
            <p:cNvSpPr/>
            <p:nvPr/>
          </p:nvSpPr>
          <p:spPr bwMode="auto">
            <a:xfrm>
              <a:off x="7099600" y="5369054"/>
              <a:ext cx="188642" cy="744535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3" name="직사각형 462">
              <a:extLst>
                <a:ext uri="{FF2B5EF4-FFF2-40B4-BE49-F238E27FC236}">
                  <a16:creationId xmlns:a16="http://schemas.microsoft.com/office/drawing/2014/main" id="{7A395F5A-E4A9-1FF1-5F3C-A85DF5FD85F4}"/>
                </a:ext>
              </a:extLst>
            </p:cNvPr>
            <p:cNvSpPr/>
            <p:nvPr/>
          </p:nvSpPr>
          <p:spPr bwMode="auto">
            <a:xfrm>
              <a:off x="7798340" y="5593342"/>
              <a:ext cx="171389" cy="520247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4" name="직사각형 463">
              <a:extLst>
                <a:ext uri="{FF2B5EF4-FFF2-40B4-BE49-F238E27FC236}">
                  <a16:creationId xmlns:a16="http://schemas.microsoft.com/office/drawing/2014/main" id="{F5E646B4-1A7E-1A36-2CAA-2CF65CF7DCBC}"/>
                </a:ext>
              </a:extLst>
            </p:cNvPr>
            <p:cNvSpPr/>
            <p:nvPr/>
          </p:nvSpPr>
          <p:spPr bwMode="auto">
            <a:xfrm>
              <a:off x="8548838" y="5791750"/>
              <a:ext cx="154137" cy="32183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5" name="직사각형 464">
              <a:extLst>
                <a:ext uri="{FF2B5EF4-FFF2-40B4-BE49-F238E27FC236}">
                  <a16:creationId xmlns:a16="http://schemas.microsoft.com/office/drawing/2014/main" id="{14D9A2CA-0C79-E944-B2DF-DBEB93E8EF39}"/>
                </a:ext>
              </a:extLst>
            </p:cNvPr>
            <p:cNvSpPr/>
            <p:nvPr/>
          </p:nvSpPr>
          <p:spPr bwMode="auto">
            <a:xfrm>
              <a:off x="9307963" y="5921146"/>
              <a:ext cx="136884" cy="19244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</p:grpSp>
      <p:grpSp>
        <p:nvGrpSpPr>
          <p:cNvPr id="467" name="그룹 466">
            <a:extLst>
              <a:ext uri="{FF2B5EF4-FFF2-40B4-BE49-F238E27FC236}">
                <a16:creationId xmlns:a16="http://schemas.microsoft.com/office/drawing/2014/main" id="{4A0B0AE8-1EA5-0E59-C0EB-E5EB3CED2AF8}"/>
              </a:ext>
            </a:extLst>
          </p:cNvPr>
          <p:cNvGrpSpPr/>
          <p:nvPr/>
        </p:nvGrpSpPr>
        <p:grpSpPr>
          <a:xfrm>
            <a:off x="7450866" y="2588341"/>
            <a:ext cx="3796497" cy="799550"/>
            <a:chOff x="955977" y="4325817"/>
            <a:chExt cx="8488870" cy="1787775"/>
          </a:xfrm>
        </p:grpSpPr>
        <p:sp>
          <p:nvSpPr>
            <p:cNvPr id="468" name="직사각형 467">
              <a:extLst>
                <a:ext uri="{FF2B5EF4-FFF2-40B4-BE49-F238E27FC236}">
                  <a16:creationId xmlns:a16="http://schemas.microsoft.com/office/drawing/2014/main" id="{4632785D-8A30-5F73-E49C-9C36C61EDDCB}"/>
                </a:ext>
              </a:extLst>
            </p:cNvPr>
            <p:cNvSpPr/>
            <p:nvPr/>
          </p:nvSpPr>
          <p:spPr bwMode="auto">
            <a:xfrm>
              <a:off x="955977" y="5812950"/>
              <a:ext cx="120256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9" name="직사각형 468">
              <a:extLst>
                <a:ext uri="{FF2B5EF4-FFF2-40B4-BE49-F238E27FC236}">
                  <a16:creationId xmlns:a16="http://schemas.microsoft.com/office/drawing/2014/main" id="{6D8539B3-E92B-A880-180C-8F0429E620BB}"/>
                </a:ext>
              </a:extLst>
            </p:cNvPr>
            <p:cNvSpPr/>
            <p:nvPr/>
          </p:nvSpPr>
          <p:spPr bwMode="auto">
            <a:xfrm>
              <a:off x="1654719" y="5812950"/>
              <a:ext cx="143052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0" name="직사각형 469">
              <a:extLst>
                <a:ext uri="{FF2B5EF4-FFF2-40B4-BE49-F238E27FC236}">
                  <a16:creationId xmlns:a16="http://schemas.microsoft.com/office/drawing/2014/main" id="{8FBA6DEE-C7CA-B24D-8D35-737B8FD30405}"/>
                </a:ext>
              </a:extLst>
            </p:cNvPr>
            <p:cNvSpPr/>
            <p:nvPr/>
          </p:nvSpPr>
          <p:spPr bwMode="auto">
            <a:xfrm>
              <a:off x="2356031" y="5377682"/>
              <a:ext cx="171387" cy="735908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1" name="직사각형 470">
              <a:extLst>
                <a:ext uri="{FF2B5EF4-FFF2-40B4-BE49-F238E27FC236}">
                  <a16:creationId xmlns:a16="http://schemas.microsoft.com/office/drawing/2014/main" id="{F9548615-FA07-22B1-F78E-AA5FFEA8277E}"/>
                </a:ext>
              </a:extLst>
            </p:cNvPr>
            <p:cNvSpPr/>
            <p:nvPr/>
          </p:nvSpPr>
          <p:spPr bwMode="auto">
            <a:xfrm>
              <a:off x="3184286" y="4325817"/>
              <a:ext cx="165894" cy="178777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2" name="직사각형 471">
              <a:extLst>
                <a:ext uri="{FF2B5EF4-FFF2-40B4-BE49-F238E27FC236}">
                  <a16:creationId xmlns:a16="http://schemas.microsoft.com/office/drawing/2014/main" id="{948DD32E-78C3-9FE6-1A51-3D4CA56A5DB8}"/>
                </a:ext>
              </a:extLst>
            </p:cNvPr>
            <p:cNvSpPr/>
            <p:nvPr/>
          </p:nvSpPr>
          <p:spPr bwMode="auto">
            <a:xfrm>
              <a:off x="3934785" y="4424750"/>
              <a:ext cx="157379" cy="16888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3" name="직사각형 472">
              <a:extLst>
                <a:ext uri="{FF2B5EF4-FFF2-40B4-BE49-F238E27FC236}">
                  <a16:creationId xmlns:a16="http://schemas.microsoft.com/office/drawing/2014/main" id="{1C1449B4-32B3-BC33-4DC5-432D07B1A8F3}"/>
                </a:ext>
              </a:extLst>
            </p:cNvPr>
            <p:cNvSpPr/>
            <p:nvPr/>
          </p:nvSpPr>
          <p:spPr bwMode="auto">
            <a:xfrm>
              <a:off x="4685283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4" name="직사각형 473">
              <a:extLst>
                <a:ext uri="{FF2B5EF4-FFF2-40B4-BE49-F238E27FC236}">
                  <a16:creationId xmlns:a16="http://schemas.microsoft.com/office/drawing/2014/main" id="{9D4688B2-86B2-67B5-613B-369B15E61230}"/>
                </a:ext>
              </a:extLst>
            </p:cNvPr>
            <p:cNvSpPr/>
            <p:nvPr/>
          </p:nvSpPr>
          <p:spPr bwMode="auto">
            <a:xfrm>
              <a:off x="5401275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5" name="직사각형 474">
              <a:extLst>
                <a:ext uri="{FF2B5EF4-FFF2-40B4-BE49-F238E27FC236}">
                  <a16:creationId xmlns:a16="http://schemas.microsoft.com/office/drawing/2014/main" id="{9BC439F1-13B7-65A9-87BB-2DC33517EB69}"/>
                </a:ext>
              </a:extLst>
            </p:cNvPr>
            <p:cNvSpPr/>
            <p:nvPr/>
          </p:nvSpPr>
          <p:spPr bwMode="auto">
            <a:xfrm>
              <a:off x="6169026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C79948F7-FA10-4725-CC8A-79F1BB52F032}"/>
                </a:ext>
              </a:extLst>
            </p:cNvPr>
            <p:cNvSpPr/>
            <p:nvPr/>
          </p:nvSpPr>
          <p:spPr bwMode="auto">
            <a:xfrm>
              <a:off x="6928150" y="5369054"/>
              <a:ext cx="188642" cy="744535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37FC6B88-6810-95A3-8DA9-7CC523F5DF6F}"/>
                </a:ext>
              </a:extLst>
            </p:cNvPr>
            <p:cNvSpPr/>
            <p:nvPr/>
          </p:nvSpPr>
          <p:spPr bwMode="auto">
            <a:xfrm>
              <a:off x="7626890" y="5593342"/>
              <a:ext cx="171389" cy="520247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16A61AD9-DE96-5D9F-23A6-FCC704D03F05}"/>
                </a:ext>
              </a:extLst>
            </p:cNvPr>
            <p:cNvSpPr/>
            <p:nvPr/>
          </p:nvSpPr>
          <p:spPr bwMode="auto">
            <a:xfrm>
              <a:off x="8377388" y="5791750"/>
              <a:ext cx="154137" cy="321839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73" name="직사각형 572">
              <a:extLst>
                <a:ext uri="{FF2B5EF4-FFF2-40B4-BE49-F238E27FC236}">
                  <a16:creationId xmlns:a16="http://schemas.microsoft.com/office/drawing/2014/main" id="{5A19343B-6D2F-1789-4CB3-DB0D2791F33D}"/>
                </a:ext>
              </a:extLst>
            </p:cNvPr>
            <p:cNvSpPr/>
            <p:nvPr/>
          </p:nvSpPr>
          <p:spPr bwMode="auto">
            <a:xfrm>
              <a:off x="9136513" y="5921146"/>
              <a:ext cx="136884" cy="19244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3" name="직사각형 612">
              <a:extLst>
                <a:ext uri="{FF2B5EF4-FFF2-40B4-BE49-F238E27FC236}">
                  <a16:creationId xmlns:a16="http://schemas.microsoft.com/office/drawing/2014/main" id="{629158EF-EE33-505D-6992-306838689AD1}"/>
                </a:ext>
              </a:extLst>
            </p:cNvPr>
            <p:cNvSpPr/>
            <p:nvPr/>
          </p:nvSpPr>
          <p:spPr bwMode="auto">
            <a:xfrm>
              <a:off x="1075361" y="5810464"/>
              <a:ext cx="114575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4176E104-CBEF-B896-246C-FB53FE883407}"/>
                </a:ext>
              </a:extLst>
            </p:cNvPr>
            <p:cNvSpPr/>
            <p:nvPr/>
          </p:nvSpPr>
          <p:spPr bwMode="auto">
            <a:xfrm>
              <a:off x="1799263" y="5810464"/>
              <a:ext cx="124789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FB1ACEF2-D544-3FDA-58BA-F5A22272335A}"/>
                </a:ext>
              </a:extLst>
            </p:cNvPr>
            <p:cNvSpPr/>
            <p:nvPr/>
          </p:nvSpPr>
          <p:spPr bwMode="auto">
            <a:xfrm>
              <a:off x="2513875" y="5377682"/>
              <a:ext cx="182958" cy="733422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35C07072-952A-2542-1B01-AA8758475EAB}"/>
                </a:ext>
              </a:extLst>
            </p:cNvPr>
            <p:cNvSpPr/>
            <p:nvPr/>
          </p:nvSpPr>
          <p:spPr bwMode="auto">
            <a:xfrm>
              <a:off x="3355736" y="4325819"/>
              <a:ext cx="165894" cy="178777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B2C0BD47-A9C9-BB98-210C-47A97AD0BF4F}"/>
                </a:ext>
              </a:extLst>
            </p:cNvPr>
            <p:cNvSpPr/>
            <p:nvPr/>
          </p:nvSpPr>
          <p:spPr bwMode="auto">
            <a:xfrm>
              <a:off x="4106235" y="4424750"/>
              <a:ext cx="157379" cy="16888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CC6234BB-E136-4A5A-C3AE-9F48C95CDBFA}"/>
                </a:ext>
              </a:extLst>
            </p:cNvPr>
            <p:cNvSpPr/>
            <p:nvPr/>
          </p:nvSpPr>
          <p:spPr bwMode="auto">
            <a:xfrm>
              <a:off x="4856733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F6BDE73F-A7FE-8B28-CFB5-4DA83F9E67B0}"/>
                </a:ext>
              </a:extLst>
            </p:cNvPr>
            <p:cNvSpPr/>
            <p:nvPr/>
          </p:nvSpPr>
          <p:spPr bwMode="auto">
            <a:xfrm>
              <a:off x="5572725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DF5A2593-69DE-1BB6-2DAD-FB0CD023DA59}"/>
                </a:ext>
              </a:extLst>
            </p:cNvPr>
            <p:cNvSpPr/>
            <p:nvPr/>
          </p:nvSpPr>
          <p:spPr bwMode="auto">
            <a:xfrm>
              <a:off x="6340476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1ECC44E5-D354-E188-D369-8AF85048D006}"/>
                </a:ext>
              </a:extLst>
            </p:cNvPr>
            <p:cNvSpPr/>
            <p:nvPr/>
          </p:nvSpPr>
          <p:spPr bwMode="auto">
            <a:xfrm>
              <a:off x="7099600" y="5369054"/>
              <a:ext cx="188642" cy="744535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22" name="직사각형 621">
              <a:extLst>
                <a:ext uri="{FF2B5EF4-FFF2-40B4-BE49-F238E27FC236}">
                  <a16:creationId xmlns:a16="http://schemas.microsoft.com/office/drawing/2014/main" id="{194697CF-D3A4-E366-079A-336CC02E9335}"/>
                </a:ext>
              </a:extLst>
            </p:cNvPr>
            <p:cNvSpPr/>
            <p:nvPr/>
          </p:nvSpPr>
          <p:spPr bwMode="auto">
            <a:xfrm>
              <a:off x="7798340" y="5593342"/>
              <a:ext cx="171389" cy="520247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23" name="직사각형 622">
              <a:extLst>
                <a:ext uri="{FF2B5EF4-FFF2-40B4-BE49-F238E27FC236}">
                  <a16:creationId xmlns:a16="http://schemas.microsoft.com/office/drawing/2014/main" id="{BD8BB98A-C813-9DD1-4BD7-68DC62E88C9E}"/>
                </a:ext>
              </a:extLst>
            </p:cNvPr>
            <p:cNvSpPr/>
            <p:nvPr/>
          </p:nvSpPr>
          <p:spPr bwMode="auto">
            <a:xfrm>
              <a:off x="8548838" y="5791750"/>
              <a:ext cx="154137" cy="32183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24" name="직사각형 623">
              <a:extLst>
                <a:ext uri="{FF2B5EF4-FFF2-40B4-BE49-F238E27FC236}">
                  <a16:creationId xmlns:a16="http://schemas.microsoft.com/office/drawing/2014/main" id="{7BFE03E3-6580-76F9-85CE-8DA8DB7FFBD3}"/>
                </a:ext>
              </a:extLst>
            </p:cNvPr>
            <p:cNvSpPr/>
            <p:nvPr/>
          </p:nvSpPr>
          <p:spPr bwMode="auto">
            <a:xfrm>
              <a:off x="9307963" y="5921146"/>
              <a:ext cx="136884" cy="19244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</p:grpSp>
      <p:sp>
        <p:nvSpPr>
          <p:cNvPr id="16" name="AutoShape 55">
            <a:extLst>
              <a:ext uri="{FF2B5EF4-FFF2-40B4-BE49-F238E27FC236}">
                <a16:creationId xmlns:a16="http://schemas.microsoft.com/office/drawing/2014/main" id="{47308751-0527-1FC9-5AE0-DB8319D70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3533" y="-87757"/>
            <a:ext cx="1037935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마지막 계산 시각 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AutoShape 55">
            <a:extLst>
              <a:ext uri="{FF2B5EF4-FFF2-40B4-BE49-F238E27FC236}">
                <a16:creationId xmlns:a16="http://schemas.microsoft.com/office/drawing/2014/main" id="{6B6E1434-EEE2-55C6-D173-1B25958E9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49384" y="-136917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2021-10-18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AutoShape 55">
            <a:extLst>
              <a:ext uri="{FF2B5EF4-FFF2-40B4-BE49-F238E27FC236}">
                <a16:creationId xmlns:a16="http://schemas.microsoft.com/office/drawing/2014/main" id="{CDEB148A-D5EF-688E-86F1-4A765BD08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11449" y="216388"/>
            <a:ext cx="1037935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재계산 예정 시각 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AutoShape 55">
            <a:extLst>
              <a:ext uri="{FF2B5EF4-FFF2-40B4-BE49-F238E27FC236}">
                <a16:creationId xmlns:a16="http://schemas.microsoft.com/office/drawing/2014/main" id="{C6B9FF40-8A91-1AF9-2F79-59279E2B4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7300" y="187075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2021-10-18 11:00:00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0" name="TextBox 629">
            <a:extLst>
              <a:ext uri="{FF2B5EF4-FFF2-40B4-BE49-F238E27FC236}">
                <a16:creationId xmlns:a16="http://schemas.microsoft.com/office/drawing/2014/main" id="{3BDD38EF-E0D0-0035-D3EE-FBD2A019D2A4}"/>
              </a:ext>
            </a:extLst>
          </p:cNvPr>
          <p:cNvSpPr txBox="1"/>
          <p:nvPr/>
        </p:nvSpPr>
        <p:spPr>
          <a:xfrm>
            <a:off x="-1344608" y="2885903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지난 주 同요일 대비</a:t>
            </a:r>
          </a:p>
        </p:txBody>
      </p:sp>
      <p:sp>
        <p:nvSpPr>
          <p:cNvPr id="631" name="TextBox 630">
            <a:extLst>
              <a:ext uri="{FF2B5EF4-FFF2-40B4-BE49-F238E27FC236}">
                <a16:creationId xmlns:a16="http://schemas.microsoft.com/office/drawing/2014/main" id="{53F1AB15-0EC2-6E27-B0FF-BE509E4D0647}"/>
              </a:ext>
            </a:extLst>
          </p:cNvPr>
          <p:cNvSpPr txBox="1"/>
          <p:nvPr/>
        </p:nvSpPr>
        <p:spPr>
          <a:xfrm>
            <a:off x="-476550" y="2846757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+ 2</a:t>
            </a:r>
            <a:r>
              <a:rPr lang="ko-KR" altLang="en-US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 </a:t>
            </a:r>
            <a:endParaRPr lang="ko-KR" altLang="en-US" sz="11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3" name="TextBox 632">
            <a:extLst>
              <a:ext uri="{FF2B5EF4-FFF2-40B4-BE49-F238E27FC236}">
                <a16:creationId xmlns:a16="http://schemas.microsoft.com/office/drawing/2014/main" id="{6FEA7217-A6B0-52A4-2879-F07EDBD07630}"/>
              </a:ext>
            </a:extLst>
          </p:cNvPr>
          <p:cNvSpPr txBox="1"/>
          <p:nvPr/>
        </p:nvSpPr>
        <p:spPr>
          <a:xfrm>
            <a:off x="900884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4" name="TextBox 633">
            <a:extLst>
              <a:ext uri="{FF2B5EF4-FFF2-40B4-BE49-F238E27FC236}">
                <a16:creationId xmlns:a16="http://schemas.microsoft.com/office/drawing/2014/main" id="{422E555B-FE95-5F07-D4A9-D8681123BBE7}"/>
              </a:ext>
            </a:extLst>
          </p:cNvPr>
          <p:cNvSpPr txBox="1"/>
          <p:nvPr/>
        </p:nvSpPr>
        <p:spPr>
          <a:xfrm>
            <a:off x="-306675" y="3570299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+268</a:t>
            </a:r>
            <a:r>
              <a:rPr lang="ko-KR" altLang="en-US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11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5" name="TextBox 634">
            <a:extLst>
              <a:ext uri="{FF2B5EF4-FFF2-40B4-BE49-F238E27FC236}">
                <a16:creationId xmlns:a16="http://schemas.microsoft.com/office/drawing/2014/main" id="{AE0A8474-F6D1-C579-AB42-12CE88AF4456}"/>
              </a:ext>
            </a:extLst>
          </p:cNvPr>
          <p:cNvSpPr txBox="1"/>
          <p:nvPr/>
        </p:nvSpPr>
        <p:spPr>
          <a:xfrm>
            <a:off x="-1344608" y="3601253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지난 주 同요일 대비</a:t>
            </a:r>
          </a:p>
        </p:txBody>
      </p:sp>
      <p:sp>
        <p:nvSpPr>
          <p:cNvPr id="636" name="TextBox 635">
            <a:extLst>
              <a:ext uri="{FF2B5EF4-FFF2-40B4-BE49-F238E27FC236}">
                <a16:creationId xmlns:a16="http://schemas.microsoft.com/office/drawing/2014/main" id="{6792F745-1E6B-6B1D-719B-A4419ACF0B96}"/>
              </a:ext>
            </a:extLst>
          </p:cNvPr>
          <p:cNvSpPr txBox="1"/>
          <p:nvPr/>
        </p:nvSpPr>
        <p:spPr>
          <a:xfrm>
            <a:off x="5207865" y="2904642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지난 주 同요일 대비</a:t>
            </a: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640E14F0-0095-0794-CB55-4CBABCAB3B0B}"/>
              </a:ext>
            </a:extLst>
          </p:cNvPr>
          <p:cNvSpPr txBox="1"/>
          <p:nvPr/>
        </p:nvSpPr>
        <p:spPr>
          <a:xfrm>
            <a:off x="6075923" y="2865496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- 4</a:t>
            </a:r>
            <a:r>
              <a:rPr lang="ko-KR" altLang="en-US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 </a:t>
            </a:r>
            <a:endParaRPr lang="ko-KR" altLang="en-US" sz="1100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8" name="TextBox 637">
            <a:extLst>
              <a:ext uri="{FF2B5EF4-FFF2-40B4-BE49-F238E27FC236}">
                <a16:creationId xmlns:a16="http://schemas.microsoft.com/office/drawing/2014/main" id="{2D106875-A1D8-95A6-C7A4-8AF6DFF20081}"/>
              </a:ext>
            </a:extLst>
          </p:cNvPr>
          <p:cNvSpPr txBox="1"/>
          <p:nvPr/>
        </p:nvSpPr>
        <p:spPr>
          <a:xfrm>
            <a:off x="6262982" y="3560439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- 268</a:t>
            </a:r>
            <a:r>
              <a:rPr lang="ko-KR" altLang="en-US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1100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9" name="TextBox 638">
            <a:extLst>
              <a:ext uri="{FF2B5EF4-FFF2-40B4-BE49-F238E27FC236}">
                <a16:creationId xmlns:a16="http://schemas.microsoft.com/office/drawing/2014/main" id="{EEB5EA3B-C573-4B5A-BCC8-C2ABEBFDBDA1}"/>
              </a:ext>
            </a:extLst>
          </p:cNvPr>
          <p:cNvSpPr txBox="1"/>
          <p:nvPr/>
        </p:nvSpPr>
        <p:spPr>
          <a:xfrm>
            <a:off x="5225049" y="3591393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지난 주 同요일 대비</a:t>
            </a: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427C0020-79B8-677F-7DF6-5AB18935EB1C}"/>
              </a:ext>
            </a:extLst>
          </p:cNvPr>
          <p:cNvSpPr txBox="1"/>
          <p:nvPr/>
        </p:nvSpPr>
        <p:spPr>
          <a:xfrm>
            <a:off x="4329491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처리시간</a:t>
            </a:r>
          </a:p>
        </p:txBody>
      </p:sp>
      <p:sp>
        <p:nvSpPr>
          <p:cNvPr id="641" name="TextBox 640">
            <a:extLst>
              <a:ext uri="{FF2B5EF4-FFF2-40B4-BE49-F238E27FC236}">
                <a16:creationId xmlns:a16="http://schemas.microsoft.com/office/drawing/2014/main" id="{04E16A74-09A5-8633-955F-4EB70EEA61A1}"/>
              </a:ext>
            </a:extLst>
          </p:cNvPr>
          <p:cNvSpPr txBox="1"/>
          <p:nvPr/>
        </p:nvSpPr>
        <p:spPr>
          <a:xfrm>
            <a:off x="7418248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2" name="TextBox 641">
            <a:extLst>
              <a:ext uri="{FF2B5EF4-FFF2-40B4-BE49-F238E27FC236}">
                <a16:creationId xmlns:a16="http://schemas.microsoft.com/office/drawing/2014/main" id="{E470F9CE-CEC9-B47B-40A2-875698382237}"/>
              </a:ext>
            </a:extLst>
          </p:cNvPr>
          <p:cNvSpPr txBox="1"/>
          <p:nvPr/>
        </p:nvSpPr>
        <p:spPr>
          <a:xfrm>
            <a:off x="10836617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처리시간</a:t>
            </a: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984DE52F-2367-8558-9B0B-CA799EDFFA39}"/>
              </a:ext>
            </a:extLst>
          </p:cNvPr>
          <p:cNvGrpSpPr/>
          <p:nvPr/>
        </p:nvGrpSpPr>
        <p:grpSpPr>
          <a:xfrm>
            <a:off x="-386091" y="1103991"/>
            <a:ext cx="3786599" cy="340759"/>
            <a:chOff x="-386091" y="1103991"/>
            <a:chExt cx="3786599" cy="340759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9E6A5280-CF4E-7E17-54D4-E69FB02F9134}"/>
                </a:ext>
              </a:extLst>
            </p:cNvPr>
            <p:cNvCxnSpPr/>
            <p:nvPr/>
          </p:nvCxnSpPr>
          <p:spPr bwMode="auto">
            <a:xfrm flipV="1">
              <a:off x="-343993" y="1290855"/>
              <a:ext cx="228211" cy="10425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6BC9AF2F-AD3E-9C55-FE01-2F5583072F70}"/>
                </a:ext>
              </a:extLst>
            </p:cNvPr>
            <p:cNvCxnSpPr/>
            <p:nvPr/>
          </p:nvCxnSpPr>
          <p:spPr bwMode="auto">
            <a:xfrm>
              <a:off x="-111861" y="1331107"/>
              <a:ext cx="152466" cy="9129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49BF82FE-97E1-FD9C-AD40-0AC72FE81B32}"/>
                </a:ext>
              </a:extLst>
            </p:cNvPr>
            <p:cNvCxnSpPr/>
            <p:nvPr/>
          </p:nvCxnSpPr>
          <p:spPr bwMode="auto">
            <a:xfrm flipV="1">
              <a:off x="62350" y="1319488"/>
              <a:ext cx="110763" cy="10583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7376679C-34BF-82AA-8459-29A0BD7B4AEA}"/>
                </a:ext>
              </a:extLst>
            </p:cNvPr>
            <p:cNvCxnSpPr/>
            <p:nvPr/>
          </p:nvCxnSpPr>
          <p:spPr bwMode="auto">
            <a:xfrm flipV="1">
              <a:off x="-386091" y="1246796"/>
              <a:ext cx="228211" cy="10425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3F44E643-C96C-07F1-A1A2-0111708C2D5A}"/>
                </a:ext>
              </a:extLst>
            </p:cNvPr>
            <p:cNvCxnSpPr/>
            <p:nvPr/>
          </p:nvCxnSpPr>
          <p:spPr bwMode="auto">
            <a:xfrm>
              <a:off x="-111861" y="1226853"/>
              <a:ext cx="152466" cy="9129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29" name="직선 연결선 628">
              <a:extLst>
                <a:ext uri="{FF2B5EF4-FFF2-40B4-BE49-F238E27FC236}">
                  <a16:creationId xmlns:a16="http://schemas.microsoft.com/office/drawing/2014/main" id="{86EB050C-0FA3-424E-5329-A7676787E4D3}"/>
                </a:ext>
              </a:extLst>
            </p:cNvPr>
            <p:cNvCxnSpPr/>
            <p:nvPr/>
          </p:nvCxnSpPr>
          <p:spPr bwMode="auto">
            <a:xfrm flipV="1">
              <a:off x="62350" y="1215234"/>
              <a:ext cx="110763" cy="10583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50" name="직선 연결선 649">
              <a:extLst>
                <a:ext uri="{FF2B5EF4-FFF2-40B4-BE49-F238E27FC236}">
                  <a16:creationId xmlns:a16="http://schemas.microsoft.com/office/drawing/2014/main" id="{E4832DD6-D387-537A-55EA-C3114746F7B1}"/>
                </a:ext>
              </a:extLst>
            </p:cNvPr>
            <p:cNvCxnSpPr/>
            <p:nvPr/>
          </p:nvCxnSpPr>
          <p:spPr bwMode="auto">
            <a:xfrm>
              <a:off x="194353" y="1215503"/>
              <a:ext cx="316010" cy="9230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52" name="직선 연결선 651">
              <a:extLst>
                <a:ext uri="{FF2B5EF4-FFF2-40B4-BE49-F238E27FC236}">
                  <a16:creationId xmlns:a16="http://schemas.microsoft.com/office/drawing/2014/main" id="{671BBF8A-7049-E04B-33A4-1A5356ED5136}"/>
                </a:ext>
              </a:extLst>
            </p:cNvPr>
            <p:cNvCxnSpPr/>
            <p:nvPr/>
          </p:nvCxnSpPr>
          <p:spPr bwMode="auto">
            <a:xfrm flipV="1">
              <a:off x="567434" y="1242376"/>
              <a:ext cx="46629" cy="6982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54" name="직선 연결선 653">
              <a:extLst>
                <a:ext uri="{FF2B5EF4-FFF2-40B4-BE49-F238E27FC236}">
                  <a16:creationId xmlns:a16="http://schemas.microsoft.com/office/drawing/2014/main" id="{917BC155-7E96-62CC-A942-F3FCC0F470E6}"/>
                </a:ext>
              </a:extLst>
            </p:cNvPr>
            <p:cNvCxnSpPr/>
            <p:nvPr/>
          </p:nvCxnSpPr>
          <p:spPr bwMode="auto">
            <a:xfrm flipV="1">
              <a:off x="649750" y="1137613"/>
              <a:ext cx="296359" cy="8677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56" name="직선 연결선 655">
              <a:extLst>
                <a:ext uri="{FF2B5EF4-FFF2-40B4-BE49-F238E27FC236}">
                  <a16:creationId xmlns:a16="http://schemas.microsoft.com/office/drawing/2014/main" id="{16733DB0-200E-E7D4-5622-9A2353875A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46109" y="1137613"/>
              <a:ext cx="594467" cy="14447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58" name="직선 연결선 657">
              <a:extLst>
                <a:ext uri="{FF2B5EF4-FFF2-40B4-BE49-F238E27FC236}">
                  <a16:creationId xmlns:a16="http://schemas.microsoft.com/office/drawing/2014/main" id="{D7371A93-20B7-8D15-D9BD-98DB859931F2}"/>
                </a:ext>
              </a:extLst>
            </p:cNvPr>
            <p:cNvCxnSpPr/>
            <p:nvPr/>
          </p:nvCxnSpPr>
          <p:spPr bwMode="auto">
            <a:xfrm flipV="1">
              <a:off x="1564106" y="1103991"/>
              <a:ext cx="172954" cy="165286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60" name="직선 연결선 659">
              <a:extLst>
                <a:ext uri="{FF2B5EF4-FFF2-40B4-BE49-F238E27FC236}">
                  <a16:creationId xmlns:a16="http://schemas.microsoft.com/office/drawing/2014/main" id="{412F25A0-B8AD-42F9-E695-CFF41B8BDDF4}"/>
                </a:ext>
              </a:extLst>
            </p:cNvPr>
            <p:cNvCxnSpPr/>
            <p:nvPr/>
          </p:nvCxnSpPr>
          <p:spPr bwMode="auto">
            <a:xfrm>
              <a:off x="1749203" y="1108305"/>
              <a:ext cx="258754" cy="205037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62" name="직선 연결선 661">
              <a:extLst>
                <a:ext uri="{FF2B5EF4-FFF2-40B4-BE49-F238E27FC236}">
                  <a16:creationId xmlns:a16="http://schemas.microsoft.com/office/drawing/2014/main" id="{2F94915C-53B7-0EE1-82FF-1689AA7BB7AE}"/>
                </a:ext>
              </a:extLst>
            </p:cNvPr>
            <p:cNvCxnSpPr/>
            <p:nvPr/>
          </p:nvCxnSpPr>
          <p:spPr bwMode="auto">
            <a:xfrm flipV="1">
              <a:off x="2007957" y="1285624"/>
              <a:ext cx="249551" cy="40111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64" name="직선 연결선 663">
              <a:extLst>
                <a:ext uri="{FF2B5EF4-FFF2-40B4-BE49-F238E27FC236}">
                  <a16:creationId xmlns:a16="http://schemas.microsoft.com/office/drawing/2014/main" id="{F6E29D03-CB09-EDA2-7477-A4B870505093}"/>
                </a:ext>
              </a:extLst>
            </p:cNvPr>
            <p:cNvCxnSpPr/>
            <p:nvPr/>
          </p:nvCxnSpPr>
          <p:spPr bwMode="auto">
            <a:xfrm>
              <a:off x="2319221" y="1284869"/>
              <a:ext cx="243751" cy="1413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66" name="직선 연결선 665">
              <a:extLst>
                <a:ext uri="{FF2B5EF4-FFF2-40B4-BE49-F238E27FC236}">
                  <a16:creationId xmlns:a16="http://schemas.microsoft.com/office/drawing/2014/main" id="{6D41413D-ECE3-63C1-AE36-20135A802E60}"/>
                </a:ext>
              </a:extLst>
            </p:cNvPr>
            <p:cNvCxnSpPr/>
            <p:nvPr/>
          </p:nvCxnSpPr>
          <p:spPr bwMode="auto">
            <a:xfrm flipV="1">
              <a:off x="2579771" y="1209992"/>
              <a:ext cx="83622" cy="74877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68" name="직선 연결선 667">
              <a:extLst>
                <a:ext uri="{FF2B5EF4-FFF2-40B4-BE49-F238E27FC236}">
                  <a16:creationId xmlns:a16="http://schemas.microsoft.com/office/drawing/2014/main" id="{1733949B-BE5E-E82B-7AEB-ABB34940F08E}"/>
                </a:ext>
              </a:extLst>
            </p:cNvPr>
            <p:cNvCxnSpPr/>
            <p:nvPr/>
          </p:nvCxnSpPr>
          <p:spPr bwMode="auto">
            <a:xfrm>
              <a:off x="2663393" y="1197144"/>
              <a:ext cx="245255" cy="12377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0A364000-5B95-83C0-CB4D-8CD0A12B9B01}"/>
                </a:ext>
              </a:extLst>
            </p:cNvPr>
            <p:cNvCxnSpPr/>
            <p:nvPr/>
          </p:nvCxnSpPr>
          <p:spPr bwMode="auto">
            <a:xfrm flipV="1">
              <a:off x="2908648" y="1215505"/>
              <a:ext cx="110860" cy="8096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72" name="직선 연결선 671">
              <a:extLst>
                <a:ext uri="{FF2B5EF4-FFF2-40B4-BE49-F238E27FC236}">
                  <a16:creationId xmlns:a16="http://schemas.microsoft.com/office/drawing/2014/main" id="{3AEF1445-A162-B296-41BD-E6B6E9A55FB7}"/>
                </a:ext>
              </a:extLst>
            </p:cNvPr>
            <p:cNvCxnSpPr/>
            <p:nvPr/>
          </p:nvCxnSpPr>
          <p:spPr bwMode="auto">
            <a:xfrm>
              <a:off x="3081221" y="1228862"/>
              <a:ext cx="319287" cy="182849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75" name="직선 연결선 674">
              <a:extLst>
                <a:ext uri="{FF2B5EF4-FFF2-40B4-BE49-F238E27FC236}">
                  <a16:creationId xmlns:a16="http://schemas.microsoft.com/office/drawing/2014/main" id="{700913F5-5C07-EE89-A642-834E1F656F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1386" y="1297172"/>
              <a:ext cx="349816" cy="8388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79" name="직선 연결선 678">
              <a:extLst>
                <a:ext uri="{FF2B5EF4-FFF2-40B4-BE49-F238E27FC236}">
                  <a16:creationId xmlns:a16="http://schemas.microsoft.com/office/drawing/2014/main" id="{53C2FC83-2BC7-6BB2-DC72-A1617A940734}"/>
                </a:ext>
              </a:extLst>
            </p:cNvPr>
            <p:cNvCxnSpPr/>
            <p:nvPr/>
          </p:nvCxnSpPr>
          <p:spPr bwMode="auto">
            <a:xfrm>
              <a:off x="503326" y="1381052"/>
              <a:ext cx="146424" cy="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81" name="직선 연결선 680">
              <a:extLst>
                <a:ext uri="{FF2B5EF4-FFF2-40B4-BE49-F238E27FC236}">
                  <a16:creationId xmlns:a16="http://schemas.microsoft.com/office/drawing/2014/main" id="{5AFC3562-25E0-6A0F-F253-2750DDE41F3F}"/>
                </a:ext>
              </a:extLst>
            </p:cNvPr>
            <p:cNvCxnSpPr/>
            <p:nvPr/>
          </p:nvCxnSpPr>
          <p:spPr bwMode="auto">
            <a:xfrm flipV="1">
              <a:off x="614063" y="1215503"/>
              <a:ext cx="332046" cy="165549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83" name="직선 연결선 682">
              <a:extLst>
                <a:ext uri="{FF2B5EF4-FFF2-40B4-BE49-F238E27FC236}">
                  <a16:creationId xmlns:a16="http://schemas.microsoft.com/office/drawing/2014/main" id="{7565290D-E1DE-CD2D-56EC-5C141423E267}"/>
                </a:ext>
              </a:extLst>
            </p:cNvPr>
            <p:cNvCxnSpPr/>
            <p:nvPr/>
          </p:nvCxnSpPr>
          <p:spPr bwMode="auto">
            <a:xfrm>
              <a:off x="969545" y="1235347"/>
              <a:ext cx="526092" cy="110158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685" name="직선 연결선 684">
              <a:extLst>
                <a:ext uri="{FF2B5EF4-FFF2-40B4-BE49-F238E27FC236}">
                  <a16:creationId xmlns:a16="http://schemas.microsoft.com/office/drawing/2014/main" id="{C010CD04-EFFF-C8C7-C947-FAF6D808E06E}"/>
                </a:ext>
              </a:extLst>
            </p:cNvPr>
            <p:cNvCxnSpPr/>
            <p:nvPr/>
          </p:nvCxnSpPr>
          <p:spPr bwMode="auto">
            <a:xfrm flipV="1">
              <a:off x="1540576" y="1208769"/>
              <a:ext cx="196484" cy="18551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69" name="직선 연결선 268">
              <a:extLst>
                <a:ext uri="{FF2B5EF4-FFF2-40B4-BE49-F238E27FC236}">
                  <a16:creationId xmlns:a16="http://schemas.microsoft.com/office/drawing/2014/main" id="{F35C36C7-703A-ACC5-88C0-30DB71052141}"/>
                </a:ext>
              </a:extLst>
            </p:cNvPr>
            <p:cNvCxnSpPr/>
            <p:nvPr/>
          </p:nvCxnSpPr>
          <p:spPr bwMode="auto">
            <a:xfrm>
              <a:off x="1749203" y="1254284"/>
              <a:ext cx="258754" cy="117721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71" name="직선 연결선 270">
              <a:extLst>
                <a:ext uri="{FF2B5EF4-FFF2-40B4-BE49-F238E27FC236}">
                  <a16:creationId xmlns:a16="http://schemas.microsoft.com/office/drawing/2014/main" id="{9553E84A-8A54-3A1B-9C48-B2BF97069E21}"/>
                </a:ext>
              </a:extLst>
            </p:cNvPr>
            <p:cNvCxnSpPr/>
            <p:nvPr/>
          </p:nvCxnSpPr>
          <p:spPr bwMode="auto">
            <a:xfrm flipV="1">
              <a:off x="2007957" y="1348689"/>
              <a:ext cx="372977" cy="57114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75" name="직선 연결선 274">
              <a:extLst>
                <a:ext uri="{FF2B5EF4-FFF2-40B4-BE49-F238E27FC236}">
                  <a16:creationId xmlns:a16="http://schemas.microsoft.com/office/drawing/2014/main" id="{7470857C-B654-49FD-12C2-12CC3DFDB984}"/>
                </a:ext>
              </a:extLst>
            </p:cNvPr>
            <p:cNvCxnSpPr/>
            <p:nvPr/>
          </p:nvCxnSpPr>
          <p:spPr bwMode="auto">
            <a:xfrm>
              <a:off x="2380934" y="1367428"/>
              <a:ext cx="257574" cy="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77" name="직선 연결선 276">
              <a:extLst>
                <a:ext uri="{FF2B5EF4-FFF2-40B4-BE49-F238E27FC236}">
                  <a16:creationId xmlns:a16="http://schemas.microsoft.com/office/drawing/2014/main" id="{B743AC79-3742-B45F-4F2F-448E57A8DD3B}"/>
                </a:ext>
              </a:extLst>
            </p:cNvPr>
            <p:cNvCxnSpPr/>
            <p:nvPr/>
          </p:nvCxnSpPr>
          <p:spPr bwMode="auto">
            <a:xfrm flipV="1">
              <a:off x="2638508" y="1264392"/>
              <a:ext cx="61713" cy="11666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79" name="직선 연결선 278">
              <a:extLst>
                <a:ext uri="{FF2B5EF4-FFF2-40B4-BE49-F238E27FC236}">
                  <a16:creationId xmlns:a16="http://schemas.microsoft.com/office/drawing/2014/main" id="{C0391FBE-7459-0C57-91BD-2622243A87E8}"/>
                </a:ext>
              </a:extLst>
            </p:cNvPr>
            <p:cNvCxnSpPr/>
            <p:nvPr/>
          </p:nvCxnSpPr>
          <p:spPr bwMode="auto">
            <a:xfrm>
              <a:off x="2700221" y="1299001"/>
              <a:ext cx="268555" cy="73158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81" name="직선 연결선 280">
              <a:extLst>
                <a:ext uri="{FF2B5EF4-FFF2-40B4-BE49-F238E27FC236}">
                  <a16:creationId xmlns:a16="http://schemas.microsoft.com/office/drawing/2014/main" id="{7F2C55E7-32BA-76FF-256B-25FECA3698E6}"/>
                </a:ext>
              </a:extLst>
            </p:cNvPr>
            <p:cNvCxnSpPr/>
            <p:nvPr/>
          </p:nvCxnSpPr>
          <p:spPr bwMode="auto">
            <a:xfrm flipV="1">
              <a:off x="3019508" y="1284869"/>
              <a:ext cx="0" cy="9618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83" name="직선 연결선 282">
              <a:extLst>
                <a:ext uri="{FF2B5EF4-FFF2-40B4-BE49-F238E27FC236}">
                  <a16:creationId xmlns:a16="http://schemas.microsoft.com/office/drawing/2014/main" id="{6183D773-D1D9-3D05-F0A4-C3779BEB20A8}"/>
                </a:ext>
              </a:extLst>
            </p:cNvPr>
            <p:cNvCxnSpPr/>
            <p:nvPr/>
          </p:nvCxnSpPr>
          <p:spPr bwMode="auto">
            <a:xfrm>
              <a:off x="3019508" y="1381052"/>
              <a:ext cx="381000" cy="63698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</p:grpSp>
      <p:cxnSp>
        <p:nvCxnSpPr>
          <p:cNvPr id="719" name="직선 연결선 718">
            <a:extLst>
              <a:ext uri="{FF2B5EF4-FFF2-40B4-BE49-F238E27FC236}">
                <a16:creationId xmlns:a16="http://schemas.microsoft.com/office/drawing/2014/main" id="{980E42BB-5F14-78ED-39C5-4F517AFA4527}"/>
              </a:ext>
            </a:extLst>
          </p:cNvPr>
          <p:cNvCxnSpPr/>
          <p:nvPr/>
        </p:nvCxnSpPr>
        <p:spPr bwMode="auto">
          <a:xfrm flipV="1">
            <a:off x="4740442" y="2638999"/>
            <a:ext cx="0" cy="740229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720" name="직선 연결선 719">
            <a:extLst>
              <a:ext uri="{FF2B5EF4-FFF2-40B4-BE49-F238E27FC236}">
                <a16:creationId xmlns:a16="http://schemas.microsoft.com/office/drawing/2014/main" id="{9B13D78D-12A3-B9C6-E651-82AA50A8A9D1}"/>
              </a:ext>
            </a:extLst>
          </p:cNvPr>
          <p:cNvCxnSpPr/>
          <p:nvPr/>
        </p:nvCxnSpPr>
        <p:spPr bwMode="auto">
          <a:xfrm flipV="1">
            <a:off x="11268833" y="2638999"/>
            <a:ext cx="0" cy="740229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08689D7E-F741-EBF7-D257-46A163553D0C}"/>
              </a:ext>
            </a:extLst>
          </p:cNvPr>
          <p:cNvGrpSpPr/>
          <p:nvPr/>
        </p:nvGrpSpPr>
        <p:grpSpPr>
          <a:xfrm>
            <a:off x="8530466" y="7401812"/>
            <a:ext cx="2666999" cy="325009"/>
            <a:chOff x="11677651" y="4751816"/>
            <a:chExt cx="2666999" cy="325009"/>
          </a:xfrm>
        </p:grpSpPr>
        <p:sp>
          <p:nvSpPr>
            <p:cNvPr id="671" name="Box">
              <a:extLst>
                <a:ext uri="{FF2B5EF4-FFF2-40B4-BE49-F238E27FC236}">
                  <a16:creationId xmlns:a16="http://schemas.microsoft.com/office/drawing/2014/main" id="{4F342943-611F-45D6-0741-2295D28C271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1677651" y="4751816"/>
              <a:ext cx="2666999" cy="325009"/>
            </a:xfrm>
            <a:prstGeom prst="roundRect">
              <a:avLst>
                <a:gd name="adj" fmla="val 3078"/>
              </a:avLst>
            </a:prstGeom>
            <a:solidFill>
              <a:srgbClr val="FFFFFF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673" name="Gap">
              <a:extLst>
                <a:ext uri="{FF2B5EF4-FFF2-40B4-BE49-F238E27FC236}">
                  <a16:creationId xmlns:a16="http://schemas.microsoft.com/office/drawing/2014/main" id="{FF0AAB14-70B2-BAFE-41FE-F8693BFB72E5}"/>
                </a:ext>
              </a:extLst>
            </p:cNvPr>
            <p:cNvCxnSpPr/>
            <p:nvPr>
              <p:custDataLst>
                <p:tags r:id="rId2"/>
              </p:custDataLst>
            </p:nvPr>
          </p:nvCxnSpPr>
          <p:spPr>
            <a:xfrm>
              <a:off x="13137790" y="5072103"/>
              <a:ext cx="184150" cy="0"/>
            </a:xfrm>
            <a:prstGeom prst="lin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8" name="직사각형 677">
              <a:extLst>
                <a:ext uri="{FF2B5EF4-FFF2-40B4-BE49-F238E27FC236}">
                  <a16:creationId xmlns:a16="http://schemas.microsoft.com/office/drawing/2014/main" id="{173F86BD-413C-6DBA-EE93-C639784234D5}"/>
                </a:ext>
              </a:extLst>
            </p:cNvPr>
            <p:cNvSpPr/>
            <p:nvPr/>
          </p:nvSpPr>
          <p:spPr bwMode="auto">
            <a:xfrm>
              <a:off x="13139899" y="4829719"/>
              <a:ext cx="1071980" cy="185421"/>
            </a:xfrm>
            <a:prstGeom prst="rect">
              <a:avLst/>
            </a:prstGeom>
            <a:solidFill>
              <a:srgbClr val="00B05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84" name="직사각형 683">
              <a:extLst>
                <a:ext uri="{FF2B5EF4-FFF2-40B4-BE49-F238E27FC236}">
                  <a16:creationId xmlns:a16="http://schemas.microsoft.com/office/drawing/2014/main" id="{17A59631-2D85-9D90-B908-2117803D0DE2}"/>
                </a:ext>
              </a:extLst>
            </p:cNvPr>
            <p:cNvSpPr/>
            <p:nvPr/>
          </p:nvSpPr>
          <p:spPr bwMode="auto">
            <a:xfrm>
              <a:off x="11796806" y="4829719"/>
              <a:ext cx="1059446" cy="185421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944811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0F6EF9-B5A0-4B5C-50A6-6E645AA9D5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직사각형 36">
            <a:extLst>
              <a:ext uri="{FF2B5EF4-FFF2-40B4-BE49-F238E27FC236}">
                <a16:creationId xmlns:a16="http://schemas.microsoft.com/office/drawing/2014/main" id="{48C13B48-AAA0-B4B0-5F4F-994DD9B96338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1E1344D-1F6C-8755-B2F2-6AB2904BFC36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맵형태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EA05FD3-D844-E79A-D40E-0F7F3B20414D}"/>
              </a:ext>
            </a:extLst>
          </p:cNvPr>
          <p:cNvSpPr txBox="1"/>
          <p:nvPr/>
        </p:nvSpPr>
        <p:spPr>
          <a:xfrm>
            <a:off x="8441187" y="1379058"/>
            <a:ext cx="17722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해당구역을 클릭하세요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graphicFrame>
        <p:nvGraphicFramePr>
          <p:cNvPr id="173" name="표 172">
            <a:extLst>
              <a:ext uri="{FF2B5EF4-FFF2-40B4-BE49-F238E27FC236}">
                <a16:creationId xmlns:a16="http://schemas.microsoft.com/office/drawing/2014/main" id="{26975650-1ECE-8D43-8DCA-DC1EDC6A28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0981571"/>
              </p:ext>
            </p:extLst>
          </p:nvPr>
        </p:nvGraphicFramePr>
        <p:xfrm>
          <a:off x="170952" y="963752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5AB0CA3F-2FF2-74CA-9A21-54D67DD60E44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23752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B240635D-2264-6AA8-6AB9-6CF6EA692041}"/>
              </a:ext>
            </a:extLst>
          </p:cNvPr>
          <p:cNvGrpSpPr/>
          <p:nvPr/>
        </p:nvGrpSpPr>
        <p:grpSpPr>
          <a:xfrm>
            <a:off x="179542" y="1388579"/>
            <a:ext cx="7928597" cy="698740"/>
            <a:chOff x="-2428659" y="1414732"/>
            <a:chExt cx="7928597" cy="698740"/>
          </a:xfrm>
        </p:grpSpPr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D333CC4A-10DF-71BD-C4D2-F5182E945AC1}"/>
                </a:ext>
              </a:extLst>
            </p:cNvPr>
            <p:cNvGrpSpPr/>
            <p:nvPr/>
          </p:nvGrpSpPr>
          <p:grpSpPr>
            <a:xfrm>
              <a:off x="-2428659" y="1414732"/>
              <a:ext cx="7928597" cy="698740"/>
              <a:chOff x="-2428659" y="1414732"/>
              <a:chExt cx="7928597" cy="698740"/>
            </a:xfrm>
          </p:grpSpPr>
          <p:sp>
            <p:nvSpPr>
              <p:cNvPr id="82" name="모서리가 둥근 직사각형 116">
                <a:extLst>
                  <a:ext uri="{FF2B5EF4-FFF2-40B4-BE49-F238E27FC236}">
                    <a16:creationId xmlns:a16="http://schemas.microsoft.com/office/drawing/2014/main" id="{E4711EC6-6E24-B28A-1F2B-C5ADAD906DC9}"/>
                  </a:ext>
                </a:extLst>
              </p:cNvPr>
              <p:cNvSpPr/>
              <p:nvPr/>
            </p:nvSpPr>
            <p:spPr bwMode="auto">
              <a:xfrm>
                <a:off x="-2428659" y="1414732"/>
                <a:ext cx="7928597" cy="698740"/>
              </a:xfrm>
              <a:prstGeom prst="roundRect">
                <a:avLst>
                  <a:gd name="adj" fmla="val 5718"/>
                </a:avLst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wrap="square" lIns="144000" tIns="144000" rIns="144000" bIns="144000" rtlCol="0" anchor="t">
                <a:noAutofit/>
              </a:bodyPr>
              <a:lstStyle/>
              <a:p>
                <a:pPr algn="ctr"/>
                <a:endParaRPr lang="en-US" altLang="ko-KR" sz="800" dirty="0">
                  <a:latin typeface="+mn-ea"/>
                  <a:ea typeface="+mn-ea"/>
                </a:endParaRPr>
              </a:p>
            </p:txBody>
          </p:sp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D3FE4D39-8FFE-5947-CBDD-15C6C961BE10}"/>
                  </a:ext>
                </a:extLst>
              </p:cNvPr>
              <p:cNvSpPr txBox="1"/>
              <p:nvPr/>
            </p:nvSpPr>
            <p:spPr>
              <a:xfrm>
                <a:off x="-2021848" y="1486744"/>
                <a:ext cx="39487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ko-KR" altLang="en-US" sz="1200" b="1" spc="-1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혼잡</a:t>
                </a:r>
                <a:endParaRPr lang="en-US" altLang="ko-KR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99" name="그룹 98">
                <a:extLst>
                  <a:ext uri="{FF2B5EF4-FFF2-40B4-BE49-F238E27FC236}">
                    <a16:creationId xmlns:a16="http://schemas.microsoft.com/office/drawing/2014/main" id="{D8FBF6B3-667B-99B2-228D-26D4078BA49E}"/>
                  </a:ext>
                </a:extLst>
              </p:cNvPr>
              <p:cNvGrpSpPr/>
              <p:nvPr/>
            </p:nvGrpSpPr>
            <p:grpSpPr>
              <a:xfrm>
                <a:off x="-2314648" y="1469245"/>
                <a:ext cx="206838" cy="206838"/>
                <a:chOff x="413206" y="2774938"/>
                <a:chExt cx="206838" cy="206838"/>
              </a:xfrm>
            </p:grpSpPr>
            <p:sp>
              <p:nvSpPr>
                <p:cNvPr id="101" name="포인트가 12개인 별 127">
                  <a:extLst>
                    <a:ext uri="{FF2B5EF4-FFF2-40B4-BE49-F238E27FC236}">
                      <a16:creationId xmlns:a16="http://schemas.microsoft.com/office/drawing/2014/main" id="{0A4EE762-E8D0-0318-721F-466AC24A590E}"/>
                    </a:ext>
                  </a:extLst>
                </p:cNvPr>
                <p:cNvSpPr/>
                <p:nvPr/>
              </p:nvSpPr>
              <p:spPr bwMode="auto">
                <a:xfrm>
                  <a:off x="413206" y="2774938"/>
                  <a:ext cx="206838" cy="206838"/>
                </a:xfrm>
                <a:prstGeom prst="star12">
                  <a:avLst/>
                </a:prstGeom>
                <a:solidFill>
                  <a:srgbClr val="FF6600"/>
                </a:solidFill>
                <a:ln w="6350">
                  <a:solidFill>
                    <a:srgbClr val="FF6600"/>
                  </a:solidFill>
                  <a:miter lim="800000"/>
                  <a:headEnd/>
                  <a:tailEnd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/>
                  <a:endParaRPr lang="ko-KR" altLang="en-US" sz="80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08" name="Exclamation Mark">
                  <a:extLst>
                    <a:ext uri="{FF2B5EF4-FFF2-40B4-BE49-F238E27FC236}">
                      <a16:creationId xmlns:a16="http://schemas.microsoft.com/office/drawing/2014/main" id="{C9CC2422-2DC2-5289-1B13-2471067769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9742" y="2824357"/>
                  <a:ext cx="13767" cy="108000"/>
                </a:xfrm>
                <a:custGeom>
                  <a:avLst/>
                  <a:gdLst>
                    <a:gd name="T0" fmla="*/ 13 w 80"/>
                    <a:gd name="T1" fmla="*/ 0 h 667"/>
                    <a:gd name="T2" fmla="*/ 0 w 80"/>
                    <a:gd name="T3" fmla="*/ 13 h 667"/>
                    <a:gd name="T4" fmla="*/ 0 w 80"/>
                    <a:gd name="T5" fmla="*/ 520 h 667"/>
                    <a:gd name="T6" fmla="*/ 13 w 80"/>
                    <a:gd name="T7" fmla="*/ 533 h 667"/>
                    <a:gd name="T8" fmla="*/ 66 w 80"/>
                    <a:gd name="T9" fmla="*/ 533 h 667"/>
                    <a:gd name="T10" fmla="*/ 80 w 80"/>
                    <a:gd name="T11" fmla="*/ 520 h 667"/>
                    <a:gd name="T12" fmla="*/ 80 w 80"/>
                    <a:gd name="T13" fmla="*/ 13 h 667"/>
                    <a:gd name="T14" fmla="*/ 66 w 80"/>
                    <a:gd name="T15" fmla="*/ 0 h 667"/>
                    <a:gd name="T16" fmla="*/ 13 w 80"/>
                    <a:gd name="T17" fmla="*/ 0 h 667"/>
                    <a:gd name="T18" fmla="*/ 26 w 80"/>
                    <a:gd name="T19" fmla="*/ 27 h 667"/>
                    <a:gd name="T20" fmla="*/ 53 w 80"/>
                    <a:gd name="T21" fmla="*/ 27 h 667"/>
                    <a:gd name="T22" fmla="*/ 53 w 80"/>
                    <a:gd name="T23" fmla="*/ 507 h 667"/>
                    <a:gd name="T24" fmla="*/ 26 w 80"/>
                    <a:gd name="T25" fmla="*/ 507 h 667"/>
                    <a:gd name="T26" fmla="*/ 26 w 80"/>
                    <a:gd name="T27" fmla="*/ 27 h 667"/>
                    <a:gd name="T28" fmla="*/ 13 w 80"/>
                    <a:gd name="T29" fmla="*/ 587 h 667"/>
                    <a:gd name="T30" fmla="*/ 0 w 80"/>
                    <a:gd name="T31" fmla="*/ 600 h 667"/>
                    <a:gd name="T32" fmla="*/ 0 w 80"/>
                    <a:gd name="T33" fmla="*/ 653 h 667"/>
                    <a:gd name="T34" fmla="*/ 13 w 80"/>
                    <a:gd name="T35" fmla="*/ 667 h 667"/>
                    <a:gd name="T36" fmla="*/ 66 w 80"/>
                    <a:gd name="T37" fmla="*/ 667 h 667"/>
                    <a:gd name="T38" fmla="*/ 80 w 80"/>
                    <a:gd name="T39" fmla="*/ 653 h 667"/>
                    <a:gd name="T40" fmla="*/ 80 w 80"/>
                    <a:gd name="T41" fmla="*/ 600 h 667"/>
                    <a:gd name="T42" fmla="*/ 66 w 80"/>
                    <a:gd name="T43" fmla="*/ 587 h 667"/>
                    <a:gd name="T44" fmla="*/ 13 w 80"/>
                    <a:gd name="T45" fmla="*/ 587 h 667"/>
                    <a:gd name="T46" fmla="*/ 26 w 80"/>
                    <a:gd name="T47" fmla="*/ 613 h 667"/>
                    <a:gd name="T48" fmla="*/ 53 w 80"/>
                    <a:gd name="T49" fmla="*/ 613 h 667"/>
                    <a:gd name="T50" fmla="*/ 53 w 80"/>
                    <a:gd name="T51" fmla="*/ 640 h 667"/>
                    <a:gd name="T52" fmla="*/ 26 w 80"/>
                    <a:gd name="T53" fmla="*/ 640 h 667"/>
                    <a:gd name="T54" fmla="*/ 26 w 80"/>
                    <a:gd name="T55" fmla="*/ 613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80" h="667">
                      <a:moveTo>
                        <a:pt x="13" y="0"/>
                      </a:moveTo>
                      <a:cubicBezTo>
                        <a:pt x="6" y="0"/>
                        <a:pt x="0" y="6"/>
                        <a:pt x="0" y="13"/>
                      </a:cubicBezTo>
                      <a:lnTo>
                        <a:pt x="0" y="520"/>
                      </a:lnTo>
                      <a:cubicBezTo>
                        <a:pt x="0" y="527"/>
                        <a:pt x="6" y="533"/>
                        <a:pt x="13" y="533"/>
                      </a:cubicBezTo>
                      <a:lnTo>
                        <a:pt x="66" y="533"/>
                      </a:lnTo>
                      <a:cubicBezTo>
                        <a:pt x="74" y="533"/>
                        <a:pt x="80" y="527"/>
                        <a:pt x="80" y="520"/>
                      </a:cubicBezTo>
                      <a:lnTo>
                        <a:pt x="80" y="13"/>
                      </a:lnTo>
                      <a:cubicBezTo>
                        <a:pt x="80" y="6"/>
                        <a:pt x="74" y="0"/>
                        <a:pt x="66" y="0"/>
                      </a:cubicBezTo>
                      <a:lnTo>
                        <a:pt x="13" y="0"/>
                      </a:lnTo>
                      <a:close/>
                      <a:moveTo>
                        <a:pt x="26" y="27"/>
                      </a:moveTo>
                      <a:lnTo>
                        <a:pt x="53" y="27"/>
                      </a:lnTo>
                      <a:lnTo>
                        <a:pt x="53" y="507"/>
                      </a:lnTo>
                      <a:lnTo>
                        <a:pt x="26" y="507"/>
                      </a:lnTo>
                      <a:lnTo>
                        <a:pt x="26" y="27"/>
                      </a:lnTo>
                      <a:close/>
                      <a:moveTo>
                        <a:pt x="13" y="587"/>
                      </a:moveTo>
                      <a:cubicBezTo>
                        <a:pt x="6" y="587"/>
                        <a:pt x="0" y="593"/>
                        <a:pt x="0" y="600"/>
                      </a:cubicBezTo>
                      <a:lnTo>
                        <a:pt x="0" y="653"/>
                      </a:lnTo>
                      <a:cubicBezTo>
                        <a:pt x="0" y="661"/>
                        <a:pt x="6" y="667"/>
                        <a:pt x="13" y="667"/>
                      </a:cubicBezTo>
                      <a:lnTo>
                        <a:pt x="66" y="667"/>
                      </a:lnTo>
                      <a:cubicBezTo>
                        <a:pt x="74" y="667"/>
                        <a:pt x="80" y="661"/>
                        <a:pt x="80" y="653"/>
                      </a:cubicBezTo>
                      <a:lnTo>
                        <a:pt x="80" y="600"/>
                      </a:lnTo>
                      <a:cubicBezTo>
                        <a:pt x="80" y="593"/>
                        <a:pt x="74" y="587"/>
                        <a:pt x="66" y="587"/>
                      </a:cubicBezTo>
                      <a:lnTo>
                        <a:pt x="13" y="587"/>
                      </a:lnTo>
                      <a:close/>
                      <a:moveTo>
                        <a:pt x="26" y="613"/>
                      </a:moveTo>
                      <a:lnTo>
                        <a:pt x="53" y="613"/>
                      </a:lnTo>
                      <a:lnTo>
                        <a:pt x="53" y="640"/>
                      </a:lnTo>
                      <a:lnTo>
                        <a:pt x="26" y="640"/>
                      </a:lnTo>
                      <a:lnTo>
                        <a:pt x="26" y="61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74295" tIns="37148" rIns="74295" bIns="37148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731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9D130820-6C56-85BC-3DA9-0B1CECDD6ABE}"/>
                  </a:ext>
                </a:extLst>
              </p:cNvPr>
              <p:cNvSpPr txBox="1"/>
              <p:nvPr/>
            </p:nvSpPr>
            <p:spPr>
              <a:xfrm>
                <a:off x="-2292732" y="1746827"/>
                <a:ext cx="204374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0">
                  <a:spcAft>
                    <a:spcPts val="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체크인카운터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M11 (3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 부스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OPEN)</a:t>
                </a:r>
                <a:endParaRPr lang="ko-KR" altLang="en-US" sz="80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CA5A376C-BE1D-65B5-5EF8-6FA3A7E5B9DE}"/>
                  </a:ext>
                </a:extLst>
              </p:cNvPr>
              <p:cNvSpPr txBox="1"/>
              <p:nvPr/>
            </p:nvSpPr>
            <p:spPr>
              <a:xfrm>
                <a:off x="-2292732" y="1919355"/>
                <a:ext cx="204374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0">
                  <a:spcAft>
                    <a:spcPts val="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체크인카운터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L10 (2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 부스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OPEN)</a:t>
                </a:r>
                <a:endParaRPr lang="ko-KR" altLang="en-US" sz="80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03E914E-B00B-9DB7-DEAA-FCD4306385CF}"/>
                </a:ext>
              </a:extLst>
            </p:cNvPr>
            <p:cNvSpPr txBox="1"/>
            <p:nvPr/>
          </p:nvSpPr>
          <p:spPr>
            <a:xfrm>
              <a:off x="-369041" y="1746827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K09 (4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0531002D-EBF5-AD3E-E104-D22884CD49CC}"/>
                </a:ext>
              </a:extLst>
            </p:cNvPr>
            <p:cNvSpPr txBox="1"/>
            <p:nvPr/>
          </p:nvSpPr>
          <p:spPr>
            <a:xfrm>
              <a:off x="-369041" y="1919355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C10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79F7107F-CBE4-8D6A-29C4-A86F5888B964}"/>
                </a:ext>
              </a:extLst>
            </p:cNvPr>
            <p:cNvSpPr txBox="1"/>
            <p:nvPr/>
          </p:nvSpPr>
          <p:spPr>
            <a:xfrm>
              <a:off x="1597782" y="1746827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DG02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13A3716-74CC-D9CB-493D-58CEC7C3340C}"/>
                </a:ext>
              </a:extLst>
            </p:cNvPr>
            <p:cNvSpPr txBox="1"/>
            <p:nvPr/>
          </p:nvSpPr>
          <p:spPr>
            <a:xfrm>
              <a:off x="3400703" y="1746827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보안검색대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SG14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137" name="표 136">
            <a:extLst>
              <a:ext uri="{FF2B5EF4-FFF2-40B4-BE49-F238E27FC236}">
                <a16:creationId xmlns:a16="http://schemas.microsoft.com/office/drawing/2014/main" id="{1F3FD0BB-ED23-0C3B-ECA2-B07E64CADD92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8" name="Rectangle 7">
            <a:extLst>
              <a:ext uri="{FF2B5EF4-FFF2-40B4-BE49-F238E27FC236}">
                <a16:creationId xmlns:a16="http://schemas.microsoft.com/office/drawing/2014/main" id="{471C1F54-5F4C-3CE3-F33A-83C8B9A8F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49" name="AutoShape 89">
            <a:extLst>
              <a:ext uri="{FF2B5EF4-FFF2-40B4-BE49-F238E27FC236}">
                <a16:creationId xmlns:a16="http://schemas.microsoft.com/office/drawing/2014/main" id="{AAD6DCEF-C5FF-B92D-ACA6-44064114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7EF2EC2B-5476-C7D2-EDA1-EF636360473C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151" name="AutoShape 55">
              <a:extLst>
                <a:ext uri="{FF2B5EF4-FFF2-40B4-BE49-F238E27FC236}">
                  <a16:creationId xmlns:a16="http://schemas.microsoft.com/office/drawing/2014/main" id="{3FDA6820-2ABF-FE64-3C64-B60671A58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" name="Search">
              <a:extLst>
                <a:ext uri="{FF2B5EF4-FFF2-40B4-BE49-F238E27FC236}">
                  <a16:creationId xmlns:a16="http://schemas.microsoft.com/office/drawing/2014/main" id="{5012522E-D12A-B2DA-E8EF-47E73BE49E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35" name="TextBox 134">
            <a:extLst>
              <a:ext uri="{FF2B5EF4-FFF2-40B4-BE49-F238E27FC236}">
                <a16:creationId xmlns:a16="http://schemas.microsoft.com/office/drawing/2014/main" id="{6B948BD9-7EAB-11F6-B760-C0E87772F377}"/>
              </a:ext>
            </a:extLst>
          </p:cNvPr>
          <p:cNvSpPr txBox="1"/>
          <p:nvPr/>
        </p:nvSpPr>
        <p:spPr>
          <a:xfrm>
            <a:off x="8500552" y="1036700"/>
            <a:ext cx="14876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여객 </a:t>
            </a:r>
            <a:r>
              <a:rPr lang="en-US" altLang="ko-KR" sz="900" dirty="0">
                <a:solidFill>
                  <a:srgbClr val="558ED5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1,234,567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 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824EF0D1-C216-BABC-03A4-6707F0521D5E}"/>
              </a:ext>
            </a:extLst>
          </p:cNvPr>
          <p:cNvSpPr txBox="1"/>
          <p:nvPr/>
        </p:nvSpPr>
        <p:spPr>
          <a:xfrm>
            <a:off x="7358120" y="1041956"/>
            <a:ext cx="14416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 </a:t>
            </a:r>
            <a:r>
              <a:rPr lang="en-US" altLang="ko-KR" sz="900" dirty="0">
                <a:solidFill>
                  <a:srgbClr val="7030A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1,234,567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B038C9CA-8F7A-E264-578C-90B6758A9568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F61A806D-979C-2B91-9A4D-DCD898E861A7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1" name="Rectangle 7">
            <a:extLst>
              <a:ext uri="{FF2B5EF4-FFF2-40B4-BE49-F238E27FC236}">
                <a16:creationId xmlns:a16="http://schemas.microsoft.com/office/drawing/2014/main" id="{C9E02D6C-0AFB-545F-B15E-F86792942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4DEBAA8D-A71D-F33C-DF03-B23F72570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B17FA2A7-569E-8B9B-ECA2-5390AB113705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A7337B0A-836E-E4C0-E1A7-28DC5D82A856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9B25486-AC28-1243-EDB8-F274AC77F4FD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D68DE91-A2C4-E3CC-3284-CA1CFD415A4F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8247A18-AC45-C9CD-995E-EC2793E49733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7" name="모서리가 둥근 직사각형 500">
            <a:extLst>
              <a:ext uri="{FF2B5EF4-FFF2-40B4-BE49-F238E27FC236}">
                <a16:creationId xmlns:a16="http://schemas.microsoft.com/office/drawing/2014/main" id="{CFA2BB8A-C44A-80B4-4809-EBE32F939A94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모서리가 둥근 직사각형 501">
            <a:extLst>
              <a:ext uri="{FF2B5EF4-FFF2-40B4-BE49-F238E27FC236}">
                <a16:creationId xmlns:a16="http://schemas.microsoft.com/office/drawing/2014/main" id="{2117A7A9-D4EE-80C0-9AF1-1538DCB5FD6A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1AA64BC-7596-525F-6B14-D8CBFEA70CD8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0" name="사각형 설명선 86">
            <a:extLst>
              <a:ext uri="{FF2B5EF4-FFF2-40B4-BE49-F238E27FC236}">
                <a16:creationId xmlns:a16="http://schemas.microsoft.com/office/drawing/2014/main" id="{F815002B-4CF6-434E-EA24-4BD5D71366D6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AAF54B0-5019-DE55-1009-06A7E6C5E541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0E7CDE9-093F-5DA9-A957-1CAD2C0EF712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7B628F1-9666-05A8-120A-764FF306BE18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81567DB-AEFF-DE85-5D72-73F6E6802441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22" name="표 121">
            <a:extLst>
              <a:ext uri="{FF2B5EF4-FFF2-40B4-BE49-F238E27FC236}">
                <a16:creationId xmlns:a16="http://schemas.microsoft.com/office/drawing/2014/main" id="{2D930EAB-7515-D482-9C65-30EA54B90F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38544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BB5601AF-099B-1AAA-E649-6F18A4909DFE}"/>
              </a:ext>
            </a:extLst>
          </p:cNvPr>
          <p:cNvSpPr/>
          <p:nvPr/>
        </p:nvSpPr>
        <p:spPr bwMode="auto">
          <a:xfrm>
            <a:off x="708147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9EF4E79-9B5B-EF56-9AA0-9B7930E1DFF5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C0717172-DE1B-088C-13AD-A3559B932AE9}"/>
              </a:ext>
            </a:extLst>
          </p:cNvPr>
          <p:cNvSpPr/>
          <p:nvPr/>
        </p:nvSpPr>
        <p:spPr bwMode="auto">
          <a:xfrm>
            <a:off x="292927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3BC05B0D-E5FE-6EDB-770C-21944C8A7645}"/>
              </a:ext>
            </a:extLst>
          </p:cNvPr>
          <p:cNvSpPr/>
          <p:nvPr/>
        </p:nvSpPr>
        <p:spPr bwMode="auto">
          <a:xfrm>
            <a:off x="2004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3F92688D-72BF-2F02-0CD6-93BDC9E3195E}"/>
              </a:ext>
            </a:extLst>
          </p:cNvPr>
          <p:cNvSpPr/>
          <p:nvPr/>
        </p:nvSpPr>
        <p:spPr bwMode="auto">
          <a:xfrm>
            <a:off x="398093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3813F32D-EC1E-47ED-18C0-7042099E73B8}"/>
              </a:ext>
            </a:extLst>
          </p:cNvPr>
          <p:cNvSpPr/>
          <p:nvPr/>
        </p:nvSpPr>
        <p:spPr bwMode="auto">
          <a:xfrm>
            <a:off x="608427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5E2C7F2C-26F0-8412-8107-DF17BC8122A7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B023B4FE-ACF3-8B55-768E-733D38610DE1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4D6CC63-5DE0-B851-CBB6-B941066522A0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79188AEE-BAF6-660B-2211-044F1F33429E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5991D087-57A8-9F0F-ECB5-078C44A1461A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217" name="연결선: 꺾임 216">
            <a:extLst>
              <a:ext uri="{FF2B5EF4-FFF2-40B4-BE49-F238E27FC236}">
                <a16:creationId xmlns:a16="http://schemas.microsoft.com/office/drawing/2014/main" id="{B5B67E66-18B8-BB2C-1FFF-810A094957EE}"/>
              </a:ext>
            </a:extLst>
          </p:cNvPr>
          <p:cNvCxnSpPr>
            <a:cxnSpLocks/>
            <a:stCxn id="76" idx="0"/>
          </p:cNvCxnSpPr>
          <p:nvPr/>
        </p:nvCxnSpPr>
        <p:spPr bwMode="auto">
          <a:xfrm rot="5400000" flipH="1" flipV="1">
            <a:off x="1929298" y="4278445"/>
            <a:ext cx="1844831" cy="1130885"/>
          </a:xfrm>
          <a:prstGeom prst="bentConnector2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789B1C-FBA8-1656-65CC-79B9285FFE20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442E853-D8D7-6BB4-646D-AC619C239549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266755C-8EDD-A7AC-F75C-173DD917B771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0D3A4EB-5C99-9347-3C17-E60BC0F1897A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C688982-36DC-3511-979E-4C579D8B4721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A1D565D-21BF-78AF-E083-BD5F4233FDAB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C5B7243-A9E1-497B-7769-AD92A79C121C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88E4740-3B2D-3C16-3158-0790D2B89FC5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FDC94BB-CBE4-F796-3F03-C9DB565EF828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921F14C-83EF-C71A-6394-A2EDAC858BAE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2FD2DAA-F510-8E07-8DFC-8C81AABC57C9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5ACD666A-8D3D-2AE0-F59B-728AA393BC56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5D7F10B-1D87-A453-422B-3B3F20602BCF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04840188-C18A-7557-E1B6-C9D085E5F7E3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E85C2C9-C1F6-BB6E-93A5-9D4325F0C30E}"/>
              </a:ext>
            </a:extLst>
          </p:cNvPr>
          <p:cNvGrpSpPr/>
          <p:nvPr/>
        </p:nvGrpSpPr>
        <p:grpSpPr>
          <a:xfrm>
            <a:off x="3309716" y="1665962"/>
            <a:ext cx="3523210" cy="4511017"/>
            <a:chOff x="10192459" y="1843385"/>
            <a:chExt cx="3523210" cy="4511017"/>
          </a:xfrm>
        </p:grpSpPr>
        <p:sp>
          <p:nvSpPr>
            <p:cNvPr id="169" name="타원 168">
              <a:extLst>
                <a:ext uri="{FF2B5EF4-FFF2-40B4-BE49-F238E27FC236}">
                  <a16:creationId xmlns:a16="http://schemas.microsoft.com/office/drawing/2014/main" id="{A5251C24-C498-259E-F007-09E58FF0BB58}"/>
                </a:ext>
              </a:extLst>
            </p:cNvPr>
            <p:cNvSpPr/>
            <p:nvPr/>
          </p:nvSpPr>
          <p:spPr bwMode="auto">
            <a:xfrm>
              <a:off x="11607104" y="4328236"/>
              <a:ext cx="170120" cy="170120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2A04AA61-B931-5193-2FB4-8A9DDE1D3A92}"/>
                </a:ext>
              </a:extLst>
            </p:cNvPr>
            <p:cNvSpPr/>
            <p:nvPr/>
          </p:nvSpPr>
          <p:spPr bwMode="auto">
            <a:xfrm>
              <a:off x="10192459" y="1843385"/>
              <a:ext cx="3481968" cy="4511017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M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아일랜드 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(T1-3RD-M01-01)</a:t>
              </a: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 혼잡 현황</a:t>
              </a:r>
              <a:endParaRPr kumimoji="0" lang="ko-KR" altLang="en-US" sz="800" b="0" i="0" u="none" strike="noStrike" kern="0" cap="none" spc="-10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2" name="Cancel Icon">
              <a:extLst>
                <a:ext uri="{FF2B5EF4-FFF2-40B4-BE49-F238E27FC236}">
                  <a16:creationId xmlns:a16="http://schemas.microsoft.com/office/drawing/2014/main" id="{505811C2-3DA5-8A1C-A81B-C8E82ECA4BA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13474878" y="1892993"/>
              <a:ext cx="125383" cy="158732"/>
            </a:xfrm>
            <a:custGeom>
              <a:avLst/>
              <a:gdLst>
                <a:gd name="T0" fmla="*/ 56 w 56"/>
                <a:gd name="T1" fmla="*/ 3 h 56"/>
                <a:gd name="T2" fmla="*/ 31 w 56"/>
                <a:gd name="T3" fmla="*/ 28 h 56"/>
                <a:gd name="T4" fmla="*/ 56 w 56"/>
                <a:gd name="T5" fmla="*/ 52 h 56"/>
                <a:gd name="T6" fmla="*/ 53 w 56"/>
                <a:gd name="T7" fmla="*/ 56 h 56"/>
                <a:gd name="T8" fmla="*/ 28 w 56"/>
                <a:gd name="T9" fmla="*/ 31 h 56"/>
                <a:gd name="T10" fmla="*/ 3 w 56"/>
                <a:gd name="T11" fmla="*/ 56 h 56"/>
                <a:gd name="T12" fmla="*/ 0 w 56"/>
                <a:gd name="T13" fmla="*/ 52 h 56"/>
                <a:gd name="T14" fmla="*/ 25 w 56"/>
                <a:gd name="T15" fmla="*/ 28 h 56"/>
                <a:gd name="T16" fmla="*/ 0 w 56"/>
                <a:gd name="T17" fmla="*/ 3 h 56"/>
                <a:gd name="T18" fmla="*/ 3 w 56"/>
                <a:gd name="T19" fmla="*/ 0 h 56"/>
                <a:gd name="T20" fmla="*/ 28 w 56"/>
                <a:gd name="T21" fmla="*/ 25 h 56"/>
                <a:gd name="T22" fmla="*/ 53 w 56"/>
                <a:gd name="T23" fmla="*/ 0 h 56"/>
                <a:gd name="T24" fmla="*/ 56 w 56"/>
                <a:gd name="T25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6">
                  <a:moveTo>
                    <a:pt x="56" y="3"/>
                  </a:moveTo>
                  <a:lnTo>
                    <a:pt x="31" y="28"/>
                  </a:lnTo>
                  <a:lnTo>
                    <a:pt x="56" y="52"/>
                  </a:lnTo>
                  <a:lnTo>
                    <a:pt x="53" y="56"/>
                  </a:lnTo>
                  <a:lnTo>
                    <a:pt x="28" y="31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25" y="28"/>
                  </a:lnTo>
                  <a:lnTo>
                    <a:pt x="0" y="3"/>
                  </a:lnTo>
                  <a:lnTo>
                    <a:pt x="3" y="0"/>
                  </a:lnTo>
                  <a:lnTo>
                    <a:pt x="28" y="25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AE99042B-C91F-F30F-E819-2526EF452B67}"/>
                </a:ext>
              </a:extLst>
            </p:cNvPr>
            <p:cNvSpPr txBox="1"/>
            <p:nvPr/>
          </p:nvSpPr>
          <p:spPr>
            <a:xfrm>
              <a:off x="10858730" y="443741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1D4CF5D2-3051-4FA8-383A-F07FE1DB49DF}"/>
                </a:ext>
              </a:extLst>
            </p:cNvPr>
            <p:cNvSpPr/>
            <p:nvPr/>
          </p:nvSpPr>
          <p:spPr bwMode="auto">
            <a:xfrm>
              <a:off x="10479925" y="2301133"/>
              <a:ext cx="772142" cy="770177"/>
            </a:xfrm>
            <a:prstGeom prst="rect">
              <a:avLst/>
            </a:prstGeom>
            <a:solidFill>
              <a:srgbClr val="EAEAEA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55D13680-F5AA-D47E-A2CF-5E0CB65AD27C}"/>
                </a:ext>
              </a:extLst>
            </p:cNvPr>
            <p:cNvSpPr txBox="1"/>
            <p:nvPr/>
          </p:nvSpPr>
          <p:spPr>
            <a:xfrm>
              <a:off x="10301828" y="3069948"/>
              <a:ext cx="113270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처리율 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90%)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9F3FF657-A546-2F95-A548-2B4BC86790D4}"/>
                </a:ext>
              </a:extLst>
            </p:cNvPr>
            <p:cNvSpPr txBox="1"/>
            <p:nvPr/>
          </p:nvSpPr>
          <p:spPr>
            <a:xfrm>
              <a:off x="11466189" y="3069948"/>
              <a:ext cx="110723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셀프체크인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처리율 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100%)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4026E2F4-AEB2-A3F2-37A6-4795367742ED}"/>
                </a:ext>
              </a:extLst>
            </p:cNvPr>
            <p:cNvSpPr txBox="1"/>
            <p:nvPr/>
          </p:nvSpPr>
          <p:spPr>
            <a:xfrm>
              <a:off x="12594543" y="3073014"/>
              <a:ext cx="98830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상업시설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80" name="그림 179">
              <a:extLst>
                <a:ext uri="{FF2B5EF4-FFF2-40B4-BE49-F238E27FC236}">
                  <a16:creationId xmlns:a16="http://schemas.microsoft.com/office/drawing/2014/main" id="{BA13292F-E203-DFB3-64BD-E2965050E6C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499646" y="2322606"/>
              <a:ext cx="731118" cy="738216"/>
            </a:xfrm>
            <a:prstGeom prst="rect">
              <a:avLst/>
            </a:prstGeom>
          </p:spPr>
        </p:pic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90D92DA0-E941-C8D6-30DF-09AA6F4F954D}"/>
                </a:ext>
              </a:extLst>
            </p:cNvPr>
            <p:cNvSpPr/>
            <p:nvPr/>
          </p:nvSpPr>
          <p:spPr bwMode="auto">
            <a:xfrm>
              <a:off x="11601300" y="2301133"/>
              <a:ext cx="772142" cy="770177"/>
            </a:xfrm>
            <a:prstGeom prst="rect">
              <a:avLst/>
            </a:prstGeom>
            <a:solidFill>
              <a:srgbClr val="EAEAEA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85C02297-17F7-58A0-9AFE-6D70E00A5D12}"/>
                </a:ext>
              </a:extLst>
            </p:cNvPr>
            <p:cNvSpPr/>
            <p:nvPr/>
          </p:nvSpPr>
          <p:spPr bwMode="auto">
            <a:xfrm>
              <a:off x="12680275" y="2301133"/>
              <a:ext cx="772142" cy="770177"/>
            </a:xfrm>
            <a:prstGeom prst="rect">
              <a:avLst/>
            </a:prstGeom>
            <a:solidFill>
              <a:srgbClr val="EAEAEA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pic>
          <p:nvPicPr>
            <p:cNvPr id="183" name="그림 182">
              <a:extLst>
                <a:ext uri="{FF2B5EF4-FFF2-40B4-BE49-F238E27FC236}">
                  <a16:creationId xmlns:a16="http://schemas.microsoft.com/office/drawing/2014/main" id="{7B2A4B62-BD58-0270-0081-59A714A4806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1624799" y="2319720"/>
              <a:ext cx="744280" cy="751591"/>
            </a:xfrm>
            <a:prstGeom prst="rect">
              <a:avLst/>
            </a:prstGeom>
          </p:spPr>
        </p:pic>
        <p:pic>
          <p:nvPicPr>
            <p:cNvPr id="184" name="그림 183">
              <a:extLst>
                <a:ext uri="{FF2B5EF4-FFF2-40B4-BE49-F238E27FC236}">
                  <a16:creationId xmlns:a16="http://schemas.microsoft.com/office/drawing/2014/main" id="{2927EAF9-5EDB-8AB6-7B13-24400446BC9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2706106" y="2328028"/>
              <a:ext cx="721967" cy="732794"/>
            </a:xfrm>
            <a:prstGeom prst="rect">
              <a:avLst/>
            </a:prstGeom>
          </p:spPr>
        </p:pic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8F0F042E-23E6-9FF7-7FAC-1B6333217EE3}"/>
                </a:ext>
              </a:extLst>
            </p:cNvPr>
            <p:cNvSpPr txBox="1"/>
            <p:nvPr/>
          </p:nvSpPr>
          <p:spPr>
            <a:xfrm>
              <a:off x="11624995" y="443741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42B9D638-78E3-2F93-A044-81A740ADB634}"/>
                </a:ext>
              </a:extLst>
            </p:cNvPr>
            <p:cNvSpPr txBox="1"/>
            <p:nvPr/>
          </p:nvSpPr>
          <p:spPr>
            <a:xfrm>
              <a:off x="12353535" y="443741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6276D484-4D9A-2693-E693-F22F1457F3AD}"/>
                </a:ext>
              </a:extLst>
            </p:cNvPr>
            <p:cNvSpPr txBox="1"/>
            <p:nvPr/>
          </p:nvSpPr>
          <p:spPr>
            <a:xfrm>
              <a:off x="12955043" y="443741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3C9B0E95-F950-221A-2673-B7FE3148994A}"/>
                </a:ext>
              </a:extLst>
            </p:cNvPr>
            <p:cNvSpPr/>
            <p:nvPr/>
          </p:nvSpPr>
          <p:spPr>
            <a:xfrm>
              <a:off x="10379971" y="4821615"/>
              <a:ext cx="3136605" cy="967562"/>
            </a:xfrm>
            <a:prstGeom prst="roundRect">
              <a:avLst>
                <a:gd name="adj" fmla="val 3748"/>
              </a:avLst>
            </a:prstGeom>
            <a:solidFill>
              <a:sysClr val="window" lastClr="FFFFFF"/>
            </a:solidFill>
            <a:ln w="19050" cap="flat" cmpd="sng" algn="ctr">
              <a:solidFill>
                <a:schemeClr val="bg1">
                  <a:lumMod val="8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457200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800" kern="0">
                <a:solidFill>
                  <a:prstClr val="white"/>
                </a:solidFill>
                <a:latin typeface="Aptos" panose="02110004020202020204"/>
                <a:ea typeface="맑은 고딕" panose="020B0503020000020004" pitchFamily="50" charset="-127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16FD1919-AEAF-175D-4253-2D94B56779F1}"/>
                </a:ext>
              </a:extLst>
            </p:cNvPr>
            <p:cNvSpPr txBox="1"/>
            <p:nvPr/>
          </p:nvSpPr>
          <p:spPr>
            <a:xfrm>
              <a:off x="12369079" y="5411631"/>
              <a:ext cx="11408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2%</a:t>
              </a:r>
              <a:r>
                <a:rPr lang="en-US" altLang="ko-KR" sz="1000" b="1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vs  2023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92" name="직선 화살표 연결선 191">
              <a:extLst>
                <a:ext uri="{FF2B5EF4-FFF2-40B4-BE49-F238E27FC236}">
                  <a16:creationId xmlns:a16="http://schemas.microsoft.com/office/drawing/2014/main" id="{9DB70A21-EE86-4147-EE08-B04DBC577D8A}"/>
                </a:ext>
              </a:extLst>
            </p:cNvPr>
            <p:cNvCxnSpPr/>
            <p:nvPr/>
          </p:nvCxnSpPr>
          <p:spPr>
            <a:xfrm flipV="1">
              <a:off x="12438757" y="5497321"/>
              <a:ext cx="0" cy="127591"/>
            </a:xfrm>
            <a:prstGeom prst="straightConnector1">
              <a:avLst/>
            </a:prstGeom>
            <a:ln w="6350" cmpd="sng">
              <a:solidFill>
                <a:srgbClr val="00B0F0"/>
              </a:solidFill>
              <a:prstDash val="dash"/>
              <a:headEnd type="none" w="med" len="me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74748B30-F6F9-1062-1C1D-4993474CDB79}"/>
                </a:ext>
              </a:extLst>
            </p:cNvPr>
            <p:cNvSpPr txBox="1"/>
            <p:nvPr/>
          </p:nvSpPr>
          <p:spPr>
            <a:xfrm>
              <a:off x="10995411" y="4888718"/>
              <a:ext cx="126268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111,234,567,890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</a:t>
              </a: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E6BDE85-75A7-28C4-F1AA-04F307AE2093}"/>
                </a:ext>
              </a:extLst>
            </p:cNvPr>
            <p:cNvSpPr txBox="1"/>
            <p:nvPr/>
          </p:nvSpPr>
          <p:spPr>
            <a:xfrm>
              <a:off x="13061552" y="4890259"/>
              <a:ext cx="39798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endPara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02FD3FFD-B128-B6A3-FC0F-46BB45BA0AD5}"/>
                </a:ext>
              </a:extLst>
            </p:cNvPr>
            <p:cNvSpPr txBox="1"/>
            <p:nvPr/>
          </p:nvSpPr>
          <p:spPr>
            <a:xfrm>
              <a:off x="11222453" y="5176101"/>
              <a:ext cx="10952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111,234,567,890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</a:t>
              </a: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DF5F8A1B-19C4-6F3F-01EE-43E39A8CCFE7}"/>
                </a:ext>
              </a:extLst>
            </p:cNvPr>
            <p:cNvSpPr txBox="1"/>
            <p:nvPr/>
          </p:nvSpPr>
          <p:spPr>
            <a:xfrm>
              <a:off x="11222453" y="5480901"/>
              <a:ext cx="44934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</a:t>
              </a:r>
              <a:endPara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7" name="AutoShape 55">
              <a:extLst>
                <a:ext uri="{FF2B5EF4-FFF2-40B4-BE49-F238E27FC236}">
                  <a16:creationId xmlns:a16="http://schemas.microsoft.com/office/drawing/2014/main" id="{3C846CA3-2A5B-3872-0EA6-496205B86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1821" y="3954053"/>
              <a:ext cx="284400" cy="283906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8" name="Multipe Users">
              <a:extLst>
                <a:ext uri="{FF2B5EF4-FFF2-40B4-BE49-F238E27FC236}">
                  <a16:creationId xmlns:a16="http://schemas.microsoft.com/office/drawing/2014/main" id="{3160A443-83AE-7767-0330-246AE59F5A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107594" y="4039898"/>
              <a:ext cx="132854" cy="112217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5F270D1C-9B1B-6E11-798C-E0FC3247D35C}"/>
                </a:ext>
              </a:extLst>
            </p:cNvPr>
            <p:cNvSpPr txBox="1"/>
            <p:nvPr/>
          </p:nvSpPr>
          <p:spPr>
            <a:xfrm>
              <a:off x="10912835" y="421557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C67D5C9A-2BAE-5D7B-7321-DDC1D8CAE470}"/>
                </a:ext>
              </a:extLst>
            </p:cNvPr>
            <p:cNvSpPr txBox="1"/>
            <p:nvPr/>
          </p:nvSpPr>
          <p:spPr>
            <a:xfrm>
              <a:off x="11657038" y="421557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DF6393C-6338-E432-070F-21CF34AECE65}"/>
                </a:ext>
              </a:extLst>
            </p:cNvPr>
            <p:cNvSpPr txBox="1"/>
            <p:nvPr/>
          </p:nvSpPr>
          <p:spPr>
            <a:xfrm>
              <a:off x="12368001" y="423298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BCA16226-872E-5747-5649-D7A176E04F63}"/>
                </a:ext>
              </a:extLst>
            </p:cNvPr>
            <p:cNvSpPr txBox="1"/>
            <p:nvPr/>
          </p:nvSpPr>
          <p:spPr>
            <a:xfrm>
              <a:off x="12986309" y="423298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3" name="AutoShape 55">
              <a:extLst>
                <a:ext uri="{FF2B5EF4-FFF2-40B4-BE49-F238E27FC236}">
                  <a16:creationId xmlns:a16="http://schemas.microsoft.com/office/drawing/2014/main" id="{4E5C55E8-0207-E767-2364-A211B355D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7147" y="3938262"/>
              <a:ext cx="284400" cy="283906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4" name="Multipe Users">
              <a:extLst>
                <a:ext uri="{FF2B5EF4-FFF2-40B4-BE49-F238E27FC236}">
                  <a16:creationId xmlns:a16="http://schemas.microsoft.com/office/drawing/2014/main" id="{8C1046C7-E589-AC4F-4E4F-9B89550756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562920" y="4024107"/>
              <a:ext cx="132854" cy="112217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5" name="Timezone">
              <a:extLst>
                <a:ext uri="{FF2B5EF4-FFF2-40B4-BE49-F238E27FC236}">
                  <a16:creationId xmlns:a16="http://schemas.microsoft.com/office/drawing/2014/main" id="{27029AAD-272F-F071-0F19-927712E2F1C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1842182" y="3998112"/>
              <a:ext cx="169743" cy="169743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6" name="타원 205">
              <a:extLst>
                <a:ext uri="{FF2B5EF4-FFF2-40B4-BE49-F238E27FC236}">
                  <a16:creationId xmlns:a16="http://schemas.microsoft.com/office/drawing/2014/main" id="{CB86278B-316B-2D26-E8F2-3EADAF4A658E}"/>
                </a:ext>
              </a:extLst>
            </p:cNvPr>
            <p:cNvSpPr/>
            <p:nvPr/>
          </p:nvSpPr>
          <p:spPr bwMode="auto">
            <a:xfrm>
              <a:off x="11761722" y="3935437"/>
              <a:ext cx="313510" cy="313510"/>
            </a:xfrm>
            <a:prstGeom prst="ellipse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7" name="Timezone">
              <a:extLst>
                <a:ext uri="{FF2B5EF4-FFF2-40B4-BE49-F238E27FC236}">
                  <a16:creationId xmlns:a16="http://schemas.microsoft.com/office/drawing/2014/main" id="{6EC08619-93AD-B6B9-9F3B-14E4D00DA5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3162745" y="3998112"/>
              <a:ext cx="169743" cy="169743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8" name="타원 207">
              <a:extLst>
                <a:ext uri="{FF2B5EF4-FFF2-40B4-BE49-F238E27FC236}">
                  <a16:creationId xmlns:a16="http://schemas.microsoft.com/office/drawing/2014/main" id="{63DAEBB0-9851-0075-AD4C-A7ADE2C92066}"/>
                </a:ext>
              </a:extLst>
            </p:cNvPr>
            <p:cNvSpPr/>
            <p:nvPr/>
          </p:nvSpPr>
          <p:spPr bwMode="auto">
            <a:xfrm>
              <a:off x="13082285" y="3935437"/>
              <a:ext cx="313510" cy="313510"/>
            </a:xfrm>
            <a:prstGeom prst="ellipse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9" name="AutoShape 55">
              <a:extLst>
                <a:ext uri="{FF2B5EF4-FFF2-40B4-BE49-F238E27FC236}">
                  <a16:creationId xmlns:a16="http://schemas.microsoft.com/office/drawing/2014/main" id="{96AA219A-E16F-8E65-89B7-0764087A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1491" y="4173638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210" name="AutoShape 55">
              <a:extLst>
                <a:ext uri="{FF2B5EF4-FFF2-40B4-BE49-F238E27FC236}">
                  <a16:creationId xmlns:a16="http://schemas.microsoft.com/office/drawing/2014/main" id="{8E391FCB-CCEF-05FB-70D9-31551BBE4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4625" y="4903622"/>
              <a:ext cx="433494" cy="176426"/>
            </a:xfrm>
            <a:prstGeom prst="roundRect">
              <a:avLst/>
            </a:prstGeom>
            <a:noFill/>
            <a:ln w="3175">
              <a:solidFill>
                <a:srgbClr val="242852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13A8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총 매출</a:t>
              </a:r>
            </a:p>
          </p:txBody>
        </p:sp>
        <p:sp>
          <p:nvSpPr>
            <p:cNvPr id="211" name="AutoShape 55">
              <a:extLst>
                <a:ext uri="{FF2B5EF4-FFF2-40B4-BE49-F238E27FC236}">
                  <a16:creationId xmlns:a16="http://schemas.microsoft.com/office/drawing/2014/main" id="{634539AF-3F71-592D-5BF9-0C89262C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3481" y="4903622"/>
              <a:ext cx="634575" cy="176426"/>
            </a:xfrm>
            <a:prstGeom prst="roundRect">
              <a:avLst/>
            </a:prstGeom>
            <a:noFill/>
            <a:ln w="3175">
              <a:solidFill>
                <a:srgbClr val="242852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rgbClr val="013A8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상업시설 수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13A8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2" name="AutoShape 55">
              <a:extLst>
                <a:ext uri="{FF2B5EF4-FFF2-40B4-BE49-F238E27FC236}">
                  <a16:creationId xmlns:a16="http://schemas.microsoft.com/office/drawing/2014/main" id="{B4D3B7A6-EE7F-8FBF-A3B2-239ACBBB9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0922" y="5191005"/>
              <a:ext cx="739151" cy="176426"/>
            </a:xfrm>
            <a:prstGeom prst="roundRect">
              <a:avLst/>
            </a:prstGeom>
            <a:noFill/>
            <a:ln w="3175">
              <a:solidFill>
                <a:srgbClr val="242852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13A8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인원대비 매출</a:t>
              </a:r>
            </a:p>
          </p:txBody>
        </p:sp>
        <p:sp>
          <p:nvSpPr>
            <p:cNvPr id="213" name="AutoShape 55">
              <a:extLst>
                <a:ext uri="{FF2B5EF4-FFF2-40B4-BE49-F238E27FC236}">
                  <a16:creationId xmlns:a16="http://schemas.microsoft.com/office/drawing/2014/main" id="{8011FFD5-0059-9333-7E08-C65C5FBD5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0923" y="5495805"/>
              <a:ext cx="739151" cy="176426"/>
            </a:xfrm>
            <a:prstGeom prst="roundRect">
              <a:avLst/>
            </a:prstGeom>
            <a:noFill/>
            <a:ln w="3175">
              <a:solidFill>
                <a:srgbClr val="242852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13A8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매출인원 증감</a:t>
              </a:r>
            </a:p>
          </p:txBody>
        </p: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F5939668-B51B-8659-AB2A-27F2D53FD1DA}"/>
                </a:ext>
              </a:extLst>
            </p:cNvPr>
            <p:cNvGrpSpPr/>
            <p:nvPr/>
          </p:nvGrpSpPr>
          <p:grpSpPr>
            <a:xfrm>
              <a:off x="11567328" y="5931383"/>
              <a:ext cx="773884" cy="268517"/>
              <a:chOff x="5689331" y="2533231"/>
              <a:chExt cx="773884" cy="268517"/>
            </a:xfrm>
          </p:grpSpPr>
          <p:sp>
            <p:nvSpPr>
              <p:cNvPr id="215" name="AutoShape 55">
                <a:extLst>
                  <a:ext uri="{FF2B5EF4-FFF2-40B4-BE49-F238E27FC236}">
                    <a16:creationId xmlns:a16="http://schemas.microsoft.com/office/drawing/2014/main" id="{F6074861-EDCA-238E-DC93-0711A47D3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89331" y="2533231"/>
                <a:ext cx="773884" cy="268517"/>
              </a:xfrm>
              <a:prstGeom prst="rect">
                <a:avLst/>
              </a:prstGeom>
              <a:solidFill>
                <a:srgbClr val="0070C0"/>
              </a:solidFill>
              <a:ln w="3175">
                <a:solidFill>
                  <a:sysClr val="window" lastClr="FFFFFF">
                    <a:lumMod val="75000"/>
                  </a:sysClr>
                </a:solidFill>
                <a:round/>
                <a:headEnd/>
                <a:tailEnd/>
              </a:ln>
            </p:spPr>
            <p:txBody>
              <a:bodyPr wrap="none" lIns="252000" tIns="72000" rIns="108000" bIns="72000" anchor="ctr">
                <a:spAutoFit/>
              </a:bodyPr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상세보기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16" name="Add">
                <a:extLst>
                  <a:ext uri="{FF2B5EF4-FFF2-40B4-BE49-F238E27FC236}">
                    <a16:creationId xmlns:a16="http://schemas.microsoft.com/office/drawing/2014/main" id="{D56475EC-2703-9425-E001-63AB629A6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9975" y="2630613"/>
                <a:ext cx="85130" cy="8513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31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19" name="타원 218">
            <a:extLst>
              <a:ext uri="{FF2B5EF4-FFF2-40B4-BE49-F238E27FC236}">
                <a16:creationId xmlns:a16="http://schemas.microsoft.com/office/drawing/2014/main" id="{64EA54A7-0CA1-1A94-69DB-BEBCB75C3BFB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5F1FAF5-672F-72A2-524B-ED01AE0EE19B}"/>
              </a:ext>
            </a:extLst>
          </p:cNvPr>
          <p:cNvSpPr/>
          <p:nvPr/>
        </p:nvSpPr>
        <p:spPr bwMode="auto">
          <a:xfrm>
            <a:off x="7786677" y="5348802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510539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체크인카운터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D94E6C0B-9FA4-8324-31A1-3D97107EDE97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4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45" name="AutoShape 89">
            <a:extLst>
              <a:ext uri="{FF2B5EF4-FFF2-40B4-BE49-F238E27FC236}">
                <a16:creationId xmlns:a16="http://schemas.microsoft.com/office/drawing/2014/main" id="{5BED2EAA-1675-68B1-9BC5-1B88489C9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934E25BE-1176-902E-9F06-6B1E3752BF81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1790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B05AB90D-83AB-AE31-E5EA-851A3221292C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55" name="AutoShape 55">
              <a:extLst>
                <a:ext uri="{FF2B5EF4-FFF2-40B4-BE49-F238E27FC236}">
                  <a16:creationId xmlns:a16="http://schemas.microsoft.com/office/drawing/2014/main" id="{C633189D-8D48-DC62-7EB8-FB3B32EFF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Search">
              <a:extLst>
                <a:ext uri="{FF2B5EF4-FFF2-40B4-BE49-F238E27FC236}">
                  <a16:creationId xmlns:a16="http://schemas.microsoft.com/office/drawing/2014/main" id="{A057DBC1-69CE-3944-9B80-2B25A531D7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8C129448-1132-F178-0F33-BD6D192F4D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6561440"/>
              </p:ext>
            </p:extLst>
          </p:nvPr>
        </p:nvGraphicFramePr>
        <p:xfrm>
          <a:off x="170952" y="96452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8E6433B7-65A4-62A6-92F3-0D81E2F85D15}"/>
              </a:ext>
            </a:extLst>
          </p:cNvPr>
          <p:cNvGrpSpPr/>
          <p:nvPr/>
        </p:nvGrpSpPr>
        <p:grpSpPr>
          <a:xfrm>
            <a:off x="8674450" y="999826"/>
            <a:ext cx="701739" cy="268517"/>
            <a:chOff x="-2021847" y="4521064"/>
            <a:chExt cx="718741" cy="268517"/>
          </a:xfrm>
        </p:grpSpPr>
        <p:sp>
          <p:nvSpPr>
            <p:cNvPr id="24" name="AutoShape 55">
              <a:extLst>
                <a:ext uri="{FF2B5EF4-FFF2-40B4-BE49-F238E27FC236}">
                  <a16:creationId xmlns:a16="http://schemas.microsoft.com/office/drawing/2014/main" id="{A5B1C4C6-F634-E492-14FF-5FF00A5EF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9BD1BD-7DDF-2206-531B-622DF9D41178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2233C079-8CE0-33A7-17A2-C9E16E08ECDF}"/>
              </a:ext>
            </a:extLst>
          </p:cNvPr>
          <p:cNvGrpSpPr/>
          <p:nvPr/>
        </p:nvGrpSpPr>
        <p:grpSpPr>
          <a:xfrm>
            <a:off x="8101722" y="999826"/>
            <a:ext cx="673187" cy="268517"/>
            <a:chOff x="-2027515" y="4521064"/>
            <a:chExt cx="689497" cy="268517"/>
          </a:xfrm>
        </p:grpSpPr>
        <p:sp>
          <p:nvSpPr>
            <p:cNvPr id="27" name="AutoShape 55">
              <a:extLst>
                <a:ext uri="{FF2B5EF4-FFF2-40B4-BE49-F238E27FC236}">
                  <a16:creationId xmlns:a16="http://schemas.microsoft.com/office/drawing/2014/main" id="{2D848948-7EC0-1BA7-3421-93FA3E1B7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487307E-0FE3-4E15-A78A-C2B62A45492D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7616F156-F78C-EA60-78E4-1071A9101073}"/>
              </a:ext>
            </a:extLst>
          </p:cNvPr>
          <p:cNvGrpSpPr/>
          <p:nvPr/>
        </p:nvGrpSpPr>
        <p:grpSpPr>
          <a:xfrm>
            <a:off x="9190499" y="999826"/>
            <a:ext cx="673187" cy="268517"/>
            <a:chOff x="-2081987" y="4521064"/>
            <a:chExt cx="689497" cy="268517"/>
          </a:xfrm>
        </p:grpSpPr>
        <p:sp>
          <p:nvSpPr>
            <p:cNvPr id="95" name="AutoShape 55">
              <a:extLst>
                <a:ext uri="{FF2B5EF4-FFF2-40B4-BE49-F238E27FC236}">
                  <a16:creationId xmlns:a16="http://schemas.microsoft.com/office/drawing/2014/main" id="{0287CFE0-59A3-3A24-FD68-2D1FEBF26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061EA56-C5CA-2643-517E-D791AE5F5EB8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75778126-1AEA-8990-CC7F-9824217B28A6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1790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EC1FD37A-F988-DA8E-D47A-C81B2A246ECF}"/>
              </a:ext>
            </a:extLst>
          </p:cNvPr>
          <p:cNvGrpSpPr/>
          <p:nvPr/>
        </p:nvGrpSpPr>
        <p:grpSpPr>
          <a:xfrm>
            <a:off x="179543" y="1388579"/>
            <a:ext cx="9410988" cy="352819"/>
            <a:chOff x="179543" y="1388579"/>
            <a:chExt cx="9410988" cy="352819"/>
          </a:xfrm>
        </p:grpSpPr>
        <p:sp>
          <p:nvSpPr>
            <p:cNvPr id="132" name="모서리가 둥근 직사각형 116">
              <a:extLst>
                <a:ext uri="{FF2B5EF4-FFF2-40B4-BE49-F238E27FC236}">
                  <a16:creationId xmlns:a16="http://schemas.microsoft.com/office/drawing/2014/main" id="{FBD684C3-8F53-E2B6-A5F1-91A745EDECB2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8DAACDA-8749-3127-A317-2A102A7E263B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DDC2EF27-189B-533B-7EDE-252BEAE75DD6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136" name="포인트가 12개인 별 127">
                <a:extLst>
                  <a:ext uri="{FF2B5EF4-FFF2-40B4-BE49-F238E27FC236}">
                    <a16:creationId xmlns:a16="http://schemas.microsoft.com/office/drawing/2014/main" id="{B375368F-E3CB-66D2-33A3-C4101E04E918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137" name="Exclamation Mark">
                <a:extLst>
                  <a:ext uri="{FF2B5EF4-FFF2-40B4-BE49-F238E27FC236}">
                    <a16:creationId xmlns:a16="http://schemas.microsoft.com/office/drawing/2014/main" id="{C3C74765-93BA-C5A7-B0D5-5757A554CA5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4A7F589-23DE-7701-9F50-9ACBC5AC7E45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3B160254-9555-FBA1-C3DC-54093BAB05D0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8D1A2743-D48E-63E6-EC83-B17DBDB02FF7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8330870D-DB6D-D64F-FE54-5F76A1C06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D8FF2AD9-ACA5-F2AE-BB5E-98426C95D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3713CCF7-4D49-717F-D8DC-7A52ABEDD735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88F47315-20F8-CFEE-62A7-3059F0C6C219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7AB12B0-94DF-7457-CE25-B03D50A70C37}"/>
              </a:ext>
            </a:extLst>
          </p:cNvPr>
          <p:cNvSpPr/>
          <p:nvPr/>
        </p:nvSpPr>
        <p:spPr bwMode="auto">
          <a:xfrm>
            <a:off x="672032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162395A-1598-7006-9D52-5A63F2885C0D}"/>
              </a:ext>
            </a:extLst>
          </p:cNvPr>
          <p:cNvSpPr/>
          <p:nvPr/>
        </p:nvSpPr>
        <p:spPr bwMode="auto">
          <a:xfrm>
            <a:off x="110480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6E60054-ED1C-69DB-7C8A-823B86B010A3}"/>
              </a:ext>
            </a:extLst>
          </p:cNvPr>
          <p:cNvSpPr/>
          <p:nvPr/>
        </p:nvSpPr>
        <p:spPr bwMode="auto">
          <a:xfrm>
            <a:off x="759269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" name="모서리가 둥근 직사각형 500">
            <a:extLst>
              <a:ext uri="{FF2B5EF4-FFF2-40B4-BE49-F238E27FC236}">
                <a16:creationId xmlns:a16="http://schemas.microsoft.com/office/drawing/2014/main" id="{4718A89D-296F-AB0A-9BA5-AC10ED2DFA8B}"/>
              </a:ext>
            </a:extLst>
          </p:cNvPr>
          <p:cNvSpPr/>
          <p:nvPr/>
        </p:nvSpPr>
        <p:spPr bwMode="auto">
          <a:xfrm>
            <a:off x="1742983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모서리가 둥근 직사각형 501">
            <a:extLst>
              <a:ext uri="{FF2B5EF4-FFF2-40B4-BE49-F238E27FC236}">
                <a16:creationId xmlns:a16="http://schemas.microsoft.com/office/drawing/2014/main" id="{3544DD72-6812-82B3-BA16-DB721E60876C}"/>
              </a:ext>
            </a:extLst>
          </p:cNvPr>
          <p:cNvSpPr/>
          <p:nvPr/>
        </p:nvSpPr>
        <p:spPr bwMode="auto">
          <a:xfrm>
            <a:off x="1734976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B5433BD0-A075-9F8D-80FB-85A18F0365E7}"/>
              </a:ext>
            </a:extLst>
          </p:cNvPr>
          <p:cNvSpPr/>
          <p:nvPr/>
        </p:nvSpPr>
        <p:spPr bwMode="auto">
          <a:xfrm>
            <a:off x="3737624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7" name="사각형 설명선 86">
            <a:extLst>
              <a:ext uri="{FF2B5EF4-FFF2-40B4-BE49-F238E27FC236}">
                <a16:creationId xmlns:a16="http://schemas.microsoft.com/office/drawing/2014/main" id="{E295B465-B9B8-936D-B202-02703DEB11B8}"/>
              </a:ext>
            </a:extLst>
          </p:cNvPr>
          <p:cNvSpPr/>
          <p:nvPr/>
        </p:nvSpPr>
        <p:spPr bwMode="auto">
          <a:xfrm>
            <a:off x="3695438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78D4CC9-701C-096F-451C-0C0042D99C61}"/>
              </a:ext>
            </a:extLst>
          </p:cNvPr>
          <p:cNvSpPr/>
          <p:nvPr/>
        </p:nvSpPr>
        <p:spPr bwMode="auto">
          <a:xfrm>
            <a:off x="8966845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1613E98-362A-4E4E-9AB9-07E718A93B9A}"/>
              </a:ext>
            </a:extLst>
          </p:cNvPr>
          <p:cNvSpPr txBox="1"/>
          <p:nvPr/>
        </p:nvSpPr>
        <p:spPr>
          <a:xfrm>
            <a:off x="1547785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B4BB958-CB47-7388-6736-4AA588D732F3}"/>
              </a:ext>
            </a:extLst>
          </p:cNvPr>
          <p:cNvSpPr txBox="1"/>
          <p:nvPr/>
        </p:nvSpPr>
        <p:spPr>
          <a:xfrm>
            <a:off x="8458615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5861C11-E949-E774-8174-AFB2F37E8F10}"/>
              </a:ext>
            </a:extLst>
          </p:cNvPr>
          <p:cNvSpPr/>
          <p:nvPr/>
        </p:nvSpPr>
        <p:spPr bwMode="auto">
          <a:xfrm rot="10800000">
            <a:off x="1274291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CE8379D5-2B1A-B93F-A725-285EB60A77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3271904"/>
              </p:ext>
            </p:extLst>
          </p:nvPr>
        </p:nvGraphicFramePr>
        <p:xfrm>
          <a:off x="1499948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AEA71189-2E1A-469E-69F6-F43676D7B4E7}"/>
              </a:ext>
            </a:extLst>
          </p:cNvPr>
          <p:cNvSpPr/>
          <p:nvPr/>
        </p:nvSpPr>
        <p:spPr bwMode="auto">
          <a:xfrm>
            <a:off x="714160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98DCACB-638F-97CB-BDD9-90E8CFC3A0C4}"/>
              </a:ext>
            </a:extLst>
          </p:cNvPr>
          <p:cNvSpPr/>
          <p:nvPr/>
        </p:nvSpPr>
        <p:spPr bwMode="auto">
          <a:xfrm>
            <a:off x="798976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945B265-7FE9-8919-2102-1A16AFBF4E81}"/>
              </a:ext>
            </a:extLst>
          </p:cNvPr>
          <p:cNvSpPr/>
          <p:nvPr/>
        </p:nvSpPr>
        <p:spPr bwMode="auto">
          <a:xfrm>
            <a:off x="298939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DAAEB57-C48A-BC1A-8481-61FB7560D625}"/>
              </a:ext>
            </a:extLst>
          </p:cNvPr>
          <p:cNvSpPr/>
          <p:nvPr/>
        </p:nvSpPr>
        <p:spPr bwMode="auto">
          <a:xfrm>
            <a:off x="2064809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C183375-53F7-A7D3-C6DC-5A43720BF9A3}"/>
              </a:ext>
            </a:extLst>
          </p:cNvPr>
          <p:cNvSpPr/>
          <p:nvPr/>
        </p:nvSpPr>
        <p:spPr bwMode="auto">
          <a:xfrm>
            <a:off x="404106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7688588-B3D2-B2CF-D6F2-E26657200BF5}"/>
              </a:ext>
            </a:extLst>
          </p:cNvPr>
          <p:cNvSpPr/>
          <p:nvPr/>
        </p:nvSpPr>
        <p:spPr bwMode="auto">
          <a:xfrm>
            <a:off x="614440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499D2EAE-C6DA-66F0-67D3-8DF97770B6B8}"/>
              </a:ext>
            </a:extLst>
          </p:cNvPr>
          <p:cNvSpPr/>
          <p:nvPr/>
        </p:nvSpPr>
        <p:spPr bwMode="auto">
          <a:xfrm>
            <a:off x="2261339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F7A5EAD5-CD59-8E4D-42DC-1AE754CD911E}"/>
              </a:ext>
            </a:extLst>
          </p:cNvPr>
          <p:cNvSpPr/>
          <p:nvPr/>
        </p:nvSpPr>
        <p:spPr bwMode="auto">
          <a:xfrm>
            <a:off x="274260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CB28051C-FF46-4785-DE26-DCED342E59DF}"/>
              </a:ext>
            </a:extLst>
          </p:cNvPr>
          <p:cNvSpPr/>
          <p:nvPr/>
        </p:nvSpPr>
        <p:spPr bwMode="auto">
          <a:xfrm>
            <a:off x="4210456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A3955F51-01BA-DB54-9254-6A832FC4D231}"/>
              </a:ext>
            </a:extLst>
          </p:cNvPr>
          <p:cNvSpPr/>
          <p:nvPr/>
        </p:nvSpPr>
        <p:spPr bwMode="auto">
          <a:xfrm>
            <a:off x="673779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864EDDEA-FBF1-F270-DBE8-C5FB8E3EE7EB}"/>
              </a:ext>
            </a:extLst>
          </p:cNvPr>
          <p:cNvSpPr/>
          <p:nvPr/>
        </p:nvSpPr>
        <p:spPr bwMode="auto">
          <a:xfrm>
            <a:off x="73032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65" name="연결선: 꺾임 64">
            <a:extLst>
              <a:ext uri="{FF2B5EF4-FFF2-40B4-BE49-F238E27FC236}">
                <a16:creationId xmlns:a16="http://schemas.microsoft.com/office/drawing/2014/main" id="{80CCBB54-93E3-34B7-43A3-29A1E9F02E5E}"/>
              </a:ext>
            </a:extLst>
          </p:cNvPr>
          <p:cNvCxnSpPr>
            <a:cxnSpLocks/>
            <a:stCxn id="70" idx="1"/>
            <a:endCxn id="84" idx="1"/>
          </p:cNvCxnSpPr>
          <p:nvPr/>
        </p:nvCxnSpPr>
        <p:spPr bwMode="auto">
          <a:xfrm rot="10800000">
            <a:off x="981226" y="2863113"/>
            <a:ext cx="832303" cy="3008026"/>
          </a:xfrm>
          <a:prstGeom prst="bentConnector3">
            <a:avLst>
              <a:gd name="adj1" fmla="val 127466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1BDEC18F-B6DF-6158-6B77-6C99864D1C74}"/>
              </a:ext>
            </a:extLst>
          </p:cNvPr>
          <p:cNvSpPr/>
          <p:nvPr/>
        </p:nvSpPr>
        <p:spPr bwMode="auto">
          <a:xfrm>
            <a:off x="767949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5FBCDD8-ECA2-EF50-6D1B-472EE2CDE0C9}"/>
              </a:ext>
            </a:extLst>
          </p:cNvPr>
          <p:cNvSpPr/>
          <p:nvPr/>
        </p:nvSpPr>
        <p:spPr bwMode="auto">
          <a:xfrm>
            <a:off x="7277652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CCF888AB-CEDA-68CE-658D-6BEBFF9B44F1}"/>
              </a:ext>
            </a:extLst>
          </p:cNvPr>
          <p:cNvSpPr/>
          <p:nvPr/>
        </p:nvSpPr>
        <p:spPr bwMode="auto">
          <a:xfrm>
            <a:off x="317468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07A2957-2D0B-021D-0C8A-E8E338318483}"/>
              </a:ext>
            </a:extLst>
          </p:cNvPr>
          <p:cNvSpPr/>
          <p:nvPr/>
        </p:nvSpPr>
        <p:spPr bwMode="auto">
          <a:xfrm>
            <a:off x="2720592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C9115C23-CAB8-191E-5829-593A6AB14ED4}"/>
              </a:ext>
            </a:extLst>
          </p:cNvPr>
          <p:cNvSpPr/>
          <p:nvPr/>
        </p:nvSpPr>
        <p:spPr bwMode="auto">
          <a:xfrm>
            <a:off x="181352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0BEC0B5-BD32-1D25-892B-38B8FB546C60}"/>
              </a:ext>
            </a:extLst>
          </p:cNvPr>
          <p:cNvSpPr/>
          <p:nvPr/>
        </p:nvSpPr>
        <p:spPr bwMode="auto">
          <a:xfrm>
            <a:off x="670259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DAE0505-BCC7-1CD2-6D6F-A1D6A5689663}"/>
              </a:ext>
            </a:extLst>
          </p:cNvPr>
          <p:cNvSpPr/>
          <p:nvPr/>
        </p:nvSpPr>
        <p:spPr bwMode="auto">
          <a:xfrm>
            <a:off x="624501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C0467D37-EA2E-949D-28D2-8D91827A5C14}"/>
              </a:ext>
            </a:extLst>
          </p:cNvPr>
          <p:cNvSpPr/>
          <p:nvPr/>
        </p:nvSpPr>
        <p:spPr bwMode="auto">
          <a:xfrm>
            <a:off x="57406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4746775-9B76-88E9-4E0A-115E41B127D4}"/>
              </a:ext>
            </a:extLst>
          </p:cNvPr>
          <p:cNvSpPr/>
          <p:nvPr/>
        </p:nvSpPr>
        <p:spPr bwMode="auto">
          <a:xfrm>
            <a:off x="520920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EAD8D6DE-6E67-877C-CBED-E9001CB2688A}"/>
              </a:ext>
            </a:extLst>
          </p:cNvPr>
          <p:cNvSpPr/>
          <p:nvPr/>
        </p:nvSpPr>
        <p:spPr bwMode="auto">
          <a:xfrm>
            <a:off x="468871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8913EC7-0D9C-964A-4CE6-BBF61CCFE49A}"/>
              </a:ext>
            </a:extLst>
          </p:cNvPr>
          <p:cNvSpPr/>
          <p:nvPr/>
        </p:nvSpPr>
        <p:spPr bwMode="auto">
          <a:xfrm>
            <a:off x="419244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1C2B88EF-BE9C-B63F-D97A-34CC746D96DC}"/>
              </a:ext>
            </a:extLst>
          </p:cNvPr>
          <p:cNvSpPr/>
          <p:nvPr/>
        </p:nvSpPr>
        <p:spPr bwMode="auto">
          <a:xfrm>
            <a:off x="367840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7520500C-1DEF-9B13-6439-F3D560F1625E}"/>
              </a:ext>
            </a:extLst>
          </p:cNvPr>
          <p:cNvSpPr/>
          <p:nvPr/>
        </p:nvSpPr>
        <p:spPr bwMode="auto">
          <a:xfrm>
            <a:off x="222614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0D2108AF-760C-AF90-BFFC-5A614A175E13}"/>
              </a:ext>
            </a:extLst>
          </p:cNvPr>
          <p:cNvSpPr/>
          <p:nvPr/>
        </p:nvSpPr>
        <p:spPr bwMode="auto">
          <a:xfrm>
            <a:off x="817279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0F4A756B-3188-EA53-5238-AAD9005C6839}"/>
              </a:ext>
            </a:extLst>
          </p:cNvPr>
          <p:cNvSpPr/>
          <p:nvPr/>
        </p:nvSpPr>
        <p:spPr bwMode="auto">
          <a:xfrm>
            <a:off x="7712349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4CB737BA-F792-3668-1C7C-04966232EC06}"/>
              </a:ext>
            </a:extLst>
          </p:cNvPr>
          <p:cNvSpPr/>
          <p:nvPr/>
        </p:nvSpPr>
        <p:spPr bwMode="auto">
          <a:xfrm>
            <a:off x="3873498" y="3137387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8AEAD14-9BA6-85D7-9AF3-21036412474E}"/>
              </a:ext>
            </a:extLst>
          </p:cNvPr>
          <p:cNvSpPr/>
          <p:nvPr/>
        </p:nvSpPr>
        <p:spPr bwMode="auto">
          <a:xfrm>
            <a:off x="5976834" y="3131993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09A05E0A-643D-13BD-F5E6-F8326610DA25}"/>
              </a:ext>
            </a:extLst>
          </p:cNvPr>
          <p:cNvSpPr/>
          <p:nvPr/>
        </p:nvSpPr>
        <p:spPr bwMode="auto">
          <a:xfrm>
            <a:off x="981225" y="2095003"/>
            <a:ext cx="8145190" cy="1536220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750E3CDA-D0A1-C63A-2BEA-16B1D6308281}"/>
              </a:ext>
            </a:extLst>
          </p:cNvPr>
          <p:cNvGraphicFramePr>
            <a:graphicFrameLocks noGrp="1"/>
          </p:cNvGraphicFramePr>
          <p:nvPr/>
        </p:nvGraphicFramePr>
        <p:xfrm>
          <a:off x="1106723" y="2456239"/>
          <a:ext cx="7874859" cy="949221"/>
        </p:xfrm>
        <a:graphic>
          <a:graphicData uri="http://schemas.openxmlformats.org/drawingml/2006/table">
            <a:tbl>
              <a:tblPr/>
              <a:tblGrid>
                <a:gridCol w="4791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82643768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57640332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33903784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21934469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3603857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105051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6177246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42715656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977164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4819241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86" name="TextBox 85">
            <a:extLst>
              <a:ext uri="{FF2B5EF4-FFF2-40B4-BE49-F238E27FC236}">
                <a16:creationId xmlns:a16="http://schemas.microsoft.com/office/drawing/2014/main" id="{90BCF445-FC92-0BC8-BF27-94DFF69C475D}"/>
              </a:ext>
            </a:extLst>
          </p:cNvPr>
          <p:cNvSpPr txBox="1"/>
          <p:nvPr/>
        </p:nvSpPr>
        <p:spPr>
          <a:xfrm>
            <a:off x="4034832" y="2102363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769679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F5270-B452-403F-B1BC-83DA71CCE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DF93196-C190-A98A-B1C0-07FFF16AA2E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77FBC50-6144-FB40-1965-2394C8831DCE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체크인카운터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C5EAA073-BC52-5968-F366-3C28F89F80CD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4" name="Rectangle 7">
            <a:extLst>
              <a:ext uri="{FF2B5EF4-FFF2-40B4-BE49-F238E27FC236}">
                <a16:creationId xmlns:a16="http://schemas.microsoft.com/office/drawing/2014/main" id="{66CD17CF-D7BE-4F85-BC69-F3EC23D83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45" name="AutoShape 89">
            <a:extLst>
              <a:ext uri="{FF2B5EF4-FFF2-40B4-BE49-F238E27FC236}">
                <a16:creationId xmlns:a16="http://schemas.microsoft.com/office/drawing/2014/main" id="{5C655839-B502-9151-2867-D66E6883C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B16E4171-9CCF-AD2C-9027-19E1ED9B8F98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55" name="AutoShape 55">
              <a:extLst>
                <a:ext uri="{FF2B5EF4-FFF2-40B4-BE49-F238E27FC236}">
                  <a16:creationId xmlns:a16="http://schemas.microsoft.com/office/drawing/2014/main" id="{DFAC3037-3185-5628-2B3D-289846919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Search">
              <a:extLst>
                <a:ext uri="{FF2B5EF4-FFF2-40B4-BE49-F238E27FC236}">
                  <a16:creationId xmlns:a16="http://schemas.microsoft.com/office/drawing/2014/main" id="{141C1DF4-F720-83DA-5DF1-50AACD2053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CC835697-A5CE-5685-3D58-8D60AB2C09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190613"/>
              </p:ext>
            </p:extLst>
          </p:nvPr>
        </p:nvGraphicFramePr>
        <p:xfrm>
          <a:off x="170952" y="96452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69093B3B-D1A3-80C6-B7DD-D27CE5063CC3}"/>
              </a:ext>
            </a:extLst>
          </p:cNvPr>
          <p:cNvGrpSpPr/>
          <p:nvPr/>
        </p:nvGrpSpPr>
        <p:grpSpPr>
          <a:xfrm>
            <a:off x="8674450" y="999826"/>
            <a:ext cx="701739" cy="268517"/>
            <a:chOff x="-2021847" y="4521064"/>
            <a:chExt cx="718741" cy="268517"/>
          </a:xfrm>
        </p:grpSpPr>
        <p:sp>
          <p:nvSpPr>
            <p:cNvPr id="24" name="AutoShape 55">
              <a:extLst>
                <a:ext uri="{FF2B5EF4-FFF2-40B4-BE49-F238E27FC236}">
                  <a16:creationId xmlns:a16="http://schemas.microsoft.com/office/drawing/2014/main" id="{52CBB146-061D-F159-1A0E-CD51C02E4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64A826C-5BA5-310A-FE62-981C1B9386FC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98F92DC9-8D9C-C91A-22F5-4104A346977B}"/>
              </a:ext>
            </a:extLst>
          </p:cNvPr>
          <p:cNvGrpSpPr/>
          <p:nvPr/>
        </p:nvGrpSpPr>
        <p:grpSpPr>
          <a:xfrm>
            <a:off x="8101722" y="999826"/>
            <a:ext cx="673187" cy="268517"/>
            <a:chOff x="-2027515" y="4521064"/>
            <a:chExt cx="689497" cy="268517"/>
          </a:xfrm>
        </p:grpSpPr>
        <p:sp>
          <p:nvSpPr>
            <p:cNvPr id="27" name="AutoShape 55">
              <a:extLst>
                <a:ext uri="{FF2B5EF4-FFF2-40B4-BE49-F238E27FC236}">
                  <a16:creationId xmlns:a16="http://schemas.microsoft.com/office/drawing/2014/main" id="{C01CA91B-BFFF-D0A6-0039-2FE6DBD2A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E0A8108-B824-9335-0A9B-6E7C136F02AD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12089B2F-A456-596D-3CC5-826663BBCA81}"/>
              </a:ext>
            </a:extLst>
          </p:cNvPr>
          <p:cNvGrpSpPr/>
          <p:nvPr/>
        </p:nvGrpSpPr>
        <p:grpSpPr>
          <a:xfrm>
            <a:off x="9190499" y="999826"/>
            <a:ext cx="673187" cy="268517"/>
            <a:chOff x="-2081987" y="4521064"/>
            <a:chExt cx="689497" cy="268517"/>
          </a:xfrm>
        </p:grpSpPr>
        <p:sp>
          <p:nvSpPr>
            <p:cNvPr id="95" name="AutoShape 55">
              <a:extLst>
                <a:ext uri="{FF2B5EF4-FFF2-40B4-BE49-F238E27FC236}">
                  <a16:creationId xmlns:a16="http://schemas.microsoft.com/office/drawing/2014/main" id="{843A361F-3C21-C522-CEC6-1D9853E01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DA2E6461-A91F-B59B-3494-634E080E9816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C26567DC-CEF6-5499-9581-755D17E381EC}"/>
              </a:ext>
            </a:extLst>
          </p:cNvPr>
          <p:cNvGrpSpPr/>
          <p:nvPr/>
        </p:nvGrpSpPr>
        <p:grpSpPr>
          <a:xfrm>
            <a:off x="179543" y="1388579"/>
            <a:ext cx="9410988" cy="352819"/>
            <a:chOff x="179543" y="1388579"/>
            <a:chExt cx="9410988" cy="352819"/>
          </a:xfrm>
        </p:grpSpPr>
        <p:sp>
          <p:nvSpPr>
            <p:cNvPr id="136" name="모서리가 둥근 직사각형 116">
              <a:extLst>
                <a:ext uri="{FF2B5EF4-FFF2-40B4-BE49-F238E27FC236}">
                  <a16:creationId xmlns:a16="http://schemas.microsoft.com/office/drawing/2014/main" id="{706EB7C4-98F7-D32A-6704-E7AF33A8D18E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98371866-0B1C-8F82-86C9-17E28C7E38C0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F3BD9D30-6EE1-E897-FD97-F48898F8824F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140" name="포인트가 12개인 별 127">
                <a:extLst>
                  <a:ext uri="{FF2B5EF4-FFF2-40B4-BE49-F238E27FC236}">
                    <a16:creationId xmlns:a16="http://schemas.microsoft.com/office/drawing/2014/main" id="{E5F8DD76-A960-A8B0-4F2D-6A2035EAADCB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141" name="Exclamation Mark">
                <a:extLst>
                  <a:ext uri="{FF2B5EF4-FFF2-40B4-BE49-F238E27FC236}">
                    <a16:creationId xmlns:a16="http://schemas.microsoft.com/office/drawing/2014/main" id="{D82462B0-83C4-98AE-0D89-C67A192A39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FE9CEBD8-6750-EF31-DF01-6815235D94D9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타원 5">
            <a:extLst>
              <a:ext uri="{FF2B5EF4-FFF2-40B4-BE49-F238E27FC236}">
                <a16:creationId xmlns:a16="http://schemas.microsoft.com/office/drawing/2014/main" id="{10E72075-075B-574F-A3C1-B77EF030F170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20A67B35-99D5-E228-C18D-61F2B20BAAD1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2E9BFB7A-0722-B365-51DF-B031657FE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9798B978-C6A9-A92D-EACC-BE2C8E230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625DC5EA-0083-68BD-44E1-B9057796307A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8ADD46F-4010-6692-02A3-E2F4BF5051BD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57A578F-FC66-6A48-85DC-6A75C3A02130}"/>
              </a:ext>
            </a:extLst>
          </p:cNvPr>
          <p:cNvSpPr/>
          <p:nvPr/>
        </p:nvSpPr>
        <p:spPr bwMode="auto">
          <a:xfrm>
            <a:off x="672032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F99A03D-1323-3C32-0337-6302BE43458C}"/>
              </a:ext>
            </a:extLst>
          </p:cNvPr>
          <p:cNvSpPr/>
          <p:nvPr/>
        </p:nvSpPr>
        <p:spPr bwMode="auto">
          <a:xfrm>
            <a:off x="110480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6EC2A8D-9BFB-AB3A-9755-36C468C37408}"/>
              </a:ext>
            </a:extLst>
          </p:cNvPr>
          <p:cNvSpPr/>
          <p:nvPr/>
        </p:nvSpPr>
        <p:spPr bwMode="auto">
          <a:xfrm>
            <a:off x="759269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5" name="모서리가 둥근 직사각형 500">
            <a:extLst>
              <a:ext uri="{FF2B5EF4-FFF2-40B4-BE49-F238E27FC236}">
                <a16:creationId xmlns:a16="http://schemas.microsoft.com/office/drawing/2014/main" id="{8CB47509-6C85-46BD-E88A-7C0502CC5734}"/>
              </a:ext>
            </a:extLst>
          </p:cNvPr>
          <p:cNvSpPr/>
          <p:nvPr/>
        </p:nvSpPr>
        <p:spPr bwMode="auto">
          <a:xfrm>
            <a:off x="1742983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모서리가 둥근 직사각형 501">
            <a:extLst>
              <a:ext uri="{FF2B5EF4-FFF2-40B4-BE49-F238E27FC236}">
                <a16:creationId xmlns:a16="http://schemas.microsoft.com/office/drawing/2014/main" id="{933D0C33-EEF9-3F63-C23C-E1DA41183CE9}"/>
              </a:ext>
            </a:extLst>
          </p:cNvPr>
          <p:cNvSpPr/>
          <p:nvPr/>
        </p:nvSpPr>
        <p:spPr bwMode="auto">
          <a:xfrm>
            <a:off x="1734976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892B7EE-9380-DE04-150F-EF0FB609AA94}"/>
              </a:ext>
            </a:extLst>
          </p:cNvPr>
          <p:cNvSpPr/>
          <p:nvPr/>
        </p:nvSpPr>
        <p:spPr bwMode="auto">
          <a:xfrm>
            <a:off x="3737624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8" name="사각형 설명선 86">
            <a:extLst>
              <a:ext uri="{FF2B5EF4-FFF2-40B4-BE49-F238E27FC236}">
                <a16:creationId xmlns:a16="http://schemas.microsoft.com/office/drawing/2014/main" id="{5C2EF5F7-AED3-B489-264E-2E24C387D951}"/>
              </a:ext>
            </a:extLst>
          </p:cNvPr>
          <p:cNvSpPr/>
          <p:nvPr/>
        </p:nvSpPr>
        <p:spPr bwMode="auto">
          <a:xfrm>
            <a:off x="3695438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2D28C8D-784F-50B9-3269-3797A8586767}"/>
              </a:ext>
            </a:extLst>
          </p:cNvPr>
          <p:cNvSpPr/>
          <p:nvPr/>
        </p:nvSpPr>
        <p:spPr bwMode="auto">
          <a:xfrm>
            <a:off x="8966845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229F35E-0295-709E-D290-3CCD194CDDEC}"/>
              </a:ext>
            </a:extLst>
          </p:cNvPr>
          <p:cNvSpPr txBox="1"/>
          <p:nvPr/>
        </p:nvSpPr>
        <p:spPr>
          <a:xfrm>
            <a:off x="1547785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E2E2C05-4A73-460D-41AC-C19F9F97969A}"/>
              </a:ext>
            </a:extLst>
          </p:cNvPr>
          <p:cNvSpPr txBox="1"/>
          <p:nvPr/>
        </p:nvSpPr>
        <p:spPr>
          <a:xfrm>
            <a:off x="8458615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7D777FD2-9517-D4C7-72DB-8F89CF27EE5E}"/>
              </a:ext>
            </a:extLst>
          </p:cNvPr>
          <p:cNvSpPr/>
          <p:nvPr/>
        </p:nvSpPr>
        <p:spPr bwMode="auto">
          <a:xfrm rot="10800000">
            <a:off x="1274291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4A8A624A-2666-C05F-F098-FF679B5E90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79456"/>
              </p:ext>
            </p:extLst>
          </p:nvPr>
        </p:nvGraphicFramePr>
        <p:xfrm>
          <a:off x="1499948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48" name="직사각형 47">
            <a:extLst>
              <a:ext uri="{FF2B5EF4-FFF2-40B4-BE49-F238E27FC236}">
                <a16:creationId xmlns:a16="http://schemas.microsoft.com/office/drawing/2014/main" id="{7DCCA4D7-E195-BE61-E7D8-D8ED69C5351A}"/>
              </a:ext>
            </a:extLst>
          </p:cNvPr>
          <p:cNvSpPr/>
          <p:nvPr/>
        </p:nvSpPr>
        <p:spPr bwMode="auto">
          <a:xfrm>
            <a:off x="714160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19CAA02-2982-F760-DC72-B160DEB80EE0}"/>
              </a:ext>
            </a:extLst>
          </p:cNvPr>
          <p:cNvSpPr/>
          <p:nvPr/>
        </p:nvSpPr>
        <p:spPr bwMode="auto">
          <a:xfrm>
            <a:off x="798976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72A4F77-6600-F3AE-2E39-360A7801FCA7}"/>
              </a:ext>
            </a:extLst>
          </p:cNvPr>
          <p:cNvSpPr/>
          <p:nvPr/>
        </p:nvSpPr>
        <p:spPr bwMode="auto">
          <a:xfrm>
            <a:off x="298939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4AE085A-7BFA-A8FA-6080-61E6F4EF7484}"/>
              </a:ext>
            </a:extLst>
          </p:cNvPr>
          <p:cNvSpPr/>
          <p:nvPr/>
        </p:nvSpPr>
        <p:spPr bwMode="auto">
          <a:xfrm>
            <a:off x="2064809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049FB0D-E1FA-BCCA-0A18-1012D0308B82}"/>
              </a:ext>
            </a:extLst>
          </p:cNvPr>
          <p:cNvSpPr/>
          <p:nvPr/>
        </p:nvSpPr>
        <p:spPr bwMode="auto">
          <a:xfrm>
            <a:off x="404106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7D99181-D19E-88E1-899D-E2D899B9DF6B}"/>
              </a:ext>
            </a:extLst>
          </p:cNvPr>
          <p:cNvSpPr/>
          <p:nvPr/>
        </p:nvSpPr>
        <p:spPr bwMode="auto">
          <a:xfrm>
            <a:off x="614440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75636355-EFF1-9037-95EE-16BBA3DE792F}"/>
              </a:ext>
            </a:extLst>
          </p:cNvPr>
          <p:cNvSpPr/>
          <p:nvPr/>
        </p:nvSpPr>
        <p:spPr bwMode="auto">
          <a:xfrm>
            <a:off x="2261339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3ABD3283-C7E1-94CB-1ACE-9EA2E57D18BF}"/>
              </a:ext>
            </a:extLst>
          </p:cNvPr>
          <p:cNvSpPr/>
          <p:nvPr/>
        </p:nvSpPr>
        <p:spPr bwMode="auto">
          <a:xfrm>
            <a:off x="274260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EBFD8D5D-EDC6-70AE-0932-CD633B7E7C5B}"/>
              </a:ext>
            </a:extLst>
          </p:cNvPr>
          <p:cNvSpPr/>
          <p:nvPr/>
        </p:nvSpPr>
        <p:spPr bwMode="auto">
          <a:xfrm>
            <a:off x="4210456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14F4121D-1D59-C80D-CD8F-042B878FB85C}"/>
              </a:ext>
            </a:extLst>
          </p:cNvPr>
          <p:cNvSpPr/>
          <p:nvPr/>
        </p:nvSpPr>
        <p:spPr bwMode="auto">
          <a:xfrm>
            <a:off x="673779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74A8A13B-3C97-DF31-D730-BB7066F185AE}"/>
              </a:ext>
            </a:extLst>
          </p:cNvPr>
          <p:cNvSpPr/>
          <p:nvPr/>
        </p:nvSpPr>
        <p:spPr bwMode="auto">
          <a:xfrm>
            <a:off x="73032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606C8E9E-365D-6868-F7F4-308A6E8B535C}"/>
              </a:ext>
            </a:extLst>
          </p:cNvPr>
          <p:cNvSpPr/>
          <p:nvPr/>
        </p:nvSpPr>
        <p:spPr bwMode="auto">
          <a:xfrm>
            <a:off x="767949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E33CDD1-8C28-2CE2-45D6-135295A6BA3F}"/>
              </a:ext>
            </a:extLst>
          </p:cNvPr>
          <p:cNvSpPr/>
          <p:nvPr/>
        </p:nvSpPr>
        <p:spPr bwMode="auto">
          <a:xfrm>
            <a:off x="7277652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CB16E01-8126-CE56-C621-D898DCEA9AFB}"/>
              </a:ext>
            </a:extLst>
          </p:cNvPr>
          <p:cNvSpPr/>
          <p:nvPr/>
        </p:nvSpPr>
        <p:spPr bwMode="auto">
          <a:xfrm>
            <a:off x="317468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5EBECE6-0640-DF01-1E93-64D70B05024E}"/>
              </a:ext>
            </a:extLst>
          </p:cNvPr>
          <p:cNvSpPr/>
          <p:nvPr/>
        </p:nvSpPr>
        <p:spPr bwMode="auto">
          <a:xfrm>
            <a:off x="2720592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EEA6A34-67EC-DE21-A336-27C52FFE682E}"/>
              </a:ext>
            </a:extLst>
          </p:cNvPr>
          <p:cNvSpPr/>
          <p:nvPr/>
        </p:nvSpPr>
        <p:spPr bwMode="auto">
          <a:xfrm>
            <a:off x="181352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73151B3D-B167-ACB3-B0C1-4913DFD406E6}"/>
              </a:ext>
            </a:extLst>
          </p:cNvPr>
          <p:cNvSpPr/>
          <p:nvPr/>
        </p:nvSpPr>
        <p:spPr bwMode="auto">
          <a:xfrm>
            <a:off x="670259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7986D06-F42B-3328-B1B2-7A7C27FB954A}"/>
              </a:ext>
            </a:extLst>
          </p:cNvPr>
          <p:cNvSpPr/>
          <p:nvPr/>
        </p:nvSpPr>
        <p:spPr bwMode="auto">
          <a:xfrm>
            <a:off x="624501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539321C-675E-CE42-A5B9-03F00AE28757}"/>
              </a:ext>
            </a:extLst>
          </p:cNvPr>
          <p:cNvSpPr/>
          <p:nvPr/>
        </p:nvSpPr>
        <p:spPr bwMode="auto">
          <a:xfrm>
            <a:off x="57406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53BEAA3-A403-F3A0-E7D5-EAC87E12A581}"/>
              </a:ext>
            </a:extLst>
          </p:cNvPr>
          <p:cNvSpPr/>
          <p:nvPr/>
        </p:nvSpPr>
        <p:spPr bwMode="auto">
          <a:xfrm>
            <a:off x="520920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ACC7FEE-11E4-1E26-A429-62AA621AAD3D}"/>
              </a:ext>
            </a:extLst>
          </p:cNvPr>
          <p:cNvSpPr/>
          <p:nvPr/>
        </p:nvSpPr>
        <p:spPr bwMode="auto">
          <a:xfrm>
            <a:off x="468871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B3FC759-7627-21EC-12F9-6FF2838ED857}"/>
              </a:ext>
            </a:extLst>
          </p:cNvPr>
          <p:cNvSpPr/>
          <p:nvPr/>
        </p:nvSpPr>
        <p:spPr bwMode="auto">
          <a:xfrm>
            <a:off x="419244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A1710F1A-76C5-F45C-35C9-CC9E517B5A16}"/>
              </a:ext>
            </a:extLst>
          </p:cNvPr>
          <p:cNvSpPr/>
          <p:nvPr/>
        </p:nvSpPr>
        <p:spPr bwMode="auto">
          <a:xfrm>
            <a:off x="367840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AA52122B-773B-2D9B-59B2-8598F7C6E534}"/>
              </a:ext>
            </a:extLst>
          </p:cNvPr>
          <p:cNvSpPr/>
          <p:nvPr/>
        </p:nvSpPr>
        <p:spPr bwMode="auto">
          <a:xfrm>
            <a:off x="222614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70D99F7D-6670-149D-04BC-2C27CDE4C3F7}"/>
              </a:ext>
            </a:extLst>
          </p:cNvPr>
          <p:cNvSpPr/>
          <p:nvPr/>
        </p:nvSpPr>
        <p:spPr bwMode="auto">
          <a:xfrm>
            <a:off x="817279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C5B79F80-0E0A-DBFD-BD1A-E6442E0BCD13}"/>
              </a:ext>
            </a:extLst>
          </p:cNvPr>
          <p:cNvSpPr/>
          <p:nvPr/>
        </p:nvSpPr>
        <p:spPr bwMode="auto">
          <a:xfrm>
            <a:off x="7712349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6477035-E597-E833-CC39-301538BE77B1}"/>
              </a:ext>
            </a:extLst>
          </p:cNvPr>
          <p:cNvSpPr/>
          <p:nvPr/>
        </p:nvSpPr>
        <p:spPr bwMode="auto">
          <a:xfrm>
            <a:off x="3873498" y="3137387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4225F10-FF51-06BC-ACB0-AC3C49024C73}"/>
              </a:ext>
            </a:extLst>
          </p:cNvPr>
          <p:cNvSpPr/>
          <p:nvPr/>
        </p:nvSpPr>
        <p:spPr bwMode="auto">
          <a:xfrm>
            <a:off x="5976834" y="3131993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F7C77B11-2443-247B-0081-3024DA7A9295}"/>
              </a:ext>
            </a:extLst>
          </p:cNvPr>
          <p:cNvSpPr/>
          <p:nvPr/>
        </p:nvSpPr>
        <p:spPr bwMode="auto">
          <a:xfrm>
            <a:off x="981225" y="2095003"/>
            <a:ext cx="8145190" cy="1536220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4E2EDC32-EDBA-96A9-4DA1-7E6FEC2BD7EF}"/>
              </a:ext>
            </a:extLst>
          </p:cNvPr>
          <p:cNvGraphicFramePr>
            <a:graphicFrameLocks noGrp="1"/>
          </p:cNvGraphicFramePr>
          <p:nvPr/>
        </p:nvGraphicFramePr>
        <p:xfrm>
          <a:off x="1106723" y="2456239"/>
          <a:ext cx="7874859" cy="949221"/>
        </p:xfrm>
        <a:graphic>
          <a:graphicData uri="http://schemas.openxmlformats.org/drawingml/2006/table">
            <a:tbl>
              <a:tblPr/>
              <a:tblGrid>
                <a:gridCol w="4791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82643768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57640332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33903784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21934469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3603857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105051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6177246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42715656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977164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4819241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85" name="TextBox 84">
            <a:extLst>
              <a:ext uri="{FF2B5EF4-FFF2-40B4-BE49-F238E27FC236}">
                <a16:creationId xmlns:a16="http://schemas.microsoft.com/office/drawing/2014/main" id="{C94D9859-6E4D-E3D1-61B9-C0F8A2989AD0}"/>
              </a:ext>
            </a:extLst>
          </p:cNvPr>
          <p:cNvSpPr txBox="1"/>
          <p:nvPr/>
        </p:nvSpPr>
        <p:spPr>
          <a:xfrm>
            <a:off x="4034832" y="2102363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2DCDAAB3-698D-C210-DE2E-100B954C9878}"/>
              </a:ext>
            </a:extLst>
          </p:cNvPr>
          <p:cNvSpPr/>
          <p:nvPr/>
        </p:nvSpPr>
        <p:spPr bwMode="auto">
          <a:xfrm>
            <a:off x="1617885" y="2407906"/>
            <a:ext cx="328716" cy="392197"/>
          </a:xfrm>
          <a:prstGeom prst="rect">
            <a:avLst/>
          </a:prstGeom>
          <a:noFill/>
          <a:ln w="12700" cap="flat" cmpd="sng" algn="ctr">
            <a:solidFill>
              <a:srgbClr val="013A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A4CD0588-9914-17A0-16C7-0ECF10131200}"/>
              </a:ext>
            </a:extLst>
          </p:cNvPr>
          <p:cNvGrpSpPr/>
          <p:nvPr/>
        </p:nvGrpSpPr>
        <p:grpSpPr>
          <a:xfrm>
            <a:off x="3352733" y="3124354"/>
            <a:ext cx="3475087" cy="1995843"/>
            <a:chOff x="-2918411" y="3758052"/>
            <a:chExt cx="3475087" cy="1998144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32677FB-51E0-67EA-8886-466F9608178A}"/>
                </a:ext>
              </a:extLst>
            </p:cNvPr>
            <p:cNvSpPr/>
            <p:nvPr/>
          </p:nvSpPr>
          <p:spPr bwMode="auto">
            <a:xfrm>
              <a:off x="-2918411" y="3758052"/>
              <a:ext cx="3475087" cy="1874731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 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N1 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 혼잡 현황</a:t>
              </a: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0" name="Cancel Icon">
              <a:extLst>
                <a:ext uri="{FF2B5EF4-FFF2-40B4-BE49-F238E27FC236}">
                  <a16:creationId xmlns:a16="http://schemas.microsoft.com/office/drawing/2014/main" id="{3C6D3548-F15E-43CE-F066-49C2C6611193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327848" y="3832678"/>
              <a:ext cx="125383" cy="158732"/>
            </a:xfrm>
            <a:custGeom>
              <a:avLst/>
              <a:gdLst>
                <a:gd name="T0" fmla="*/ 56 w 56"/>
                <a:gd name="T1" fmla="*/ 3 h 56"/>
                <a:gd name="T2" fmla="*/ 31 w 56"/>
                <a:gd name="T3" fmla="*/ 28 h 56"/>
                <a:gd name="T4" fmla="*/ 56 w 56"/>
                <a:gd name="T5" fmla="*/ 52 h 56"/>
                <a:gd name="T6" fmla="*/ 53 w 56"/>
                <a:gd name="T7" fmla="*/ 56 h 56"/>
                <a:gd name="T8" fmla="*/ 28 w 56"/>
                <a:gd name="T9" fmla="*/ 31 h 56"/>
                <a:gd name="T10" fmla="*/ 3 w 56"/>
                <a:gd name="T11" fmla="*/ 56 h 56"/>
                <a:gd name="T12" fmla="*/ 0 w 56"/>
                <a:gd name="T13" fmla="*/ 52 h 56"/>
                <a:gd name="T14" fmla="*/ 25 w 56"/>
                <a:gd name="T15" fmla="*/ 28 h 56"/>
                <a:gd name="T16" fmla="*/ 0 w 56"/>
                <a:gd name="T17" fmla="*/ 3 h 56"/>
                <a:gd name="T18" fmla="*/ 3 w 56"/>
                <a:gd name="T19" fmla="*/ 0 h 56"/>
                <a:gd name="T20" fmla="*/ 28 w 56"/>
                <a:gd name="T21" fmla="*/ 25 h 56"/>
                <a:gd name="T22" fmla="*/ 53 w 56"/>
                <a:gd name="T23" fmla="*/ 0 h 56"/>
                <a:gd name="T24" fmla="*/ 56 w 56"/>
                <a:gd name="T25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6">
                  <a:moveTo>
                    <a:pt x="56" y="3"/>
                  </a:moveTo>
                  <a:lnTo>
                    <a:pt x="31" y="28"/>
                  </a:lnTo>
                  <a:lnTo>
                    <a:pt x="56" y="52"/>
                  </a:lnTo>
                  <a:lnTo>
                    <a:pt x="53" y="56"/>
                  </a:lnTo>
                  <a:lnTo>
                    <a:pt x="28" y="31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25" y="28"/>
                  </a:lnTo>
                  <a:lnTo>
                    <a:pt x="0" y="3"/>
                  </a:lnTo>
                  <a:lnTo>
                    <a:pt x="3" y="0"/>
                  </a:lnTo>
                  <a:lnTo>
                    <a:pt x="28" y="25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26" name="Add">
              <a:extLst>
                <a:ext uri="{FF2B5EF4-FFF2-40B4-BE49-F238E27FC236}">
                  <a16:creationId xmlns:a16="http://schemas.microsoft.com/office/drawing/2014/main" id="{EDA52E27-5825-3976-41E4-C53A44990B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417375" y="5671066"/>
              <a:ext cx="85130" cy="85130"/>
            </a:xfrm>
            <a:custGeom>
              <a:avLst/>
              <a:gdLst>
                <a:gd name="T0" fmla="*/ 29 w 66"/>
                <a:gd name="T1" fmla="*/ 0 h 66"/>
                <a:gd name="T2" fmla="*/ 29 w 66"/>
                <a:gd name="T3" fmla="*/ 29 h 66"/>
                <a:gd name="T4" fmla="*/ 0 w 66"/>
                <a:gd name="T5" fmla="*/ 29 h 66"/>
                <a:gd name="T6" fmla="*/ 0 w 66"/>
                <a:gd name="T7" fmla="*/ 37 h 66"/>
                <a:gd name="T8" fmla="*/ 29 w 66"/>
                <a:gd name="T9" fmla="*/ 37 h 66"/>
                <a:gd name="T10" fmla="*/ 29 w 66"/>
                <a:gd name="T11" fmla="*/ 66 h 66"/>
                <a:gd name="T12" fmla="*/ 37 w 66"/>
                <a:gd name="T13" fmla="*/ 66 h 66"/>
                <a:gd name="T14" fmla="*/ 37 w 66"/>
                <a:gd name="T15" fmla="*/ 37 h 66"/>
                <a:gd name="T16" fmla="*/ 66 w 66"/>
                <a:gd name="T17" fmla="*/ 37 h 66"/>
                <a:gd name="T18" fmla="*/ 66 w 66"/>
                <a:gd name="T19" fmla="*/ 29 h 66"/>
                <a:gd name="T20" fmla="*/ 37 w 66"/>
                <a:gd name="T21" fmla="*/ 29 h 66"/>
                <a:gd name="T22" fmla="*/ 37 w 66"/>
                <a:gd name="T23" fmla="*/ 0 h 66"/>
                <a:gd name="T24" fmla="*/ 29 w 66"/>
                <a:gd name="T2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66">
                  <a:moveTo>
                    <a:pt x="29" y="0"/>
                  </a:moveTo>
                  <a:lnTo>
                    <a:pt x="29" y="29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29" y="37"/>
                  </a:lnTo>
                  <a:lnTo>
                    <a:pt x="29" y="66"/>
                  </a:lnTo>
                  <a:lnTo>
                    <a:pt x="37" y="66"/>
                  </a:lnTo>
                  <a:lnTo>
                    <a:pt x="37" y="37"/>
                  </a:lnTo>
                  <a:lnTo>
                    <a:pt x="66" y="37"/>
                  </a:lnTo>
                  <a:lnTo>
                    <a:pt x="66" y="29"/>
                  </a:lnTo>
                  <a:lnTo>
                    <a:pt x="37" y="29"/>
                  </a:lnTo>
                  <a:lnTo>
                    <a:pt x="37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사각형: 둥근 모서리 92">
              <a:extLst>
                <a:ext uri="{FF2B5EF4-FFF2-40B4-BE49-F238E27FC236}">
                  <a16:creationId xmlns:a16="http://schemas.microsoft.com/office/drawing/2014/main" id="{BCF30688-C133-DF60-C622-C53C192DC5A3}"/>
                </a:ext>
              </a:extLst>
            </p:cNvPr>
            <p:cNvSpPr/>
            <p:nvPr/>
          </p:nvSpPr>
          <p:spPr bwMode="auto">
            <a:xfrm>
              <a:off x="-2650451" y="4314984"/>
              <a:ext cx="3090051" cy="1146594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BA3C21C-180D-B65A-D0E9-8BBFF70CF975}"/>
                </a:ext>
              </a:extLst>
            </p:cNvPr>
            <p:cNvSpPr txBox="1"/>
            <p:nvPr/>
          </p:nvSpPr>
          <p:spPr>
            <a:xfrm>
              <a:off x="-2289683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3D3EE28-E2ED-A05D-6D0E-39B759821513}"/>
                </a:ext>
              </a:extLst>
            </p:cNvPr>
            <p:cNvSpPr txBox="1"/>
            <p:nvPr/>
          </p:nvSpPr>
          <p:spPr>
            <a:xfrm>
              <a:off x="-1550108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E4312AF-DA25-BD2F-A5E2-5C8FEF48ECA2}"/>
                </a:ext>
              </a:extLst>
            </p:cNvPr>
            <p:cNvSpPr txBox="1"/>
            <p:nvPr/>
          </p:nvSpPr>
          <p:spPr>
            <a:xfrm>
              <a:off x="-888700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76D71DD8-2246-7037-BDCD-7BF7489DD4F3}"/>
                </a:ext>
              </a:extLst>
            </p:cNvPr>
            <p:cNvSpPr txBox="1"/>
            <p:nvPr/>
          </p:nvSpPr>
          <p:spPr>
            <a:xfrm>
              <a:off x="-206254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0" name="AutoShape 55">
              <a:extLst>
                <a:ext uri="{FF2B5EF4-FFF2-40B4-BE49-F238E27FC236}">
                  <a16:creationId xmlns:a16="http://schemas.microsoft.com/office/drawing/2014/main" id="{7A43A948-03DA-AEA4-718B-265F92D0A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97543" y="4524749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1" name="Multipe Users">
              <a:extLst>
                <a:ext uri="{FF2B5EF4-FFF2-40B4-BE49-F238E27FC236}">
                  <a16:creationId xmlns:a16="http://schemas.microsoft.com/office/drawing/2014/main" id="{29EB3D6E-FF10-0D8E-5726-5AB27084460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136946" y="4614442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DBA04FCB-89D1-53BB-B69E-6AC4B0EBFD18}"/>
                </a:ext>
              </a:extLst>
            </p:cNvPr>
            <p:cNvSpPr txBox="1"/>
            <p:nvPr/>
          </p:nvSpPr>
          <p:spPr>
            <a:xfrm>
              <a:off x="-2235578" y="4894575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7DE19FDB-FB5E-2288-E7D1-EAC07E326E20}"/>
                </a:ext>
              </a:extLst>
            </p:cNvPr>
            <p:cNvSpPr txBox="1"/>
            <p:nvPr/>
          </p:nvSpPr>
          <p:spPr>
            <a:xfrm>
              <a:off x="-1518065" y="4894575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E78EFA74-D73D-BED7-1E6D-250CED6E8456}"/>
                </a:ext>
              </a:extLst>
            </p:cNvPr>
            <p:cNvSpPr txBox="1"/>
            <p:nvPr/>
          </p:nvSpPr>
          <p:spPr>
            <a:xfrm>
              <a:off x="-874234" y="4911993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8C05177-F3FA-43AC-79A3-78F4F0C8E090}"/>
                </a:ext>
              </a:extLst>
            </p:cNvPr>
            <p:cNvSpPr txBox="1"/>
            <p:nvPr/>
          </p:nvSpPr>
          <p:spPr>
            <a:xfrm>
              <a:off x="-174988" y="4911993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4" name="타원 113">
              <a:extLst>
                <a:ext uri="{FF2B5EF4-FFF2-40B4-BE49-F238E27FC236}">
                  <a16:creationId xmlns:a16="http://schemas.microsoft.com/office/drawing/2014/main" id="{3A28452C-E6F7-7170-DAC7-5DFAA3CAC656}"/>
                </a:ext>
              </a:extLst>
            </p:cNvPr>
            <p:cNvSpPr/>
            <p:nvPr/>
          </p:nvSpPr>
          <p:spPr bwMode="auto">
            <a:xfrm>
              <a:off x="-1488444" y="4539378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15" name="AutoShape 55">
              <a:extLst>
                <a:ext uri="{FF2B5EF4-FFF2-40B4-BE49-F238E27FC236}">
                  <a16:creationId xmlns:a16="http://schemas.microsoft.com/office/drawing/2014/main" id="{2808E4B0-2661-116E-5F81-CB0393427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770707" y="4802999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116" name="AutoShape 55">
              <a:extLst>
                <a:ext uri="{FF2B5EF4-FFF2-40B4-BE49-F238E27FC236}">
                  <a16:creationId xmlns:a16="http://schemas.microsoft.com/office/drawing/2014/main" id="{3557E991-8A35-4AA7-14F7-F75E350F3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0833" y="4524749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Multipe Users">
              <a:extLst>
                <a:ext uri="{FF2B5EF4-FFF2-40B4-BE49-F238E27FC236}">
                  <a16:creationId xmlns:a16="http://schemas.microsoft.com/office/drawing/2014/main" id="{275BBDB0-B5B3-22D2-0833-F32D9A5E22C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750236" y="4614442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78A70B68-FFA8-8EAC-FC0B-F8E439A2E656}"/>
                </a:ext>
              </a:extLst>
            </p:cNvPr>
            <p:cNvSpPr/>
            <p:nvPr/>
          </p:nvSpPr>
          <p:spPr bwMode="auto">
            <a:xfrm>
              <a:off x="-122950" y="4539378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22" name="Timezone">
              <a:extLst>
                <a:ext uri="{FF2B5EF4-FFF2-40B4-BE49-F238E27FC236}">
                  <a16:creationId xmlns:a16="http://schemas.microsoft.com/office/drawing/2014/main" id="{57C4F332-BA5A-3EE9-4F19-0D09E30BB32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397799" y="4612237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4" name="Timezone">
              <a:extLst>
                <a:ext uri="{FF2B5EF4-FFF2-40B4-BE49-F238E27FC236}">
                  <a16:creationId xmlns:a16="http://schemas.microsoft.com/office/drawing/2014/main" id="{1B676B68-C06C-8C5B-297B-58C9A38CBF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32305" y="4612237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AC3DB83E-4F9D-A8FC-491C-6615E66FA698}"/>
              </a:ext>
            </a:extLst>
          </p:cNvPr>
          <p:cNvCxnSpPr>
            <a:cxnSpLocks/>
            <a:endCxn id="89" idx="1"/>
          </p:cNvCxnSpPr>
          <p:nvPr/>
        </p:nvCxnSpPr>
        <p:spPr bwMode="auto">
          <a:xfrm>
            <a:off x="1782244" y="2544877"/>
            <a:ext cx="1570489" cy="1515763"/>
          </a:xfrm>
          <a:prstGeom prst="bentConnector3">
            <a:avLst>
              <a:gd name="adj1" fmla="val 50000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43584588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체크인카운터 혼잡도 상세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DF550FCA-D532-9AE7-BD81-1795A684F6B7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444776"/>
          <a:ext cx="9547961" cy="4369625"/>
        </p:xfrm>
        <a:graphic>
          <a:graphicData uri="http://schemas.openxmlformats.org/drawingml/2006/table">
            <a:tbl>
              <a:tblPr/>
              <a:tblGrid>
                <a:gridCol w="591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2670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92670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1492670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492670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492670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492670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</a:tblGrid>
              <a:tr h="32994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05:00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509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좌측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우측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좌측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우측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좌측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우측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9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dirty="0"/>
                        <a:t>18</a:t>
                      </a:r>
                    </a:p>
                    <a:p>
                      <a:pPr algn="ctr" latinLnBrk="1"/>
                      <a:r>
                        <a:rPr lang="en-US" altLang="ko-KR" sz="700" dirty="0"/>
                        <a:t>(OZ)</a:t>
                      </a:r>
                      <a:endParaRPr lang="ko-KR" altLang="en-US" sz="700" dirty="0"/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15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14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13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</a:tbl>
          </a:graphicData>
        </a:graphic>
      </p:graphicFrame>
      <p:pic>
        <p:nvPicPr>
          <p:cNvPr id="43" name="그림 42">
            <a:extLst>
              <a:ext uri="{FF2B5EF4-FFF2-40B4-BE49-F238E27FC236}">
                <a16:creationId xmlns:a16="http://schemas.microsoft.com/office/drawing/2014/main" id="{BEA49CB1-119F-445D-F617-3BA50DBF04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589" y="5876139"/>
            <a:ext cx="9547961" cy="180287"/>
          </a:xfrm>
          <a:prstGeom prst="rect">
            <a:avLst/>
          </a:prstGeom>
        </p:spPr>
      </p:pic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753DC09C-FCB6-4B6A-AB2B-F41954A3F021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1790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3C1118C3-F11F-16F8-DEAD-44A99DF508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2893696"/>
              </p:ext>
            </p:extLst>
          </p:nvPr>
        </p:nvGraphicFramePr>
        <p:xfrm>
          <a:off x="170952" y="96452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2830CD68-E5B0-CF4F-DBC9-698DB99555E8}"/>
              </a:ext>
            </a:extLst>
          </p:cNvPr>
          <p:cNvGrpSpPr/>
          <p:nvPr/>
        </p:nvGrpSpPr>
        <p:grpSpPr>
          <a:xfrm>
            <a:off x="7057480" y="994412"/>
            <a:ext cx="954558" cy="268517"/>
            <a:chOff x="-2021848" y="4521064"/>
            <a:chExt cx="954558" cy="268517"/>
          </a:xfrm>
        </p:grpSpPr>
        <p:sp>
          <p:nvSpPr>
            <p:cNvPr id="21" name="AutoShape 55">
              <a:extLst>
                <a:ext uri="{FF2B5EF4-FFF2-40B4-BE49-F238E27FC236}">
                  <a16:creationId xmlns:a16="http://schemas.microsoft.com/office/drawing/2014/main" id="{73ECD98D-41D8-3631-D248-52D62C175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8" y="4521064"/>
              <a:ext cx="860152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BF3D24A-F10B-AB65-C4DB-A10DB4198A32}"/>
                </a:ext>
              </a:extLst>
            </p:cNvPr>
            <p:cNvSpPr txBox="1"/>
            <p:nvPr/>
          </p:nvSpPr>
          <p:spPr>
            <a:xfrm>
              <a:off x="-1996211" y="4547005"/>
              <a:ext cx="92892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엑셀다운로드</a:t>
              </a: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AD06A77D-6694-4C2D-3BA4-5CFFD61059DB}"/>
              </a:ext>
            </a:extLst>
          </p:cNvPr>
          <p:cNvGrpSpPr/>
          <p:nvPr/>
        </p:nvGrpSpPr>
        <p:grpSpPr>
          <a:xfrm>
            <a:off x="8623898" y="992736"/>
            <a:ext cx="701739" cy="268517"/>
            <a:chOff x="-2021847" y="4521064"/>
            <a:chExt cx="718741" cy="268517"/>
          </a:xfrm>
        </p:grpSpPr>
        <p:sp>
          <p:nvSpPr>
            <p:cNvPr id="24" name="AutoShape 55">
              <a:extLst>
                <a:ext uri="{FF2B5EF4-FFF2-40B4-BE49-F238E27FC236}">
                  <a16:creationId xmlns:a16="http://schemas.microsoft.com/office/drawing/2014/main" id="{20020031-FD3B-46B8-3884-178E4CB00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E4EC27D-CF9A-1C63-095E-B37188756F40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AA824382-8ABA-E1BA-782A-9401BC370257}"/>
              </a:ext>
            </a:extLst>
          </p:cNvPr>
          <p:cNvGrpSpPr/>
          <p:nvPr/>
        </p:nvGrpSpPr>
        <p:grpSpPr>
          <a:xfrm>
            <a:off x="8051170" y="992736"/>
            <a:ext cx="673187" cy="268517"/>
            <a:chOff x="-2027515" y="4521064"/>
            <a:chExt cx="689497" cy="268517"/>
          </a:xfrm>
        </p:grpSpPr>
        <p:sp>
          <p:nvSpPr>
            <p:cNvPr id="27" name="AutoShape 55">
              <a:extLst>
                <a:ext uri="{FF2B5EF4-FFF2-40B4-BE49-F238E27FC236}">
                  <a16:creationId xmlns:a16="http://schemas.microsoft.com/office/drawing/2014/main" id="{35D09FA3-B3F4-5F1D-C9A4-53D716C95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3F12F41D-283E-635A-DE30-730B802F80D8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7BA13526-B44D-AFAB-9241-CE629C385CF6}"/>
              </a:ext>
            </a:extLst>
          </p:cNvPr>
          <p:cNvGrpSpPr/>
          <p:nvPr/>
        </p:nvGrpSpPr>
        <p:grpSpPr>
          <a:xfrm>
            <a:off x="9141380" y="994412"/>
            <a:ext cx="673187" cy="268517"/>
            <a:chOff x="-2081987" y="4521064"/>
            <a:chExt cx="689497" cy="268517"/>
          </a:xfrm>
        </p:grpSpPr>
        <p:sp>
          <p:nvSpPr>
            <p:cNvPr id="8" name="AutoShape 55">
              <a:extLst>
                <a:ext uri="{FF2B5EF4-FFF2-40B4-BE49-F238E27FC236}">
                  <a16:creationId xmlns:a16="http://schemas.microsoft.com/office/drawing/2014/main" id="{8169A682-93C4-4B59-6E89-94CA72B9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807AFCF-8528-AC3A-48F4-3251FD25E9A2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4E5D606-13FD-B83D-6735-41B3791A2172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" name="Rectangle 7">
            <a:extLst>
              <a:ext uri="{FF2B5EF4-FFF2-40B4-BE49-F238E27FC236}">
                <a16:creationId xmlns:a16="http://schemas.microsoft.com/office/drawing/2014/main" id="{4A6D47C4-93B8-7185-D92A-04ABF897A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8" name="AutoShape 89">
            <a:extLst>
              <a:ext uri="{FF2B5EF4-FFF2-40B4-BE49-F238E27FC236}">
                <a16:creationId xmlns:a16="http://schemas.microsoft.com/office/drawing/2014/main" id="{BBD99288-7264-FD58-7E04-BD4FCE405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B401CC1B-DF29-78C8-9899-BB97A2974DF6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29" name="AutoShape 55">
              <a:extLst>
                <a:ext uri="{FF2B5EF4-FFF2-40B4-BE49-F238E27FC236}">
                  <a16:creationId xmlns:a16="http://schemas.microsoft.com/office/drawing/2014/main" id="{F4C6A9E2-838C-7295-681E-10FCB46BB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Search">
              <a:extLst>
                <a:ext uri="{FF2B5EF4-FFF2-40B4-BE49-F238E27FC236}">
                  <a16:creationId xmlns:a16="http://schemas.microsoft.com/office/drawing/2014/main" id="{190079AF-73B9-6A63-8162-ADEF481150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1485BCC9-4976-04E7-B5E9-3A8C320AF82C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8782016-7686-06BA-C189-716C45E24E93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8718DE72-4E3B-8710-8288-D48468511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D4263F09-7D17-B211-1278-99D46FCAD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24D6E47-E2C4-E7BA-523F-B1374029611D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E65DFCD-5439-41D3-2935-8C6D94E16DC7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2168079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체크인카운터 혼잡도 차트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4" name="차트 13"/>
          <p:cNvGraphicFramePr/>
          <p:nvPr/>
        </p:nvGraphicFramePr>
        <p:xfrm>
          <a:off x="170952" y="1865672"/>
          <a:ext cx="9576751" cy="49608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D264EC2-DB94-E02C-86CB-E5F4638EAC0B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01948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4A318E20-0EC0-A469-AD72-AD64F9A211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640881"/>
              </p:ext>
            </p:extLst>
          </p:nvPr>
        </p:nvGraphicFramePr>
        <p:xfrm>
          <a:off x="170952" y="948568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F238B795-2E5E-C388-638C-1FD607F29F3C}"/>
              </a:ext>
            </a:extLst>
          </p:cNvPr>
          <p:cNvCxnSpPr>
            <a:cxnSpLocks/>
          </p:cNvCxnSpPr>
          <p:nvPr/>
        </p:nvCxnSpPr>
        <p:spPr bwMode="auto">
          <a:xfrm flipV="1">
            <a:off x="984552" y="5082788"/>
            <a:ext cx="1262688" cy="42089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85CC5F1C-B6D7-0E4E-210D-93527A2474BC}"/>
              </a:ext>
            </a:extLst>
          </p:cNvPr>
          <p:cNvCxnSpPr/>
          <p:nvPr/>
        </p:nvCxnSpPr>
        <p:spPr bwMode="auto">
          <a:xfrm flipV="1">
            <a:off x="2247240" y="3459332"/>
            <a:ext cx="2705760" cy="162345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CADF9DDD-A0E2-1092-0FFF-B9E1BEEFB491}"/>
              </a:ext>
            </a:extLst>
          </p:cNvPr>
          <p:cNvCxnSpPr/>
          <p:nvPr/>
        </p:nvCxnSpPr>
        <p:spPr bwMode="auto">
          <a:xfrm flipV="1">
            <a:off x="4953000" y="3098564"/>
            <a:ext cx="1082304" cy="360768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FC82BB72-CBEE-8A9A-23F9-25AC49D2633E}"/>
              </a:ext>
            </a:extLst>
          </p:cNvPr>
          <p:cNvCxnSpPr/>
          <p:nvPr/>
        </p:nvCxnSpPr>
        <p:spPr bwMode="auto">
          <a:xfrm>
            <a:off x="6035304" y="3098564"/>
            <a:ext cx="1322816" cy="1382944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089AE5D4-712D-FEA4-0DCE-640C280314E5}"/>
              </a:ext>
            </a:extLst>
          </p:cNvPr>
          <p:cNvCxnSpPr/>
          <p:nvPr/>
        </p:nvCxnSpPr>
        <p:spPr bwMode="auto">
          <a:xfrm>
            <a:off x="7358120" y="4481508"/>
            <a:ext cx="1142432" cy="90192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1A8B6280-517B-304F-DA50-9D03A54E96B6}"/>
              </a:ext>
            </a:extLst>
          </p:cNvPr>
          <p:cNvCxnSpPr/>
          <p:nvPr/>
        </p:nvCxnSpPr>
        <p:spPr bwMode="auto">
          <a:xfrm>
            <a:off x="8500552" y="5383428"/>
            <a:ext cx="734787" cy="60128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3E8FD0F1-2F00-32BE-91E5-F84CA7B4AA36}"/>
              </a:ext>
            </a:extLst>
          </p:cNvPr>
          <p:cNvCxnSpPr/>
          <p:nvPr/>
        </p:nvCxnSpPr>
        <p:spPr bwMode="auto">
          <a:xfrm>
            <a:off x="1451480" y="6584891"/>
            <a:ext cx="300640" cy="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49708D00-5054-D610-26AF-4331A9475B68}"/>
              </a:ext>
            </a:extLst>
          </p:cNvPr>
          <p:cNvSpPr txBox="1"/>
          <p:nvPr/>
        </p:nvSpPr>
        <p:spPr>
          <a:xfrm>
            <a:off x="1752119" y="6490513"/>
            <a:ext cx="99024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대기인원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solidFill>
                <a:schemeClr val="bg1">
                  <a:lumMod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Tooltip">
            <a:extLst>
              <a:ext uri="{FF2B5EF4-FFF2-40B4-BE49-F238E27FC236}">
                <a16:creationId xmlns:a16="http://schemas.microsoft.com/office/drawing/2014/main" id="{F7726F65-0746-87AB-3A6A-E726A0A134B3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08555" y="4676853"/>
            <a:ext cx="199453" cy="240855"/>
            <a:chOff x="1321652" y="1706026"/>
            <a:chExt cx="199453" cy="240855"/>
          </a:xfrm>
        </p:grpSpPr>
        <p:sp>
          <p:nvSpPr>
            <p:cNvPr id="35" name="Box">
              <a:extLst>
                <a:ext uri="{FF2B5EF4-FFF2-40B4-BE49-F238E27FC236}">
                  <a16:creationId xmlns:a16="http://schemas.microsoft.com/office/drawing/2014/main" id="{25065E99-1081-3E63-44B2-0C614A8789C1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21652" y="1706026"/>
              <a:ext cx="199453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76</a:t>
              </a:r>
            </a:p>
          </p:txBody>
        </p:sp>
        <p:sp>
          <p:nvSpPr>
            <p:cNvPr id="36" name="Arrow">
              <a:extLst>
                <a:ext uri="{FF2B5EF4-FFF2-40B4-BE49-F238E27FC236}">
                  <a16:creationId xmlns:a16="http://schemas.microsoft.com/office/drawing/2014/main" id="{A6653F52-AE06-5B3A-E717-6F4815E0084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7" name="Gap">
              <a:extLst>
                <a:ext uri="{FF2B5EF4-FFF2-40B4-BE49-F238E27FC236}">
                  <a16:creationId xmlns:a16="http://schemas.microsoft.com/office/drawing/2014/main" id="{7A49929F-99BB-8C72-5E5B-6932A3109626}"/>
                </a:ext>
              </a:extLst>
            </p:cNvPr>
            <p:cNvCxnSpPr/>
            <p:nvPr>
              <p:custDataLst>
                <p:tags r:id="rId8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Tooltip">
            <a:extLst>
              <a:ext uri="{FF2B5EF4-FFF2-40B4-BE49-F238E27FC236}">
                <a16:creationId xmlns:a16="http://schemas.microsoft.com/office/drawing/2014/main" id="{961B7FFB-81AE-EE1B-5B6B-B238541529C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370130" y="3051952"/>
            <a:ext cx="248045" cy="240855"/>
            <a:chOff x="1297356" y="1706026"/>
            <a:chExt cx="248045" cy="240855"/>
          </a:xfrm>
        </p:grpSpPr>
        <p:sp>
          <p:nvSpPr>
            <p:cNvPr id="41" name="Box">
              <a:extLst>
                <a:ext uri="{FF2B5EF4-FFF2-40B4-BE49-F238E27FC236}">
                  <a16:creationId xmlns:a16="http://schemas.microsoft.com/office/drawing/2014/main" id="{4E07BBE4-6EBD-BF75-30CA-76015EAE338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7356" y="1706026"/>
              <a:ext cx="248045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189</a:t>
              </a:r>
            </a:p>
          </p:txBody>
        </p:sp>
        <p:sp>
          <p:nvSpPr>
            <p:cNvPr id="42" name="Arrow">
              <a:extLst>
                <a:ext uri="{FF2B5EF4-FFF2-40B4-BE49-F238E27FC236}">
                  <a16:creationId xmlns:a16="http://schemas.microsoft.com/office/drawing/2014/main" id="{7387AFF3-D073-A53F-B01B-544BC09E700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3" name="Gap">
              <a:extLst>
                <a:ext uri="{FF2B5EF4-FFF2-40B4-BE49-F238E27FC236}">
                  <a16:creationId xmlns:a16="http://schemas.microsoft.com/office/drawing/2014/main" id="{18D6EBF6-4878-C970-09C7-2EA5A8028C95}"/>
                </a:ext>
              </a:extLst>
            </p:cNvPr>
            <p:cNvCxnSpPr/>
            <p:nvPr>
              <p:custDataLst>
                <p:tags r:id="rId5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8AFAEF2E-6729-8011-C1FB-4EAA51192FC1}"/>
              </a:ext>
            </a:extLst>
          </p:cNvPr>
          <p:cNvSpPr txBox="1"/>
          <p:nvPr/>
        </p:nvSpPr>
        <p:spPr>
          <a:xfrm>
            <a:off x="120173" y="1967034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인원수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33993BC-14AE-ABB7-5551-169FEED4AEAC}"/>
              </a:ext>
            </a:extLst>
          </p:cNvPr>
          <p:cNvSpPr txBox="1"/>
          <p:nvPr/>
        </p:nvSpPr>
        <p:spPr>
          <a:xfrm>
            <a:off x="9224706" y="6226008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시간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E708F98-9C61-5743-6C99-FF5990527579}"/>
              </a:ext>
            </a:extLst>
          </p:cNvPr>
          <p:cNvSpPr txBox="1"/>
          <p:nvPr/>
        </p:nvSpPr>
        <p:spPr>
          <a:xfrm>
            <a:off x="7654729" y="6495522"/>
            <a:ext cx="78475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E5B44E1E-B4D3-5190-FE51-E3CA38F4C297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2253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현재일자                                           비교일자 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                     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비교일자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Rectangle 7">
            <a:extLst>
              <a:ext uri="{FF2B5EF4-FFF2-40B4-BE49-F238E27FC236}">
                <a16:creationId xmlns:a16="http://schemas.microsoft.com/office/drawing/2014/main" id="{2ECB491E-E2C9-DFD3-429C-28E84DC52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536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3" name="AutoShape 89">
            <a:extLst>
              <a:ext uri="{FF2B5EF4-FFF2-40B4-BE49-F238E27FC236}">
                <a16:creationId xmlns:a16="http://schemas.microsoft.com/office/drawing/2014/main" id="{26CA8D66-B6DD-93E2-CE6B-3EBD3FB8A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276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4F63A56-6A63-24AC-C071-E011F636DF28}"/>
              </a:ext>
            </a:extLst>
          </p:cNvPr>
          <p:cNvGrpSpPr/>
          <p:nvPr/>
        </p:nvGrpSpPr>
        <p:grpSpPr>
          <a:xfrm>
            <a:off x="9153356" y="520407"/>
            <a:ext cx="594348" cy="283906"/>
            <a:chOff x="2941228" y="5138388"/>
            <a:chExt cx="594348" cy="283906"/>
          </a:xfrm>
        </p:grpSpPr>
        <p:sp>
          <p:nvSpPr>
            <p:cNvPr id="17" name="AutoShape 55">
              <a:extLst>
                <a:ext uri="{FF2B5EF4-FFF2-40B4-BE49-F238E27FC236}">
                  <a16:creationId xmlns:a16="http://schemas.microsoft.com/office/drawing/2014/main" id="{4FF6FCE7-AA6C-D5DA-509D-AF347DF60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Search">
              <a:extLst>
                <a:ext uri="{FF2B5EF4-FFF2-40B4-BE49-F238E27FC236}">
                  <a16:creationId xmlns:a16="http://schemas.microsoft.com/office/drawing/2014/main" id="{321C9957-49E8-A15F-C90D-DE29D640BE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" name="Rectangle 7">
            <a:extLst>
              <a:ext uri="{FF2B5EF4-FFF2-40B4-BE49-F238E27FC236}">
                <a16:creationId xmlns:a16="http://schemas.microsoft.com/office/drawing/2014/main" id="{64C355D9-5A05-A56D-0147-63F0774C1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5528" y="55536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AutoShape 89">
            <a:extLst>
              <a:ext uri="{FF2B5EF4-FFF2-40B4-BE49-F238E27FC236}">
                <a16:creationId xmlns:a16="http://schemas.microsoft.com/office/drawing/2014/main" id="{D539E007-15C5-EF0A-1269-480E6F962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8039" y="53276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B9BA79DE-E657-7C90-50DA-40BEECC3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2329" y="555369"/>
            <a:ext cx="5974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 19</a:t>
            </a:r>
          </a:p>
        </p:txBody>
      </p:sp>
      <p:sp>
        <p:nvSpPr>
          <p:cNvPr id="47" name="AutoShape 89">
            <a:extLst>
              <a:ext uri="{FF2B5EF4-FFF2-40B4-BE49-F238E27FC236}">
                <a16:creationId xmlns:a16="http://schemas.microsoft.com/office/drawing/2014/main" id="{2E0776DB-4E0E-200A-1044-89D3FEEFD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9724" y="53276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48" name="Rectangle 7">
            <a:extLst>
              <a:ext uri="{FF2B5EF4-FFF2-40B4-BE49-F238E27FC236}">
                <a16:creationId xmlns:a16="http://schemas.microsoft.com/office/drawing/2014/main" id="{D2A66834-4FA4-4B65-BFDF-96C01C370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6128" y="55536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2023-10-18</a:t>
            </a:r>
          </a:p>
        </p:txBody>
      </p:sp>
      <p:sp>
        <p:nvSpPr>
          <p:cNvPr id="49" name="AutoShape 89">
            <a:extLst>
              <a:ext uri="{FF2B5EF4-FFF2-40B4-BE49-F238E27FC236}">
                <a16:creationId xmlns:a16="http://schemas.microsoft.com/office/drawing/2014/main" id="{A969C7F3-88FF-4BED-F05B-BE01C7305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8639" y="53276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50" name="Rectangle 7">
            <a:extLst>
              <a:ext uri="{FF2B5EF4-FFF2-40B4-BE49-F238E27FC236}">
                <a16:creationId xmlns:a16="http://schemas.microsoft.com/office/drawing/2014/main" id="{C0F6A584-4F35-761C-6C0F-57A179262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8664" y="55536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2023-10-18</a:t>
            </a:r>
          </a:p>
        </p:txBody>
      </p:sp>
      <p:sp>
        <p:nvSpPr>
          <p:cNvPr id="51" name="AutoShape 89">
            <a:extLst>
              <a:ext uri="{FF2B5EF4-FFF2-40B4-BE49-F238E27FC236}">
                <a16:creationId xmlns:a16="http://schemas.microsoft.com/office/drawing/2014/main" id="{00147954-5BDF-9E01-E6B6-C8CAE53B2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1175" y="53276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B783A5B-827F-8288-43EA-D3413B166F40}"/>
              </a:ext>
            </a:extLst>
          </p:cNvPr>
          <p:cNvGrpSpPr/>
          <p:nvPr/>
        </p:nvGrpSpPr>
        <p:grpSpPr>
          <a:xfrm>
            <a:off x="8623898" y="976784"/>
            <a:ext cx="701739" cy="268517"/>
            <a:chOff x="-2021847" y="4521064"/>
            <a:chExt cx="718741" cy="268517"/>
          </a:xfrm>
        </p:grpSpPr>
        <p:sp>
          <p:nvSpPr>
            <p:cNvPr id="5" name="AutoShape 55">
              <a:extLst>
                <a:ext uri="{FF2B5EF4-FFF2-40B4-BE49-F238E27FC236}">
                  <a16:creationId xmlns:a16="http://schemas.microsoft.com/office/drawing/2014/main" id="{AB709A50-1ADB-A30E-0B65-D609D1854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08D94CC1-23CB-6481-8B6F-8EBF4F4AAFC3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D8D8ED20-7261-0039-E83F-8E71730964DE}"/>
              </a:ext>
            </a:extLst>
          </p:cNvPr>
          <p:cNvGrpSpPr/>
          <p:nvPr/>
        </p:nvGrpSpPr>
        <p:grpSpPr>
          <a:xfrm>
            <a:off x="8051170" y="976784"/>
            <a:ext cx="673187" cy="268517"/>
            <a:chOff x="-2027515" y="4521064"/>
            <a:chExt cx="689497" cy="268517"/>
          </a:xfrm>
        </p:grpSpPr>
        <p:sp>
          <p:nvSpPr>
            <p:cNvPr id="9" name="AutoShape 55">
              <a:extLst>
                <a:ext uri="{FF2B5EF4-FFF2-40B4-BE49-F238E27FC236}">
                  <a16:creationId xmlns:a16="http://schemas.microsoft.com/office/drawing/2014/main" id="{09880431-C741-C830-6E05-61FE81D9A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D0A616D-70CA-7B72-1B35-37F47104A53E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2E52A331-BF7B-C8CE-D407-CD1DCF3A3E6A}"/>
              </a:ext>
            </a:extLst>
          </p:cNvPr>
          <p:cNvGrpSpPr/>
          <p:nvPr/>
        </p:nvGrpSpPr>
        <p:grpSpPr>
          <a:xfrm>
            <a:off x="9141380" y="978460"/>
            <a:ext cx="673187" cy="268517"/>
            <a:chOff x="-2081987" y="4521064"/>
            <a:chExt cx="689497" cy="268517"/>
          </a:xfrm>
        </p:grpSpPr>
        <p:sp>
          <p:nvSpPr>
            <p:cNvPr id="27" name="AutoShape 55">
              <a:extLst>
                <a:ext uri="{FF2B5EF4-FFF2-40B4-BE49-F238E27FC236}">
                  <a16:creationId xmlns:a16="http://schemas.microsoft.com/office/drawing/2014/main" id="{D3B3CFBA-1946-50FC-A0AD-298DBDA22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E2252A5-C9F3-6149-3246-3F2C8D88756B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9826AB9D-D0FE-5943-A693-EC8BB6469609}"/>
              </a:ext>
            </a:extLst>
          </p:cNvPr>
          <p:cNvCxnSpPr/>
          <p:nvPr/>
        </p:nvCxnSpPr>
        <p:spPr bwMode="auto">
          <a:xfrm>
            <a:off x="8500552" y="5383428"/>
            <a:ext cx="734787" cy="60128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B4B2F4C6-4D71-8414-B9E4-4788BE7FCF40}"/>
              </a:ext>
            </a:extLst>
          </p:cNvPr>
          <p:cNvSpPr/>
          <p:nvPr/>
        </p:nvSpPr>
        <p:spPr bwMode="auto">
          <a:xfrm>
            <a:off x="955977" y="5812950"/>
            <a:ext cx="120256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C57E576-5BF8-8390-1B2E-51B885B007C8}"/>
              </a:ext>
            </a:extLst>
          </p:cNvPr>
          <p:cNvSpPr/>
          <p:nvPr/>
        </p:nvSpPr>
        <p:spPr bwMode="auto">
          <a:xfrm>
            <a:off x="1654719" y="5812950"/>
            <a:ext cx="143052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FDBFB32-058A-E7AF-6CBE-5B8A1C21E229}"/>
              </a:ext>
            </a:extLst>
          </p:cNvPr>
          <p:cNvSpPr/>
          <p:nvPr/>
        </p:nvSpPr>
        <p:spPr bwMode="auto">
          <a:xfrm>
            <a:off x="2356031" y="5377682"/>
            <a:ext cx="171387" cy="735908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4F610AB-458B-5386-3C9B-1AEA6B9F09B7}"/>
              </a:ext>
            </a:extLst>
          </p:cNvPr>
          <p:cNvSpPr/>
          <p:nvPr/>
        </p:nvSpPr>
        <p:spPr bwMode="auto">
          <a:xfrm>
            <a:off x="3184287" y="4877350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AC590BEF-65E0-2AC5-9D5E-04BB0B287A63}"/>
              </a:ext>
            </a:extLst>
          </p:cNvPr>
          <p:cNvSpPr/>
          <p:nvPr/>
        </p:nvSpPr>
        <p:spPr bwMode="auto">
          <a:xfrm>
            <a:off x="3934785" y="4877350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5FA915EC-E3C8-2178-1C1A-5FCA1757A615}"/>
              </a:ext>
            </a:extLst>
          </p:cNvPr>
          <p:cNvSpPr/>
          <p:nvPr/>
        </p:nvSpPr>
        <p:spPr bwMode="auto">
          <a:xfrm>
            <a:off x="4685283" y="4877350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397A252-0394-77FE-624A-26C91D29DD2A}"/>
              </a:ext>
            </a:extLst>
          </p:cNvPr>
          <p:cNvSpPr/>
          <p:nvPr/>
        </p:nvSpPr>
        <p:spPr bwMode="auto">
          <a:xfrm>
            <a:off x="5401275" y="4877350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637F7CC-0C8D-0FD2-684E-2DEEFB567E16}"/>
              </a:ext>
            </a:extLst>
          </p:cNvPr>
          <p:cNvSpPr/>
          <p:nvPr/>
        </p:nvSpPr>
        <p:spPr bwMode="auto">
          <a:xfrm>
            <a:off x="6169026" y="4877350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3E91B57-2E17-C088-A19D-394F6F81F492}"/>
              </a:ext>
            </a:extLst>
          </p:cNvPr>
          <p:cNvSpPr/>
          <p:nvPr/>
        </p:nvSpPr>
        <p:spPr bwMode="auto">
          <a:xfrm>
            <a:off x="6928150" y="5369054"/>
            <a:ext cx="188642" cy="74453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22D9FAD-D00C-6A96-4A89-B685F7F2895F}"/>
              </a:ext>
            </a:extLst>
          </p:cNvPr>
          <p:cNvSpPr/>
          <p:nvPr/>
        </p:nvSpPr>
        <p:spPr bwMode="auto">
          <a:xfrm>
            <a:off x="7626890" y="5593342"/>
            <a:ext cx="171389" cy="520247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5DDA93BE-75E0-5932-6F39-896CD92D6B7C}"/>
              </a:ext>
            </a:extLst>
          </p:cNvPr>
          <p:cNvSpPr/>
          <p:nvPr/>
        </p:nvSpPr>
        <p:spPr bwMode="auto">
          <a:xfrm>
            <a:off x="8377388" y="5791750"/>
            <a:ext cx="154137" cy="321839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6F9BACF-2954-F8B3-1267-4677F0439CC8}"/>
              </a:ext>
            </a:extLst>
          </p:cNvPr>
          <p:cNvSpPr/>
          <p:nvPr/>
        </p:nvSpPr>
        <p:spPr bwMode="auto">
          <a:xfrm>
            <a:off x="9136513" y="5921146"/>
            <a:ext cx="136884" cy="192443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399A59B-0333-6073-A049-66AE0A2B7A43}"/>
              </a:ext>
            </a:extLst>
          </p:cNvPr>
          <p:cNvSpPr/>
          <p:nvPr/>
        </p:nvSpPr>
        <p:spPr bwMode="auto">
          <a:xfrm>
            <a:off x="1075361" y="5810464"/>
            <a:ext cx="114575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85A3A1D-2B83-315F-F793-4AB07D87F675}"/>
              </a:ext>
            </a:extLst>
          </p:cNvPr>
          <p:cNvSpPr/>
          <p:nvPr/>
        </p:nvSpPr>
        <p:spPr bwMode="auto">
          <a:xfrm>
            <a:off x="1799263" y="5810464"/>
            <a:ext cx="124789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7109512-7107-F031-858A-E950145055F5}"/>
              </a:ext>
            </a:extLst>
          </p:cNvPr>
          <p:cNvSpPr/>
          <p:nvPr/>
        </p:nvSpPr>
        <p:spPr bwMode="auto">
          <a:xfrm>
            <a:off x="2513875" y="5377682"/>
            <a:ext cx="182958" cy="733422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E7BBA65E-40D1-8FEA-4E3A-AF81C649F1A3}"/>
              </a:ext>
            </a:extLst>
          </p:cNvPr>
          <p:cNvGrpSpPr/>
          <p:nvPr/>
        </p:nvGrpSpPr>
        <p:grpSpPr>
          <a:xfrm>
            <a:off x="179543" y="1388579"/>
            <a:ext cx="9568160" cy="352819"/>
            <a:chOff x="179543" y="1388579"/>
            <a:chExt cx="9568160" cy="352819"/>
          </a:xfrm>
        </p:grpSpPr>
        <p:sp>
          <p:nvSpPr>
            <p:cNvPr id="62" name="모서리가 둥근 직사각형 116">
              <a:extLst>
                <a:ext uri="{FF2B5EF4-FFF2-40B4-BE49-F238E27FC236}">
                  <a16:creationId xmlns:a16="http://schemas.microsoft.com/office/drawing/2014/main" id="{0DE01C87-A55E-4330-8A41-91FF716AD821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F445272-65B3-926C-B656-9BBE36EEE042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251B4B4-FC2B-C78E-B3BE-AF2B6DC4199F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66" name="포인트가 12개인 별 127">
                <a:extLst>
                  <a:ext uri="{FF2B5EF4-FFF2-40B4-BE49-F238E27FC236}">
                    <a16:creationId xmlns:a16="http://schemas.microsoft.com/office/drawing/2014/main" id="{FBD52B50-30CF-D1A3-F76C-E81403FC2C18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67" name="Exclamation Mark">
                <a:extLst>
                  <a:ext uri="{FF2B5EF4-FFF2-40B4-BE49-F238E27FC236}">
                    <a16:creationId xmlns:a16="http://schemas.microsoft.com/office/drawing/2014/main" id="{3029ACCB-97C7-48F8-6303-1C9DB443837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8472A50-8279-77AF-2818-DE6C04462FCC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D6AD3643-F804-C722-37EF-1ACF31799378}"/>
              </a:ext>
            </a:extLst>
          </p:cNvPr>
          <p:cNvSpPr/>
          <p:nvPr/>
        </p:nvSpPr>
        <p:spPr bwMode="auto">
          <a:xfrm>
            <a:off x="3355737" y="4877350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E7C82F1-A0B4-5962-E047-864011A64E9E}"/>
              </a:ext>
            </a:extLst>
          </p:cNvPr>
          <p:cNvSpPr/>
          <p:nvPr/>
        </p:nvSpPr>
        <p:spPr bwMode="auto">
          <a:xfrm>
            <a:off x="4106235" y="4877350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1711416-540F-B73C-EDB5-F48FB21B7A38}"/>
              </a:ext>
            </a:extLst>
          </p:cNvPr>
          <p:cNvSpPr/>
          <p:nvPr/>
        </p:nvSpPr>
        <p:spPr bwMode="auto">
          <a:xfrm>
            <a:off x="4856733" y="4877350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47A75B88-71D1-91B8-5AED-CC0C6C290456}"/>
              </a:ext>
            </a:extLst>
          </p:cNvPr>
          <p:cNvSpPr/>
          <p:nvPr/>
        </p:nvSpPr>
        <p:spPr bwMode="auto">
          <a:xfrm>
            <a:off x="5572725" y="4877350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5A4C51A5-3F46-2E03-8BB7-BD5321CA983F}"/>
              </a:ext>
            </a:extLst>
          </p:cNvPr>
          <p:cNvSpPr/>
          <p:nvPr/>
        </p:nvSpPr>
        <p:spPr bwMode="auto">
          <a:xfrm>
            <a:off x="6340476" y="4877350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B86ECC6-E0C1-9DCC-72C6-D77349B08940}"/>
              </a:ext>
            </a:extLst>
          </p:cNvPr>
          <p:cNvSpPr/>
          <p:nvPr/>
        </p:nvSpPr>
        <p:spPr bwMode="auto">
          <a:xfrm>
            <a:off x="7099600" y="5369054"/>
            <a:ext cx="188642" cy="74453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5058B60C-536F-62A8-AB17-91630D820694}"/>
              </a:ext>
            </a:extLst>
          </p:cNvPr>
          <p:cNvSpPr/>
          <p:nvPr/>
        </p:nvSpPr>
        <p:spPr bwMode="auto">
          <a:xfrm>
            <a:off x="7798340" y="5593342"/>
            <a:ext cx="171389" cy="520247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AD267DF1-4C92-9ED1-5764-8C27C9B658AC}"/>
              </a:ext>
            </a:extLst>
          </p:cNvPr>
          <p:cNvSpPr/>
          <p:nvPr/>
        </p:nvSpPr>
        <p:spPr bwMode="auto">
          <a:xfrm>
            <a:off x="8548838" y="5791750"/>
            <a:ext cx="154137" cy="321839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AF71680E-55F0-853A-C559-F50CAACA75CD}"/>
              </a:ext>
            </a:extLst>
          </p:cNvPr>
          <p:cNvSpPr/>
          <p:nvPr/>
        </p:nvSpPr>
        <p:spPr bwMode="auto">
          <a:xfrm>
            <a:off x="9307963" y="5921146"/>
            <a:ext cx="136884" cy="192443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E29C4F3-10FB-98B3-8F37-9C89A7B6FD22}"/>
              </a:ext>
            </a:extLst>
          </p:cNvPr>
          <p:cNvSpPr/>
          <p:nvPr/>
        </p:nvSpPr>
        <p:spPr bwMode="auto">
          <a:xfrm>
            <a:off x="7513012" y="6534569"/>
            <a:ext cx="98830" cy="15758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1743306-0A68-F38D-E99E-70DF9E955E10}"/>
              </a:ext>
            </a:extLst>
          </p:cNvPr>
          <p:cNvSpPr/>
          <p:nvPr/>
        </p:nvSpPr>
        <p:spPr bwMode="auto">
          <a:xfrm>
            <a:off x="7611843" y="6534569"/>
            <a:ext cx="98830" cy="15758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7379591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AD68A5-3231-F2E7-CF2A-5CADE7434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AFF76B66-8AC5-231F-FFF0-A90E7D18C6D1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DE10960-ABCC-A0E7-0401-98451DA4932A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82BE6B6-8EF2-98F9-A11E-A602E9F204F2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Rectangle 7">
            <a:extLst>
              <a:ext uri="{FF2B5EF4-FFF2-40B4-BE49-F238E27FC236}">
                <a16:creationId xmlns:a16="http://schemas.microsoft.com/office/drawing/2014/main" id="{397AA8DB-3542-1552-8861-2D73D0DD4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6" name="AutoShape 89">
            <a:extLst>
              <a:ext uri="{FF2B5EF4-FFF2-40B4-BE49-F238E27FC236}">
                <a16:creationId xmlns:a16="http://schemas.microsoft.com/office/drawing/2014/main" id="{987BFA24-591D-797F-56CF-1812022BE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3A7BA03-2937-3D82-51CB-B7D1DE67662D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20" name="AutoShape 55">
              <a:extLst>
                <a:ext uri="{FF2B5EF4-FFF2-40B4-BE49-F238E27FC236}">
                  <a16:creationId xmlns:a16="http://schemas.microsoft.com/office/drawing/2014/main" id="{F80F7298-9DC6-09AA-9400-74E7DACC9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Search">
              <a:extLst>
                <a:ext uri="{FF2B5EF4-FFF2-40B4-BE49-F238E27FC236}">
                  <a16:creationId xmlns:a16="http://schemas.microsoft.com/office/drawing/2014/main" id="{F5033402-91A9-8A31-2A2E-810FA5FF570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D2C9C748-925E-C77D-B5B1-75A5BFF0A243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885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BEF99465-8DAE-3A36-0427-5B726BAD2B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1914297"/>
              </p:ext>
            </p:extLst>
          </p:nvPr>
        </p:nvGraphicFramePr>
        <p:xfrm>
          <a:off x="170952" y="94547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" name="그룹 32">
            <a:extLst>
              <a:ext uri="{FF2B5EF4-FFF2-40B4-BE49-F238E27FC236}">
                <a16:creationId xmlns:a16="http://schemas.microsoft.com/office/drawing/2014/main" id="{E2AE5590-3455-0ACD-B5DC-E5867F9B7A63}"/>
              </a:ext>
            </a:extLst>
          </p:cNvPr>
          <p:cNvGrpSpPr/>
          <p:nvPr/>
        </p:nvGrpSpPr>
        <p:grpSpPr>
          <a:xfrm>
            <a:off x="8674450" y="977593"/>
            <a:ext cx="701739" cy="268517"/>
            <a:chOff x="-2021847" y="4521064"/>
            <a:chExt cx="718741" cy="268517"/>
          </a:xfrm>
        </p:grpSpPr>
        <p:sp>
          <p:nvSpPr>
            <p:cNvPr id="34" name="AutoShape 55">
              <a:extLst>
                <a:ext uri="{FF2B5EF4-FFF2-40B4-BE49-F238E27FC236}">
                  <a16:creationId xmlns:a16="http://schemas.microsoft.com/office/drawing/2014/main" id="{E1A96DD9-EF2E-48E7-83E8-10C65591A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8E4788B-3F1B-49DA-8E33-76E4F682D3D5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657808D6-F82E-F4B3-A32C-9AAF7C42EA3E}"/>
              </a:ext>
            </a:extLst>
          </p:cNvPr>
          <p:cNvGrpSpPr/>
          <p:nvPr/>
        </p:nvGrpSpPr>
        <p:grpSpPr>
          <a:xfrm>
            <a:off x="8101722" y="977593"/>
            <a:ext cx="673187" cy="268517"/>
            <a:chOff x="-2027515" y="4521064"/>
            <a:chExt cx="689497" cy="268517"/>
          </a:xfrm>
        </p:grpSpPr>
        <p:sp>
          <p:nvSpPr>
            <p:cNvPr id="37" name="AutoShape 55">
              <a:extLst>
                <a:ext uri="{FF2B5EF4-FFF2-40B4-BE49-F238E27FC236}">
                  <a16:creationId xmlns:a16="http://schemas.microsoft.com/office/drawing/2014/main" id="{27F62AD0-AB78-6E0D-78E4-442D5DC7E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7E28A2E-24A2-4AB2-7F64-85D2096362C1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96B1163F-71A7-838A-F9BE-B60FF5F1CCE7}"/>
              </a:ext>
            </a:extLst>
          </p:cNvPr>
          <p:cNvGrpSpPr/>
          <p:nvPr/>
        </p:nvGrpSpPr>
        <p:grpSpPr>
          <a:xfrm>
            <a:off x="9190499" y="977593"/>
            <a:ext cx="673187" cy="268517"/>
            <a:chOff x="-2081987" y="4521064"/>
            <a:chExt cx="689497" cy="268517"/>
          </a:xfrm>
        </p:grpSpPr>
        <p:sp>
          <p:nvSpPr>
            <p:cNvPr id="40" name="AutoShape 55">
              <a:extLst>
                <a:ext uri="{FF2B5EF4-FFF2-40B4-BE49-F238E27FC236}">
                  <a16:creationId xmlns:a16="http://schemas.microsoft.com/office/drawing/2014/main" id="{2A15337D-1983-06D6-3F0C-5BDFA9D0C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DB29F39-D2E6-6AB7-E634-76C3FA63A08B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62C769F-D8A8-C85B-9A0E-88BE24703EB4}"/>
              </a:ext>
            </a:extLst>
          </p:cNvPr>
          <p:cNvGrpSpPr/>
          <p:nvPr/>
        </p:nvGrpSpPr>
        <p:grpSpPr>
          <a:xfrm>
            <a:off x="179543" y="1388579"/>
            <a:ext cx="9410988" cy="352819"/>
            <a:chOff x="179543" y="1388579"/>
            <a:chExt cx="9410988" cy="352819"/>
          </a:xfrm>
        </p:grpSpPr>
        <p:sp>
          <p:nvSpPr>
            <p:cNvPr id="77" name="모서리가 둥근 직사각형 116">
              <a:extLst>
                <a:ext uri="{FF2B5EF4-FFF2-40B4-BE49-F238E27FC236}">
                  <a16:creationId xmlns:a16="http://schemas.microsoft.com/office/drawing/2014/main" id="{8AC8AB8E-4A26-165F-4A8A-24FA8FD95423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6FC0367-F32A-924F-898B-2F8C9BF8043F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86C206F5-8735-AA2F-EBA7-97F8BE11CEE2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88" name="포인트가 12개인 별 127">
                <a:extLst>
                  <a:ext uri="{FF2B5EF4-FFF2-40B4-BE49-F238E27FC236}">
                    <a16:creationId xmlns:a16="http://schemas.microsoft.com/office/drawing/2014/main" id="{A3D3BD1D-DD66-B21B-5493-029D8994A8AD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89" name="Exclamation Mark">
                <a:extLst>
                  <a:ext uri="{FF2B5EF4-FFF2-40B4-BE49-F238E27FC236}">
                    <a16:creationId xmlns:a16="http://schemas.microsoft.com/office/drawing/2014/main" id="{C9A3E0E4-E555-A18D-580C-B155AE906D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E3C5AECA-E1DC-362C-9AD7-35313D515EDB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68A9E1A6-704E-A48A-0A84-005504C4543E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D310D73D-16FE-4C96-2C92-6710A6740890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3" name="Rectangle 7">
            <a:extLst>
              <a:ext uri="{FF2B5EF4-FFF2-40B4-BE49-F238E27FC236}">
                <a16:creationId xmlns:a16="http://schemas.microsoft.com/office/drawing/2014/main" id="{E137C8EB-68FD-11F6-3091-C8BE110E3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Rectangle 7">
            <a:extLst>
              <a:ext uri="{FF2B5EF4-FFF2-40B4-BE49-F238E27FC236}">
                <a16:creationId xmlns:a16="http://schemas.microsoft.com/office/drawing/2014/main" id="{81933958-5326-42F4-7B96-67A81F8B4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E61EB3D-A530-57B6-4257-FB162AFF9BA1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8A321FEC-E9AA-158C-1311-C634D98ADCFE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E3F9547-3EB9-0747-EF74-31617B1EA883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6C25C1E-0F5E-890B-E512-0D9A8645274C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5D67B8C-FD55-F106-5DF9-BC1CB6F61490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4" name="모서리가 둥근 직사각형 500">
            <a:extLst>
              <a:ext uri="{FF2B5EF4-FFF2-40B4-BE49-F238E27FC236}">
                <a16:creationId xmlns:a16="http://schemas.microsoft.com/office/drawing/2014/main" id="{2FE7EB0E-7F9E-B072-1BD7-4E984B1B3786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모서리가 둥근 직사각형 501">
            <a:extLst>
              <a:ext uri="{FF2B5EF4-FFF2-40B4-BE49-F238E27FC236}">
                <a16:creationId xmlns:a16="http://schemas.microsoft.com/office/drawing/2014/main" id="{7F907C8F-6C52-CCBE-7C10-35CEB3F36AE8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ED953A08-3019-B291-A7C6-5D963BC8BB90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7" name="사각형 설명선 86">
            <a:extLst>
              <a:ext uri="{FF2B5EF4-FFF2-40B4-BE49-F238E27FC236}">
                <a16:creationId xmlns:a16="http://schemas.microsoft.com/office/drawing/2014/main" id="{6F9AFC5D-4C25-F83C-558A-816840C3CDA4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06CB0C7-F2F7-8AF2-007F-6A9C58A4F198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1641B5D-1A5D-78F2-CCAB-FC13099044B4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C93F48B-F229-8486-3A88-648E05A10951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EEA62A1-6AB9-0642-A5C9-C8939738A918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A18CD138-3B7D-A6FC-C3C8-FB76124DF5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0223215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63" name="직사각형 62">
            <a:extLst>
              <a:ext uri="{FF2B5EF4-FFF2-40B4-BE49-F238E27FC236}">
                <a16:creationId xmlns:a16="http://schemas.microsoft.com/office/drawing/2014/main" id="{12382079-4E8C-9C54-F102-78AAD31388FF}"/>
              </a:ext>
            </a:extLst>
          </p:cNvPr>
          <p:cNvSpPr/>
          <p:nvPr/>
        </p:nvSpPr>
        <p:spPr bwMode="auto">
          <a:xfrm>
            <a:off x="708147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2F8C4D7-D2EE-E3F3-FB77-BA3C04AA2FD4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CA1CA13-D076-EC90-29FC-7CB516C31D5D}"/>
              </a:ext>
            </a:extLst>
          </p:cNvPr>
          <p:cNvSpPr/>
          <p:nvPr/>
        </p:nvSpPr>
        <p:spPr bwMode="auto">
          <a:xfrm>
            <a:off x="292927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D386509-6CD7-3292-6DEF-627ACD6E5D65}"/>
              </a:ext>
            </a:extLst>
          </p:cNvPr>
          <p:cNvSpPr/>
          <p:nvPr/>
        </p:nvSpPr>
        <p:spPr bwMode="auto">
          <a:xfrm>
            <a:off x="2004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8681F58-7007-FDE3-9355-0012CE47D01D}"/>
              </a:ext>
            </a:extLst>
          </p:cNvPr>
          <p:cNvSpPr/>
          <p:nvPr/>
        </p:nvSpPr>
        <p:spPr bwMode="auto">
          <a:xfrm>
            <a:off x="398093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8A9D7AD-EFCB-0401-252A-D41C97D6EB7D}"/>
              </a:ext>
            </a:extLst>
          </p:cNvPr>
          <p:cNvSpPr/>
          <p:nvPr/>
        </p:nvSpPr>
        <p:spPr bwMode="auto">
          <a:xfrm>
            <a:off x="608427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AA178F10-ACD5-2B5D-05D5-F3A86FBD933A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9FEF525F-D7B0-54E2-A788-DADE5086DDD2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FDD951C-7F38-97CF-4A72-201C1F709306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0CB2F4B9-CF74-B5DF-0B88-B006148188A6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4986AB7A-DCFE-D8F8-3DBE-28A12E66C6FA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9DA4B889-B971-30C7-CA6C-BE0DE2218025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C4E9A9AE-D7F0-017F-AA51-57CB077DFED4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E455A24-0BB1-8EE8-145A-4E67D11E792D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5C72232-2DCD-D8FD-8FA8-54B91277D084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3174FB94-4920-B2BA-C1B7-F1F67B82A0B5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97AE2CDC-42FD-5291-1EE5-1395B073530D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09C9D334-6FB2-D9CF-545B-2939C83CBB05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6BB7839-8DE1-3836-1447-F9148FA4E9F9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1BFD8E2-D62C-043A-6AAD-225443871500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BEC1204-4425-8B1A-3A0F-AEBBFDD196B5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28535E13-A26A-FDFF-9B4A-0EAD105B6ACF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5AC9E472-6159-D340-0366-1A6F00DDEDA1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19BE9269-6638-8DD1-A40B-78BBC44A07CD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5160CFB8-423B-7FCA-66A8-178D541578C5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5834DAED-51F0-1F4C-7BB7-F92560E2809A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4F7EAA4-59A5-FA65-A8EB-470564F60357}"/>
              </a:ext>
            </a:extLst>
          </p:cNvPr>
          <p:cNvSpPr/>
          <p:nvPr/>
        </p:nvSpPr>
        <p:spPr bwMode="auto">
          <a:xfrm>
            <a:off x="804168" y="1985928"/>
            <a:ext cx="8145190" cy="1200647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10" name="표 109">
            <a:extLst>
              <a:ext uri="{FF2B5EF4-FFF2-40B4-BE49-F238E27FC236}">
                <a16:creationId xmlns:a16="http://schemas.microsoft.com/office/drawing/2014/main" id="{AEC2C2C5-DFEA-9A0C-5D5E-114B658E5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3783589"/>
              </p:ext>
            </p:extLst>
          </p:nvPr>
        </p:nvGraphicFramePr>
        <p:xfrm>
          <a:off x="929666" y="2347164"/>
          <a:ext cx="7818048" cy="632814"/>
        </p:xfrm>
        <a:graphic>
          <a:graphicData uri="http://schemas.openxmlformats.org/drawingml/2006/table">
            <a:tbl>
              <a:tblPr/>
              <a:tblGrid>
                <a:gridCol w="8686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키오스크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셀프백드랍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111" name="TextBox 110">
            <a:extLst>
              <a:ext uri="{FF2B5EF4-FFF2-40B4-BE49-F238E27FC236}">
                <a16:creationId xmlns:a16="http://schemas.microsoft.com/office/drawing/2014/main" id="{2B56BDF1-96FD-3097-F2E7-409818D432D8}"/>
              </a:ext>
            </a:extLst>
          </p:cNvPr>
          <p:cNvSpPr txBox="1"/>
          <p:nvPr/>
        </p:nvSpPr>
        <p:spPr>
          <a:xfrm>
            <a:off x="3857775" y="1993288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</a:t>
            </a:r>
            <a:r>
              <a: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</a:t>
            </a:r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C7FAD12B-EB64-4CD5-BD1A-23FD6502E714}"/>
              </a:ext>
            </a:extLst>
          </p:cNvPr>
          <p:cNvSpPr txBox="1"/>
          <p:nvPr/>
        </p:nvSpPr>
        <p:spPr>
          <a:xfrm>
            <a:off x="6802079" y="2063871"/>
            <a:ext cx="2089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키오스크 번호를 선택하세요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13" name="연결선: 꺾임 112">
            <a:extLst>
              <a:ext uri="{FF2B5EF4-FFF2-40B4-BE49-F238E27FC236}">
                <a16:creationId xmlns:a16="http://schemas.microsoft.com/office/drawing/2014/main" id="{3C358E92-1344-755A-DEA7-12A5B05E2F4F}"/>
              </a:ext>
            </a:extLst>
          </p:cNvPr>
          <p:cNvCxnSpPr>
            <a:cxnSpLocks/>
            <a:stCxn id="96" idx="1"/>
            <a:endCxn id="109" idx="1"/>
          </p:cNvCxnSpPr>
          <p:nvPr/>
        </p:nvCxnSpPr>
        <p:spPr bwMode="auto">
          <a:xfrm rot="10800000">
            <a:off x="804168" y="2586253"/>
            <a:ext cx="949232" cy="3284887"/>
          </a:xfrm>
          <a:prstGeom prst="bentConnector3">
            <a:avLst>
              <a:gd name="adj1" fmla="val 141828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4052521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42A78-0A6B-B41E-4431-310C6165C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A852C24-22EF-6D79-26DC-F28945D4C7DC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94EDB66-C149-7C35-47E8-E6ED9A48B951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E584646-EB24-37C9-CDD7-1084E8509657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Rectangle 7">
            <a:extLst>
              <a:ext uri="{FF2B5EF4-FFF2-40B4-BE49-F238E27FC236}">
                <a16:creationId xmlns:a16="http://schemas.microsoft.com/office/drawing/2014/main" id="{12C32A66-DBA8-D0D0-1BE2-9BE7E478D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6" name="AutoShape 89">
            <a:extLst>
              <a:ext uri="{FF2B5EF4-FFF2-40B4-BE49-F238E27FC236}">
                <a16:creationId xmlns:a16="http://schemas.microsoft.com/office/drawing/2014/main" id="{4DFAE3D8-8171-EF26-2240-415672BC7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C35C0968-6B27-D761-32D8-FC849391117D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20" name="AutoShape 55">
              <a:extLst>
                <a:ext uri="{FF2B5EF4-FFF2-40B4-BE49-F238E27FC236}">
                  <a16:creationId xmlns:a16="http://schemas.microsoft.com/office/drawing/2014/main" id="{47FAD79A-469A-8C4D-EBC3-AE5C2BA6F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Search">
              <a:extLst>
                <a:ext uri="{FF2B5EF4-FFF2-40B4-BE49-F238E27FC236}">
                  <a16:creationId xmlns:a16="http://schemas.microsoft.com/office/drawing/2014/main" id="{1E80E790-374C-DD60-8943-9E28B4EC99E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F1BE98C-9A7A-60F0-26F3-E6D937582667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885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B9D67999-78EE-EA30-F73C-FE87B5F8E4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5035360"/>
              </p:ext>
            </p:extLst>
          </p:nvPr>
        </p:nvGraphicFramePr>
        <p:xfrm>
          <a:off x="170952" y="94547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" name="그룹 32">
            <a:extLst>
              <a:ext uri="{FF2B5EF4-FFF2-40B4-BE49-F238E27FC236}">
                <a16:creationId xmlns:a16="http://schemas.microsoft.com/office/drawing/2014/main" id="{2EF20F5E-63F1-1419-4C57-C85967226405}"/>
              </a:ext>
            </a:extLst>
          </p:cNvPr>
          <p:cNvGrpSpPr/>
          <p:nvPr/>
        </p:nvGrpSpPr>
        <p:grpSpPr>
          <a:xfrm>
            <a:off x="8674450" y="977593"/>
            <a:ext cx="701739" cy="268517"/>
            <a:chOff x="-2021847" y="4521064"/>
            <a:chExt cx="718741" cy="268517"/>
          </a:xfrm>
        </p:grpSpPr>
        <p:sp>
          <p:nvSpPr>
            <p:cNvPr id="34" name="AutoShape 55">
              <a:extLst>
                <a:ext uri="{FF2B5EF4-FFF2-40B4-BE49-F238E27FC236}">
                  <a16:creationId xmlns:a16="http://schemas.microsoft.com/office/drawing/2014/main" id="{F2DAB0DF-37DD-18DA-968F-EA70DEB9E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63545A3-981E-3989-FC9B-AB87046282E4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9FB81E-D203-17B4-0668-1D5F016EC30A}"/>
              </a:ext>
            </a:extLst>
          </p:cNvPr>
          <p:cNvGrpSpPr/>
          <p:nvPr/>
        </p:nvGrpSpPr>
        <p:grpSpPr>
          <a:xfrm>
            <a:off x="8101722" y="977593"/>
            <a:ext cx="673187" cy="268517"/>
            <a:chOff x="-2027515" y="4521064"/>
            <a:chExt cx="689497" cy="268517"/>
          </a:xfrm>
        </p:grpSpPr>
        <p:sp>
          <p:nvSpPr>
            <p:cNvPr id="37" name="AutoShape 55">
              <a:extLst>
                <a:ext uri="{FF2B5EF4-FFF2-40B4-BE49-F238E27FC236}">
                  <a16:creationId xmlns:a16="http://schemas.microsoft.com/office/drawing/2014/main" id="{1D2E5FB6-EE92-3764-9348-D81076E28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49629E5-4EF2-160D-2ECD-A4FBBD9AAAA2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2F8A16C0-4A75-B7C9-35F5-811900F32AE4}"/>
              </a:ext>
            </a:extLst>
          </p:cNvPr>
          <p:cNvGrpSpPr/>
          <p:nvPr/>
        </p:nvGrpSpPr>
        <p:grpSpPr>
          <a:xfrm>
            <a:off x="9190499" y="977593"/>
            <a:ext cx="673187" cy="268517"/>
            <a:chOff x="-2081987" y="4521064"/>
            <a:chExt cx="689497" cy="268517"/>
          </a:xfrm>
        </p:grpSpPr>
        <p:sp>
          <p:nvSpPr>
            <p:cNvPr id="40" name="AutoShape 55">
              <a:extLst>
                <a:ext uri="{FF2B5EF4-FFF2-40B4-BE49-F238E27FC236}">
                  <a16:creationId xmlns:a16="http://schemas.microsoft.com/office/drawing/2014/main" id="{B8F4AC1D-0314-798E-6CFB-48B0DB770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0F62EF01-155C-8D7D-80BB-1A500C78D569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7ABF9BAE-4FFF-A9A7-B818-CE0CE477827F}"/>
              </a:ext>
            </a:extLst>
          </p:cNvPr>
          <p:cNvGrpSpPr/>
          <p:nvPr/>
        </p:nvGrpSpPr>
        <p:grpSpPr>
          <a:xfrm>
            <a:off x="179543" y="1388579"/>
            <a:ext cx="9410988" cy="352819"/>
            <a:chOff x="179543" y="1388579"/>
            <a:chExt cx="9410988" cy="352819"/>
          </a:xfrm>
        </p:grpSpPr>
        <p:sp>
          <p:nvSpPr>
            <p:cNvPr id="77" name="모서리가 둥근 직사각형 116">
              <a:extLst>
                <a:ext uri="{FF2B5EF4-FFF2-40B4-BE49-F238E27FC236}">
                  <a16:creationId xmlns:a16="http://schemas.microsoft.com/office/drawing/2014/main" id="{3A99D4D5-B97F-13A8-84DA-F7C25C685F0A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43958D4-D013-B7D4-E10B-AD6CFB3B0A37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15EB7035-9664-4554-2DC2-79A4ECB6F5A1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88" name="포인트가 12개인 별 127">
                <a:extLst>
                  <a:ext uri="{FF2B5EF4-FFF2-40B4-BE49-F238E27FC236}">
                    <a16:creationId xmlns:a16="http://schemas.microsoft.com/office/drawing/2014/main" id="{145B5350-3821-3757-9643-A3DD9210B07D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89" name="Exclamation Mark">
                <a:extLst>
                  <a:ext uri="{FF2B5EF4-FFF2-40B4-BE49-F238E27FC236}">
                    <a16:creationId xmlns:a16="http://schemas.microsoft.com/office/drawing/2014/main" id="{CDA07AE5-3D13-5919-E560-5E790D5A0FD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86BEBB4-6844-DD2B-7774-EB8E993A03FB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9" name="타원 78">
            <a:extLst>
              <a:ext uri="{FF2B5EF4-FFF2-40B4-BE49-F238E27FC236}">
                <a16:creationId xmlns:a16="http://schemas.microsoft.com/office/drawing/2014/main" id="{00981443-71EB-DEED-7E1B-0F83AA188ED5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CCBD92DF-24B3-D983-2770-3A9653059933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6" name="Rectangle 7">
            <a:extLst>
              <a:ext uri="{FF2B5EF4-FFF2-40B4-BE49-F238E27FC236}">
                <a16:creationId xmlns:a16="http://schemas.microsoft.com/office/drawing/2014/main" id="{9E0C5439-C028-223B-7E3A-44BAB18BC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Rectangle 7">
            <a:extLst>
              <a:ext uri="{FF2B5EF4-FFF2-40B4-BE49-F238E27FC236}">
                <a16:creationId xmlns:a16="http://schemas.microsoft.com/office/drawing/2014/main" id="{0FCBEB40-A569-FB86-AFE1-7E22C1E9F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7EA520B0-2576-B792-2F33-2F6E16D2EA19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604ABF17-BA9C-6B06-EAFC-8944E13BC2DA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1E73F0E-C08C-0943-6B1E-C3845280F256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2CD53F3-AD2A-0834-B05A-C82C80F10AFD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5BCA4EFE-D583-1FD4-20BD-F63EE7D6B6EA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4" name="모서리가 둥근 직사각형 500">
            <a:extLst>
              <a:ext uri="{FF2B5EF4-FFF2-40B4-BE49-F238E27FC236}">
                <a16:creationId xmlns:a16="http://schemas.microsoft.com/office/drawing/2014/main" id="{3E7492C6-77CF-B144-7CCF-0BBA80DCFBE4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모서리가 둥근 직사각형 501">
            <a:extLst>
              <a:ext uri="{FF2B5EF4-FFF2-40B4-BE49-F238E27FC236}">
                <a16:creationId xmlns:a16="http://schemas.microsoft.com/office/drawing/2014/main" id="{9FCBBEFA-2092-E92B-1DD2-63D7D8720DE7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F46DED18-71ED-D56A-B65F-49DB147E303C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7" name="사각형 설명선 86">
            <a:extLst>
              <a:ext uri="{FF2B5EF4-FFF2-40B4-BE49-F238E27FC236}">
                <a16:creationId xmlns:a16="http://schemas.microsoft.com/office/drawing/2014/main" id="{D5F419A5-C8D8-ED99-7A99-9FC625A16740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ABBE9E8-7764-4D81-0516-953CCE885AD3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912758D-5193-16E5-66FD-82CBD5A3BC39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D050D2E-5FDB-51DB-8673-2D60166AF379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8B04B60-97F6-1116-8C7D-956071B0591B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04" name="표 103">
            <a:extLst>
              <a:ext uri="{FF2B5EF4-FFF2-40B4-BE49-F238E27FC236}">
                <a16:creationId xmlns:a16="http://schemas.microsoft.com/office/drawing/2014/main" id="{09A78497-E320-5D76-5765-A34E87E211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10982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ADC3481-DC69-80B3-0A37-0FA826D2DDC8}"/>
              </a:ext>
            </a:extLst>
          </p:cNvPr>
          <p:cNvSpPr/>
          <p:nvPr/>
        </p:nvSpPr>
        <p:spPr bwMode="auto">
          <a:xfrm>
            <a:off x="708147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F55A94E5-11DB-CF46-B73B-81A489EA4EC8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9E37F199-FCD7-BA1B-1782-B4DDF039E5D4}"/>
              </a:ext>
            </a:extLst>
          </p:cNvPr>
          <p:cNvSpPr/>
          <p:nvPr/>
        </p:nvSpPr>
        <p:spPr bwMode="auto">
          <a:xfrm>
            <a:off x="292927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DBF3D373-888E-0BF1-A622-CDD3E00C4267}"/>
              </a:ext>
            </a:extLst>
          </p:cNvPr>
          <p:cNvSpPr/>
          <p:nvPr/>
        </p:nvSpPr>
        <p:spPr bwMode="auto">
          <a:xfrm>
            <a:off x="2004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1D69558-1CEF-5810-322C-E0203D83368C}"/>
              </a:ext>
            </a:extLst>
          </p:cNvPr>
          <p:cNvSpPr/>
          <p:nvPr/>
        </p:nvSpPr>
        <p:spPr bwMode="auto">
          <a:xfrm>
            <a:off x="398093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D52D83DE-6E15-4608-42D3-5FD49749A57F}"/>
              </a:ext>
            </a:extLst>
          </p:cNvPr>
          <p:cNvSpPr/>
          <p:nvPr/>
        </p:nvSpPr>
        <p:spPr bwMode="auto">
          <a:xfrm>
            <a:off x="608427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C941F906-7D29-6BD1-9E3D-C4700BD3CBD4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F5AE6597-A601-E42E-C6DE-299D265A2430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D169FD9C-29BF-5259-BC72-FA7AFCAF5FA0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CC417013-345D-6213-AFC1-E2776920C964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D487E7A0-C5FE-4E8F-E780-B09A1542944E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7B40EB9D-6ABE-6A6F-9170-179169E5D933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1F1C75D2-1B35-6BE9-784D-09E9AC99E96D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B1F9C073-0CD7-E167-6599-65FA22F47341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42BE621-9918-F0C4-DCF9-1E07A02E9FBF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2768F90D-D48B-AE1A-CB5B-6FC5CC9389CD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E4DC2D01-F98B-349D-1EB3-6BF57D638B44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1A7A5CFF-00D4-6920-C9D1-3ACAA91C3842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DDE034F8-9354-1099-55DD-5CE7B1042FE1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AC975023-2F93-0578-F894-E61B2FFBC84A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E2BE0306-6482-520E-CB20-F1AECD480D2B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87D1F67F-7B60-418E-B527-697955BE6F05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A0CFBB48-ADAF-7041-C80B-D92D92539F4E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373A5590-99AF-FFC1-6539-1B6314248DD2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98425B8-D314-C986-DECB-955AAF86D6CE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6DBC5FFD-D00D-4BBF-BA7A-B1234AB6285D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E98B1548-5AB7-84E7-2795-D5F0A82C22A8}"/>
              </a:ext>
            </a:extLst>
          </p:cNvPr>
          <p:cNvSpPr/>
          <p:nvPr/>
        </p:nvSpPr>
        <p:spPr bwMode="auto">
          <a:xfrm>
            <a:off x="804168" y="1985928"/>
            <a:ext cx="8145190" cy="1200647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32" name="표 131">
            <a:extLst>
              <a:ext uri="{FF2B5EF4-FFF2-40B4-BE49-F238E27FC236}">
                <a16:creationId xmlns:a16="http://schemas.microsoft.com/office/drawing/2014/main" id="{3CDC944A-6E57-E3CC-B27A-B938B8C5D4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5537921"/>
              </p:ext>
            </p:extLst>
          </p:nvPr>
        </p:nvGraphicFramePr>
        <p:xfrm>
          <a:off x="929666" y="2347164"/>
          <a:ext cx="7818048" cy="632814"/>
        </p:xfrm>
        <a:graphic>
          <a:graphicData uri="http://schemas.openxmlformats.org/drawingml/2006/table">
            <a:tbl>
              <a:tblPr/>
              <a:tblGrid>
                <a:gridCol w="8686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키오스크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셀프백드랍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133" name="TextBox 132">
            <a:extLst>
              <a:ext uri="{FF2B5EF4-FFF2-40B4-BE49-F238E27FC236}">
                <a16:creationId xmlns:a16="http://schemas.microsoft.com/office/drawing/2014/main" id="{1752A716-FD0E-5530-DD56-CF5F363082F7}"/>
              </a:ext>
            </a:extLst>
          </p:cNvPr>
          <p:cNvSpPr txBox="1"/>
          <p:nvPr/>
        </p:nvSpPr>
        <p:spPr>
          <a:xfrm>
            <a:off x="3857775" y="1993288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</a:t>
            </a:r>
            <a:r>
              <a: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</a:t>
            </a:r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D2429B6A-69DB-AD4A-3A38-3E406F51557F}"/>
              </a:ext>
            </a:extLst>
          </p:cNvPr>
          <p:cNvSpPr txBox="1"/>
          <p:nvPr/>
        </p:nvSpPr>
        <p:spPr>
          <a:xfrm>
            <a:off x="6802079" y="2063871"/>
            <a:ext cx="2089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키오스크 번호를 선택하세요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228068AC-FF39-F8E4-7C27-098139A36BEB}"/>
              </a:ext>
            </a:extLst>
          </p:cNvPr>
          <p:cNvGrpSpPr/>
          <p:nvPr/>
        </p:nvGrpSpPr>
        <p:grpSpPr>
          <a:xfrm>
            <a:off x="3155265" y="3405865"/>
            <a:ext cx="3475087" cy="2228744"/>
            <a:chOff x="9377722" y="2336210"/>
            <a:chExt cx="3475087" cy="2228744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C5594CF8-922D-512C-1CC8-0319DB8CB558}"/>
                </a:ext>
              </a:extLst>
            </p:cNvPr>
            <p:cNvSpPr/>
            <p:nvPr/>
          </p:nvSpPr>
          <p:spPr bwMode="auto">
            <a:xfrm>
              <a:off x="9377722" y="2336210"/>
              <a:ext cx="3475087" cy="2228744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셀프체크인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백드롭 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N4  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 혼잡 현황</a:t>
              </a: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" name="Cancel Icon">
              <a:extLst>
                <a:ext uri="{FF2B5EF4-FFF2-40B4-BE49-F238E27FC236}">
                  <a16:creationId xmlns:a16="http://schemas.microsoft.com/office/drawing/2014/main" id="{02D486E9-6074-1F88-A132-3440778C9AA2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12623981" y="2410837"/>
              <a:ext cx="125383" cy="158732"/>
            </a:xfrm>
            <a:custGeom>
              <a:avLst/>
              <a:gdLst>
                <a:gd name="T0" fmla="*/ 56 w 56"/>
                <a:gd name="T1" fmla="*/ 3 h 56"/>
                <a:gd name="T2" fmla="*/ 31 w 56"/>
                <a:gd name="T3" fmla="*/ 28 h 56"/>
                <a:gd name="T4" fmla="*/ 56 w 56"/>
                <a:gd name="T5" fmla="*/ 52 h 56"/>
                <a:gd name="T6" fmla="*/ 53 w 56"/>
                <a:gd name="T7" fmla="*/ 56 h 56"/>
                <a:gd name="T8" fmla="*/ 28 w 56"/>
                <a:gd name="T9" fmla="*/ 31 h 56"/>
                <a:gd name="T10" fmla="*/ 3 w 56"/>
                <a:gd name="T11" fmla="*/ 56 h 56"/>
                <a:gd name="T12" fmla="*/ 0 w 56"/>
                <a:gd name="T13" fmla="*/ 52 h 56"/>
                <a:gd name="T14" fmla="*/ 25 w 56"/>
                <a:gd name="T15" fmla="*/ 28 h 56"/>
                <a:gd name="T16" fmla="*/ 0 w 56"/>
                <a:gd name="T17" fmla="*/ 3 h 56"/>
                <a:gd name="T18" fmla="*/ 3 w 56"/>
                <a:gd name="T19" fmla="*/ 0 h 56"/>
                <a:gd name="T20" fmla="*/ 28 w 56"/>
                <a:gd name="T21" fmla="*/ 25 h 56"/>
                <a:gd name="T22" fmla="*/ 53 w 56"/>
                <a:gd name="T23" fmla="*/ 0 h 56"/>
                <a:gd name="T24" fmla="*/ 56 w 56"/>
                <a:gd name="T25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6">
                  <a:moveTo>
                    <a:pt x="56" y="3"/>
                  </a:moveTo>
                  <a:lnTo>
                    <a:pt x="31" y="28"/>
                  </a:lnTo>
                  <a:lnTo>
                    <a:pt x="56" y="52"/>
                  </a:lnTo>
                  <a:lnTo>
                    <a:pt x="53" y="56"/>
                  </a:lnTo>
                  <a:lnTo>
                    <a:pt x="28" y="31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25" y="28"/>
                  </a:lnTo>
                  <a:lnTo>
                    <a:pt x="0" y="3"/>
                  </a:lnTo>
                  <a:lnTo>
                    <a:pt x="3" y="0"/>
                  </a:lnTo>
                  <a:lnTo>
                    <a:pt x="28" y="25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39" name="사각형: 둥근 모서리 138">
              <a:extLst>
                <a:ext uri="{FF2B5EF4-FFF2-40B4-BE49-F238E27FC236}">
                  <a16:creationId xmlns:a16="http://schemas.microsoft.com/office/drawing/2014/main" id="{4A0BFC0A-F3E3-47CE-964F-C976A573A2BE}"/>
                </a:ext>
              </a:extLst>
            </p:cNvPr>
            <p:cNvSpPr/>
            <p:nvPr/>
          </p:nvSpPr>
          <p:spPr bwMode="auto">
            <a:xfrm>
              <a:off x="9645682" y="2893143"/>
              <a:ext cx="3090051" cy="1146594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86548B80-54F5-D3A9-C9C1-802346E025AF}"/>
                </a:ext>
              </a:extLst>
            </p:cNvPr>
            <p:cNvSpPr txBox="1"/>
            <p:nvPr/>
          </p:nvSpPr>
          <p:spPr>
            <a:xfrm>
              <a:off x="10006450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D0A4BE26-0750-D163-3E53-098ABF52D14C}"/>
                </a:ext>
              </a:extLst>
            </p:cNvPr>
            <p:cNvSpPr txBox="1"/>
            <p:nvPr/>
          </p:nvSpPr>
          <p:spPr>
            <a:xfrm>
              <a:off x="10746025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A1B6B63-A238-EBBA-C935-8BC477B55F4A}"/>
                </a:ext>
              </a:extLst>
            </p:cNvPr>
            <p:cNvSpPr txBox="1"/>
            <p:nvPr/>
          </p:nvSpPr>
          <p:spPr>
            <a:xfrm>
              <a:off x="11407433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6F0E5A94-F2F6-70EC-A163-B5B5E6FD97C8}"/>
                </a:ext>
              </a:extLst>
            </p:cNvPr>
            <p:cNvSpPr txBox="1"/>
            <p:nvPr/>
          </p:nvSpPr>
          <p:spPr>
            <a:xfrm>
              <a:off x="12089879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" name="AutoShape 55">
              <a:extLst>
                <a:ext uri="{FF2B5EF4-FFF2-40B4-BE49-F238E27FC236}">
                  <a16:creationId xmlns:a16="http://schemas.microsoft.com/office/drawing/2014/main" id="{6CA4C6BF-02B8-1A40-E1E5-4B20ED698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8590" y="3102908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Multipe Users">
              <a:extLst>
                <a:ext uri="{FF2B5EF4-FFF2-40B4-BE49-F238E27FC236}">
                  <a16:creationId xmlns:a16="http://schemas.microsoft.com/office/drawing/2014/main" id="{B66740D2-38AB-3404-E6FC-0937868983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159187" y="3192601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585C81DF-8337-F2FC-F922-C67DFB0B0C46}"/>
                </a:ext>
              </a:extLst>
            </p:cNvPr>
            <p:cNvSpPr txBox="1"/>
            <p:nvPr/>
          </p:nvSpPr>
          <p:spPr>
            <a:xfrm>
              <a:off x="10060555" y="3472734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0855292-9C0B-D613-ECC2-BFE4A4C48307}"/>
                </a:ext>
              </a:extLst>
            </p:cNvPr>
            <p:cNvSpPr txBox="1"/>
            <p:nvPr/>
          </p:nvSpPr>
          <p:spPr>
            <a:xfrm>
              <a:off x="10778068" y="3472734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2F0CA04E-72AF-7E87-C996-10C04F4BC711}"/>
                </a:ext>
              </a:extLst>
            </p:cNvPr>
            <p:cNvSpPr txBox="1"/>
            <p:nvPr/>
          </p:nvSpPr>
          <p:spPr>
            <a:xfrm>
              <a:off x="11421899" y="3490152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2D320493-73AA-6A3E-2DE2-9840AFA0FBD1}"/>
                </a:ext>
              </a:extLst>
            </p:cNvPr>
            <p:cNvSpPr txBox="1"/>
            <p:nvPr/>
          </p:nvSpPr>
          <p:spPr>
            <a:xfrm>
              <a:off x="12121145" y="3490152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" name="타원 149">
              <a:extLst>
                <a:ext uri="{FF2B5EF4-FFF2-40B4-BE49-F238E27FC236}">
                  <a16:creationId xmlns:a16="http://schemas.microsoft.com/office/drawing/2014/main" id="{D53AB039-C158-E3D4-6806-92D9B6F97016}"/>
                </a:ext>
              </a:extLst>
            </p:cNvPr>
            <p:cNvSpPr/>
            <p:nvPr/>
          </p:nvSpPr>
          <p:spPr bwMode="auto">
            <a:xfrm>
              <a:off x="10807689" y="3117537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51" name="AutoShape 55">
              <a:extLst>
                <a:ext uri="{FF2B5EF4-FFF2-40B4-BE49-F238E27FC236}">
                  <a16:creationId xmlns:a16="http://schemas.microsoft.com/office/drawing/2014/main" id="{B9688A06-F2B5-7236-9754-1F5142B45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5426" y="3381158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152" name="AutoShape 55">
              <a:extLst>
                <a:ext uri="{FF2B5EF4-FFF2-40B4-BE49-F238E27FC236}">
                  <a16:creationId xmlns:a16="http://schemas.microsoft.com/office/drawing/2014/main" id="{14F5F30B-B383-8DCE-25EC-271C7B555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5300" y="3102908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3" name="Multipe Users">
              <a:extLst>
                <a:ext uri="{FF2B5EF4-FFF2-40B4-BE49-F238E27FC236}">
                  <a16:creationId xmlns:a16="http://schemas.microsoft.com/office/drawing/2014/main" id="{ECC5352D-9BCE-6764-26F5-ACF25E0F80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545897" y="3192601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54" name="타원 153">
              <a:extLst>
                <a:ext uri="{FF2B5EF4-FFF2-40B4-BE49-F238E27FC236}">
                  <a16:creationId xmlns:a16="http://schemas.microsoft.com/office/drawing/2014/main" id="{70E1B5BB-6F44-5FF9-2CBE-1A442AB2DD00}"/>
                </a:ext>
              </a:extLst>
            </p:cNvPr>
            <p:cNvSpPr/>
            <p:nvPr/>
          </p:nvSpPr>
          <p:spPr bwMode="auto">
            <a:xfrm>
              <a:off x="12173183" y="3117537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55" name="Timezone">
              <a:extLst>
                <a:ext uri="{FF2B5EF4-FFF2-40B4-BE49-F238E27FC236}">
                  <a16:creationId xmlns:a16="http://schemas.microsoft.com/office/drawing/2014/main" id="{F4081972-E321-62AF-9CBD-DFFF8128F8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0898334" y="3190396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6" name="Timezone">
              <a:extLst>
                <a:ext uri="{FF2B5EF4-FFF2-40B4-BE49-F238E27FC236}">
                  <a16:creationId xmlns:a16="http://schemas.microsoft.com/office/drawing/2014/main" id="{AA86E82F-FEB3-8856-209D-42A8802024B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2263828" y="3190396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F9A6F161-6C85-EE9F-C584-C68DB92A4604}"/>
                </a:ext>
              </a:extLst>
            </p:cNvPr>
            <p:cNvGrpSpPr/>
            <p:nvPr/>
          </p:nvGrpSpPr>
          <p:grpSpPr>
            <a:xfrm>
              <a:off x="10775529" y="4152366"/>
              <a:ext cx="773884" cy="268517"/>
              <a:chOff x="5689331" y="2533231"/>
              <a:chExt cx="773884" cy="268517"/>
            </a:xfrm>
          </p:grpSpPr>
          <p:sp>
            <p:nvSpPr>
              <p:cNvPr id="158" name="AutoShape 55">
                <a:extLst>
                  <a:ext uri="{FF2B5EF4-FFF2-40B4-BE49-F238E27FC236}">
                    <a16:creationId xmlns:a16="http://schemas.microsoft.com/office/drawing/2014/main" id="{DCBBB40A-89A0-D3F6-57CE-1B4B520F2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89331" y="2533231"/>
                <a:ext cx="773884" cy="268517"/>
              </a:xfrm>
              <a:prstGeom prst="rect">
                <a:avLst/>
              </a:prstGeom>
              <a:solidFill>
                <a:srgbClr val="0070C0"/>
              </a:solidFill>
              <a:ln w="3175">
                <a:solidFill>
                  <a:sysClr val="window" lastClr="FFFFFF">
                    <a:lumMod val="75000"/>
                  </a:sysClr>
                </a:solidFill>
                <a:round/>
                <a:headEnd/>
                <a:tailEnd/>
              </a:ln>
            </p:spPr>
            <p:txBody>
              <a:bodyPr wrap="none" lIns="252000" tIns="72000" rIns="108000" bIns="72000" anchor="ctr">
                <a:spAutoFit/>
              </a:bodyPr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상세보기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9" name="Add">
                <a:extLst>
                  <a:ext uri="{FF2B5EF4-FFF2-40B4-BE49-F238E27FC236}">
                    <a16:creationId xmlns:a16="http://schemas.microsoft.com/office/drawing/2014/main" id="{F147A185-5472-02C2-6006-3C4CC93C21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9975" y="2630613"/>
                <a:ext cx="85130" cy="8513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31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60" name="타원 159">
            <a:extLst>
              <a:ext uri="{FF2B5EF4-FFF2-40B4-BE49-F238E27FC236}">
                <a16:creationId xmlns:a16="http://schemas.microsoft.com/office/drawing/2014/main" id="{1432A964-D9E3-B319-AE31-C85494C6D587}"/>
              </a:ext>
            </a:extLst>
          </p:cNvPr>
          <p:cNvSpPr/>
          <p:nvPr/>
        </p:nvSpPr>
        <p:spPr bwMode="auto">
          <a:xfrm>
            <a:off x="4712024" y="2397426"/>
            <a:ext cx="227862" cy="211264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Arial" charset="0"/>
                <a:ea typeface="바탕체" pitchFamily="17" charset="-127"/>
              </a:rPr>
              <a:t>4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161" name="연결선: 꺾임 160">
            <a:extLst>
              <a:ext uri="{FF2B5EF4-FFF2-40B4-BE49-F238E27FC236}">
                <a16:creationId xmlns:a16="http://schemas.microsoft.com/office/drawing/2014/main" id="{CA989A8C-45AD-FA15-2F49-039BCC16482B}"/>
              </a:ext>
            </a:extLst>
          </p:cNvPr>
          <p:cNvCxnSpPr>
            <a:stCxn id="160" idx="4"/>
            <a:endCxn id="137" idx="1"/>
          </p:cNvCxnSpPr>
          <p:nvPr/>
        </p:nvCxnSpPr>
        <p:spPr bwMode="auto">
          <a:xfrm rot="5400000">
            <a:off x="3034837" y="2729118"/>
            <a:ext cx="1911547" cy="1670690"/>
          </a:xfrm>
          <a:prstGeom prst="bentConnector4">
            <a:avLst>
              <a:gd name="adj1" fmla="val 20852"/>
              <a:gd name="adj2" fmla="val 113683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82449337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상세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B736725A-6F4D-50A9-5773-722A8F7BEC7C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447910"/>
          <a:ext cx="9563601" cy="4369625"/>
        </p:xfrm>
        <a:graphic>
          <a:graphicData uri="http://schemas.openxmlformats.org/drawingml/2006/table">
            <a:tbl>
              <a:tblPr/>
              <a:tblGrid>
                <a:gridCol w="5929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</a:tblGrid>
              <a:tr h="32994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05:00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509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셀프체크인 키오스크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셀프백드롭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셀프체크인 키오스크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셀프백드롭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셀프체크인 키오스크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셀프백드롭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9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dirty="0"/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7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6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</a:tbl>
          </a:graphicData>
        </a:graphic>
      </p:graphicFrame>
      <p:pic>
        <p:nvPicPr>
          <p:cNvPr id="49" name="그림 48">
            <a:extLst>
              <a:ext uri="{FF2B5EF4-FFF2-40B4-BE49-F238E27FC236}">
                <a16:creationId xmlns:a16="http://schemas.microsoft.com/office/drawing/2014/main" id="{8DDCC29E-C3C3-0C4C-F636-3F41214621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589" y="5879273"/>
            <a:ext cx="9547961" cy="180287"/>
          </a:xfrm>
          <a:prstGeom prst="rect">
            <a:avLst/>
          </a:prstGeom>
        </p:spPr>
      </p:pic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7862B727-02D0-9572-7B5F-D73BDE45A4D0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17132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02860E12-FDA1-48BE-C610-1E033B9287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838506"/>
              </p:ext>
            </p:extLst>
          </p:nvPr>
        </p:nvGraphicFramePr>
        <p:xfrm>
          <a:off x="170952" y="963752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81C24AB7-5039-0D08-F93F-B534FA2699AF}"/>
              </a:ext>
            </a:extLst>
          </p:cNvPr>
          <p:cNvGrpSpPr/>
          <p:nvPr/>
        </p:nvGrpSpPr>
        <p:grpSpPr>
          <a:xfrm>
            <a:off x="7172060" y="995107"/>
            <a:ext cx="954558" cy="268517"/>
            <a:chOff x="-2021848" y="4521064"/>
            <a:chExt cx="954558" cy="268517"/>
          </a:xfrm>
        </p:grpSpPr>
        <p:sp>
          <p:nvSpPr>
            <p:cNvPr id="21" name="AutoShape 55">
              <a:extLst>
                <a:ext uri="{FF2B5EF4-FFF2-40B4-BE49-F238E27FC236}">
                  <a16:creationId xmlns:a16="http://schemas.microsoft.com/office/drawing/2014/main" id="{7E833301-9E47-2EFC-23C2-DBEEF3FF6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8" y="4521064"/>
              <a:ext cx="860152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B2530B9-7590-8DF0-C497-983FF688CEA2}"/>
                </a:ext>
              </a:extLst>
            </p:cNvPr>
            <p:cNvSpPr txBox="1"/>
            <p:nvPr/>
          </p:nvSpPr>
          <p:spPr>
            <a:xfrm>
              <a:off x="-1996211" y="4547005"/>
              <a:ext cx="92892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엑셀다운로드</a:t>
              </a: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8A63A5-BC76-C6BB-DB1B-AD55644FCE8A}"/>
              </a:ext>
            </a:extLst>
          </p:cNvPr>
          <p:cNvGrpSpPr/>
          <p:nvPr/>
        </p:nvGrpSpPr>
        <p:grpSpPr>
          <a:xfrm>
            <a:off x="8674450" y="986413"/>
            <a:ext cx="701739" cy="268517"/>
            <a:chOff x="-2021847" y="4521064"/>
            <a:chExt cx="718741" cy="268517"/>
          </a:xfrm>
        </p:grpSpPr>
        <p:sp>
          <p:nvSpPr>
            <p:cNvPr id="26" name="AutoShape 55">
              <a:extLst>
                <a:ext uri="{FF2B5EF4-FFF2-40B4-BE49-F238E27FC236}">
                  <a16:creationId xmlns:a16="http://schemas.microsoft.com/office/drawing/2014/main" id="{7322D6C8-4F6F-3704-BD47-888AAE5B5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6B899FD-F0B4-8612-599E-85488AE90020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C30A52A8-97B0-7A67-B444-9D461D049603}"/>
              </a:ext>
            </a:extLst>
          </p:cNvPr>
          <p:cNvGrpSpPr/>
          <p:nvPr/>
        </p:nvGrpSpPr>
        <p:grpSpPr>
          <a:xfrm>
            <a:off x="8101722" y="986413"/>
            <a:ext cx="673187" cy="268517"/>
            <a:chOff x="-2027515" y="4521064"/>
            <a:chExt cx="689497" cy="268517"/>
          </a:xfrm>
        </p:grpSpPr>
        <p:sp>
          <p:nvSpPr>
            <p:cNvPr id="29" name="AutoShape 55">
              <a:extLst>
                <a:ext uri="{FF2B5EF4-FFF2-40B4-BE49-F238E27FC236}">
                  <a16:creationId xmlns:a16="http://schemas.microsoft.com/office/drawing/2014/main" id="{92704B8F-ED92-CB0D-F948-E49EF3111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AE3E72E-7821-9882-A38C-0D3AE7C4FE81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4832AA4C-1D73-9164-4930-35C7641692CA}"/>
              </a:ext>
            </a:extLst>
          </p:cNvPr>
          <p:cNvGrpSpPr/>
          <p:nvPr/>
        </p:nvGrpSpPr>
        <p:grpSpPr>
          <a:xfrm>
            <a:off x="9190499" y="986413"/>
            <a:ext cx="673187" cy="268517"/>
            <a:chOff x="-2081987" y="4521064"/>
            <a:chExt cx="689497" cy="268517"/>
          </a:xfrm>
        </p:grpSpPr>
        <p:sp>
          <p:nvSpPr>
            <p:cNvPr id="32" name="AutoShape 55">
              <a:extLst>
                <a:ext uri="{FF2B5EF4-FFF2-40B4-BE49-F238E27FC236}">
                  <a16:creationId xmlns:a16="http://schemas.microsoft.com/office/drawing/2014/main" id="{659CAF11-0C4F-8B88-4B20-E2A007F67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01E53D9-8D3C-2CDC-5075-008ED7DB3F85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A42E2FEB-935D-3CFA-B494-C81B7BA43111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A5E43FB4-1775-E2E3-E882-6691F4AFA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9" name="AutoShape 89">
            <a:extLst>
              <a:ext uri="{FF2B5EF4-FFF2-40B4-BE49-F238E27FC236}">
                <a16:creationId xmlns:a16="http://schemas.microsoft.com/office/drawing/2014/main" id="{8B84CA73-A69A-CE6F-177B-783D9226E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8E5AAA-2676-4550-4541-29123335097C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11" name="AutoShape 55">
              <a:extLst>
                <a:ext uri="{FF2B5EF4-FFF2-40B4-BE49-F238E27FC236}">
                  <a16:creationId xmlns:a16="http://schemas.microsoft.com/office/drawing/2014/main" id="{77C58BB3-96AF-FAAA-5655-394A6DF15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Search">
              <a:extLst>
                <a:ext uri="{FF2B5EF4-FFF2-40B4-BE49-F238E27FC236}">
                  <a16:creationId xmlns:a16="http://schemas.microsoft.com/office/drawing/2014/main" id="{43EB0D95-E06F-D895-8C8C-C3165B7C43B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6A5EFAA1-9287-8502-90DC-0B2EEB3B9F9A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7E41828-A089-D243-6F2B-3FA0184C733A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E54128DF-EF09-ACC6-9437-AE3E9FD3E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8A9F1AB0-F0B1-050C-0AD8-748C7976F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AAA8467F-5AD8-5DEB-2DB3-A83F371EA20E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B71A326F-923F-4E10-D951-68A819F55F88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21811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차트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C589EA62-A32C-EA90-12EE-48031F6A3ABC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23752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8B737989-C562-F3F9-EE6C-466C20FDF2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1521451"/>
              </p:ext>
            </p:extLst>
          </p:nvPr>
        </p:nvGraphicFramePr>
        <p:xfrm>
          <a:off x="170952" y="963752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1372B320-DEF9-7212-4292-44A2B3BC116B}"/>
              </a:ext>
            </a:extLst>
          </p:cNvPr>
          <p:cNvGrpSpPr/>
          <p:nvPr/>
        </p:nvGrpSpPr>
        <p:grpSpPr>
          <a:xfrm>
            <a:off x="8637307" y="995107"/>
            <a:ext cx="701739" cy="268517"/>
            <a:chOff x="-2021847" y="4521064"/>
            <a:chExt cx="718741" cy="268517"/>
          </a:xfrm>
        </p:grpSpPr>
        <p:sp>
          <p:nvSpPr>
            <p:cNvPr id="5" name="AutoShape 55">
              <a:extLst>
                <a:ext uri="{FF2B5EF4-FFF2-40B4-BE49-F238E27FC236}">
                  <a16:creationId xmlns:a16="http://schemas.microsoft.com/office/drawing/2014/main" id="{D792495F-AC99-EFDA-1212-FD1BD7922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F3CE4E2-C86C-96CC-B879-2781EEBF09E0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903C33D-19C9-D0BB-5F1C-029AF0C4F2D3}"/>
              </a:ext>
            </a:extLst>
          </p:cNvPr>
          <p:cNvGrpSpPr/>
          <p:nvPr/>
        </p:nvGrpSpPr>
        <p:grpSpPr>
          <a:xfrm>
            <a:off x="8064579" y="995107"/>
            <a:ext cx="673187" cy="268517"/>
            <a:chOff x="-2027515" y="4521064"/>
            <a:chExt cx="689497" cy="268517"/>
          </a:xfrm>
        </p:grpSpPr>
        <p:sp>
          <p:nvSpPr>
            <p:cNvPr id="9" name="AutoShape 55">
              <a:extLst>
                <a:ext uri="{FF2B5EF4-FFF2-40B4-BE49-F238E27FC236}">
                  <a16:creationId xmlns:a16="http://schemas.microsoft.com/office/drawing/2014/main" id="{D7905503-770B-CE25-8E0C-D7898D321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751C19D-0B38-2B3B-4892-A43AABFD8B7A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C587DA0-10D5-2ACE-98E1-384ED506086F}"/>
              </a:ext>
            </a:extLst>
          </p:cNvPr>
          <p:cNvGrpSpPr/>
          <p:nvPr/>
        </p:nvGrpSpPr>
        <p:grpSpPr>
          <a:xfrm>
            <a:off x="9153356" y="995107"/>
            <a:ext cx="673187" cy="268517"/>
            <a:chOff x="-2081987" y="4521064"/>
            <a:chExt cx="689497" cy="268517"/>
          </a:xfrm>
        </p:grpSpPr>
        <p:sp>
          <p:nvSpPr>
            <p:cNvPr id="12" name="AutoShape 55">
              <a:extLst>
                <a:ext uri="{FF2B5EF4-FFF2-40B4-BE49-F238E27FC236}">
                  <a16:creationId xmlns:a16="http://schemas.microsoft.com/office/drawing/2014/main" id="{71D3755A-CFF5-BB46-EEE8-3752F5983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7CAB64A-13C6-5E61-E189-7BA31B2C6A96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59" name="차트 58">
            <a:extLst>
              <a:ext uri="{FF2B5EF4-FFF2-40B4-BE49-F238E27FC236}">
                <a16:creationId xmlns:a16="http://schemas.microsoft.com/office/drawing/2014/main" id="{F5B3D112-459A-1060-0ADE-225A76FBEAED}"/>
              </a:ext>
            </a:extLst>
          </p:cNvPr>
          <p:cNvGraphicFramePr/>
          <p:nvPr/>
        </p:nvGraphicFramePr>
        <p:xfrm>
          <a:off x="170952" y="1865672"/>
          <a:ext cx="9576751" cy="49608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105AB4A3-04EF-C0E1-B28D-FDBB4FB8BF3B}"/>
              </a:ext>
            </a:extLst>
          </p:cNvPr>
          <p:cNvCxnSpPr>
            <a:cxnSpLocks/>
          </p:cNvCxnSpPr>
          <p:nvPr/>
        </p:nvCxnSpPr>
        <p:spPr bwMode="auto">
          <a:xfrm flipV="1">
            <a:off x="984552" y="5082788"/>
            <a:ext cx="1262688" cy="42089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0F6F4B11-4E72-0053-17E1-E5A589B7BBBB}"/>
              </a:ext>
            </a:extLst>
          </p:cNvPr>
          <p:cNvCxnSpPr/>
          <p:nvPr/>
        </p:nvCxnSpPr>
        <p:spPr bwMode="auto">
          <a:xfrm flipV="1">
            <a:off x="2247240" y="3459332"/>
            <a:ext cx="2705760" cy="162345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00DEC2AF-A12B-A8D2-42EF-074D83F59F8B}"/>
              </a:ext>
            </a:extLst>
          </p:cNvPr>
          <p:cNvCxnSpPr/>
          <p:nvPr/>
        </p:nvCxnSpPr>
        <p:spPr bwMode="auto">
          <a:xfrm flipV="1">
            <a:off x="4953000" y="3098564"/>
            <a:ext cx="1082304" cy="360768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D1B92A92-8B00-9555-B878-AA01BBAE9DA9}"/>
              </a:ext>
            </a:extLst>
          </p:cNvPr>
          <p:cNvCxnSpPr/>
          <p:nvPr/>
        </p:nvCxnSpPr>
        <p:spPr bwMode="auto">
          <a:xfrm>
            <a:off x="6035304" y="3098564"/>
            <a:ext cx="1322816" cy="1382944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B72C456F-C507-0DFA-BF37-DBFF2B94811F}"/>
              </a:ext>
            </a:extLst>
          </p:cNvPr>
          <p:cNvCxnSpPr/>
          <p:nvPr/>
        </p:nvCxnSpPr>
        <p:spPr bwMode="auto">
          <a:xfrm>
            <a:off x="7358120" y="4481508"/>
            <a:ext cx="1142432" cy="90192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4B668E0D-6553-1297-FF78-772E62EEEADB}"/>
              </a:ext>
            </a:extLst>
          </p:cNvPr>
          <p:cNvCxnSpPr/>
          <p:nvPr/>
        </p:nvCxnSpPr>
        <p:spPr bwMode="auto">
          <a:xfrm>
            <a:off x="1679294" y="6620238"/>
            <a:ext cx="300640" cy="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62BCD2ED-E73E-BB30-C9BD-834463FE0F7E}"/>
              </a:ext>
            </a:extLst>
          </p:cNvPr>
          <p:cNvSpPr txBox="1"/>
          <p:nvPr/>
        </p:nvSpPr>
        <p:spPr>
          <a:xfrm>
            <a:off x="1979933" y="6525860"/>
            <a:ext cx="99024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대기인원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solidFill>
                <a:schemeClr val="bg1">
                  <a:lumMod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8" name="Tooltip">
            <a:extLst>
              <a:ext uri="{FF2B5EF4-FFF2-40B4-BE49-F238E27FC236}">
                <a16:creationId xmlns:a16="http://schemas.microsoft.com/office/drawing/2014/main" id="{73FF59F0-3E59-4CBC-771B-14854C7B47B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08555" y="4676853"/>
            <a:ext cx="199453" cy="240855"/>
            <a:chOff x="1321652" y="1706026"/>
            <a:chExt cx="199453" cy="240855"/>
          </a:xfrm>
        </p:grpSpPr>
        <p:sp>
          <p:nvSpPr>
            <p:cNvPr id="69" name="Box">
              <a:extLst>
                <a:ext uri="{FF2B5EF4-FFF2-40B4-BE49-F238E27FC236}">
                  <a16:creationId xmlns:a16="http://schemas.microsoft.com/office/drawing/2014/main" id="{CA40217A-B489-1071-7FB7-219B3D9121BD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21652" y="1706026"/>
              <a:ext cx="199453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76</a:t>
              </a:r>
            </a:p>
          </p:txBody>
        </p:sp>
        <p:sp>
          <p:nvSpPr>
            <p:cNvPr id="70" name="Arrow">
              <a:extLst>
                <a:ext uri="{FF2B5EF4-FFF2-40B4-BE49-F238E27FC236}">
                  <a16:creationId xmlns:a16="http://schemas.microsoft.com/office/drawing/2014/main" id="{22B06419-6E6A-5377-E6F8-4508C2996378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71" name="Gap">
              <a:extLst>
                <a:ext uri="{FF2B5EF4-FFF2-40B4-BE49-F238E27FC236}">
                  <a16:creationId xmlns:a16="http://schemas.microsoft.com/office/drawing/2014/main" id="{E94B12BA-E662-476A-68F2-5CFF1CB647A2}"/>
                </a:ext>
              </a:extLst>
            </p:cNvPr>
            <p:cNvCxnSpPr/>
            <p:nvPr>
              <p:custDataLst>
                <p:tags r:id="rId8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Tooltip">
            <a:extLst>
              <a:ext uri="{FF2B5EF4-FFF2-40B4-BE49-F238E27FC236}">
                <a16:creationId xmlns:a16="http://schemas.microsoft.com/office/drawing/2014/main" id="{468DA077-95AE-AE4A-3906-E02AA53832AB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370130" y="3051952"/>
            <a:ext cx="248045" cy="240855"/>
            <a:chOff x="1297356" y="1706026"/>
            <a:chExt cx="248045" cy="240855"/>
          </a:xfrm>
        </p:grpSpPr>
        <p:sp>
          <p:nvSpPr>
            <p:cNvPr id="73" name="Box">
              <a:extLst>
                <a:ext uri="{FF2B5EF4-FFF2-40B4-BE49-F238E27FC236}">
                  <a16:creationId xmlns:a16="http://schemas.microsoft.com/office/drawing/2014/main" id="{88C70C9C-D9AC-4803-0AA2-001036362E27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7356" y="1706026"/>
              <a:ext cx="248045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189</a:t>
              </a:r>
            </a:p>
          </p:txBody>
        </p:sp>
        <p:sp>
          <p:nvSpPr>
            <p:cNvPr id="74" name="Arrow">
              <a:extLst>
                <a:ext uri="{FF2B5EF4-FFF2-40B4-BE49-F238E27FC236}">
                  <a16:creationId xmlns:a16="http://schemas.microsoft.com/office/drawing/2014/main" id="{F85A9DB2-A996-9251-8E86-EA6339204BDB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75" name="Gap">
              <a:extLst>
                <a:ext uri="{FF2B5EF4-FFF2-40B4-BE49-F238E27FC236}">
                  <a16:creationId xmlns:a16="http://schemas.microsoft.com/office/drawing/2014/main" id="{BB28102B-6465-18C1-D22A-12EBE3876F2E}"/>
                </a:ext>
              </a:extLst>
            </p:cNvPr>
            <p:cNvCxnSpPr/>
            <p:nvPr>
              <p:custDataLst>
                <p:tags r:id="rId5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7B83697E-345F-9E23-5B80-C9C8E468F629}"/>
              </a:ext>
            </a:extLst>
          </p:cNvPr>
          <p:cNvSpPr txBox="1"/>
          <p:nvPr/>
        </p:nvSpPr>
        <p:spPr>
          <a:xfrm>
            <a:off x="120173" y="1967034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인원수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EB1CACDD-AC8E-5437-A172-192D95B3A82D}"/>
              </a:ext>
            </a:extLst>
          </p:cNvPr>
          <p:cNvSpPr txBox="1"/>
          <p:nvPr/>
        </p:nvSpPr>
        <p:spPr>
          <a:xfrm>
            <a:off x="9224706" y="6226008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시간</a:t>
            </a: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1C409E14-2A93-0542-E4D1-7A7528EC69DB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82728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현재일자                                           비교일자 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                     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비교일자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1" name="Rectangle 7">
            <a:extLst>
              <a:ext uri="{FF2B5EF4-FFF2-40B4-BE49-F238E27FC236}">
                <a16:creationId xmlns:a16="http://schemas.microsoft.com/office/drawing/2014/main" id="{A00F37CA-1247-44E1-F115-A723AB580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4584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92" name="AutoShape 89">
            <a:extLst>
              <a:ext uri="{FF2B5EF4-FFF2-40B4-BE49-F238E27FC236}">
                <a16:creationId xmlns:a16="http://schemas.microsoft.com/office/drawing/2014/main" id="{501DD946-3A0C-B9D6-03B3-406E06792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7A40F23C-5958-804B-E30D-BAB1D8CB369A}"/>
              </a:ext>
            </a:extLst>
          </p:cNvPr>
          <p:cNvGrpSpPr/>
          <p:nvPr/>
        </p:nvGrpSpPr>
        <p:grpSpPr>
          <a:xfrm>
            <a:off x="9153356" y="510882"/>
            <a:ext cx="594348" cy="283906"/>
            <a:chOff x="2941228" y="5138388"/>
            <a:chExt cx="594348" cy="283906"/>
          </a:xfrm>
        </p:grpSpPr>
        <p:sp>
          <p:nvSpPr>
            <p:cNvPr id="94" name="AutoShape 55">
              <a:extLst>
                <a:ext uri="{FF2B5EF4-FFF2-40B4-BE49-F238E27FC236}">
                  <a16:creationId xmlns:a16="http://schemas.microsoft.com/office/drawing/2014/main" id="{2B6B497B-9753-7884-DDF5-4026575A4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Search">
              <a:extLst>
                <a:ext uri="{FF2B5EF4-FFF2-40B4-BE49-F238E27FC236}">
                  <a16:creationId xmlns:a16="http://schemas.microsoft.com/office/drawing/2014/main" id="{7D2591FA-9D17-3E8D-F05B-28135A7F64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6" name="Rectangle 7">
            <a:extLst>
              <a:ext uri="{FF2B5EF4-FFF2-40B4-BE49-F238E27FC236}">
                <a16:creationId xmlns:a16="http://schemas.microsoft.com/office/drawing/2014/main" id="{0750B69E-0951-343F-B008-B890E8544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5528" y="54584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AutoShape 89">
            <a:extLst>
              <a:ext uri="{FF2B5EF4-FFF2-40B4-BE49-F238E27FC236}">
                <a16:creationId xmlns:a16="http://schemas.microsoft.com/office/drawing/2014/main" id="{FF770CC2-99B3-3A3D-0B7C-0A555B3AD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8039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98" name="Rectangle 7">
            <a:extLst>
              <a:ext uri="{FF2B5EF4-FFF2-40B4-BE49-F238E27FC236}">
                <a16:creationId xmlns:a16="http://schemas.microsoft.com/office/drawing/2014/main" id="{60365EC2-D2BF-8516-839B-8F3464218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2329" y="545844"/>
            <a:ext cx="5974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 19</a:t>
            </a:r>
          </a:p>
        </p:txBody>
      </p:sp>
      <p:sp>
        <p:nvSpPr>
          <p:cNvPr id="99" name="AutoShape 89">
            <a:extLst>
              <a:ext uri="{FF2B5EF4-FFF2-40B4-BE49-F238E27FC236}">
                <a16:creationId xmlns:a16="http://schemas.microsoft.com/office/drawing/2014/main" id="{12A140B7-6B76-C9EE-24E0-9E98B9991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9724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00" name="Rectangle 7">
            <a:extLst>
              <a:ext uri="{FF2B5EF4-FFF2-40B4-BE49-F238E27FC236}">
                <a16:creationId xmlns:a16="http://schemas.microsoft.com/office/drawing/2014/main" id="{7E2742BA-7A57-F5FF-295A-A471FA67B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6128" y="54584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2023-10-18</a:t>
            </a:r>
          </a:p>
        </p:txBody>
      </p:sp>
      <p:sp>
        <p:nvSpPr>
          <p:cNvPr id="101" name="AutoShape 89">
            <a:extLst>
              <a:ext uri="{FF2B5EF4-FFF2-40B4-BE49-F238E27FC236}">
                <a16:creationId xmlns:a16="http://schemas.microsoft.com/office/drawing/2014/main" id="{E2D0BFF6-BBE9-24A8-45FD-93AEAF600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8639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02" name="Rectangle 7">
            <a:extLst>
              <a:ext uri="{FF2B5EF4-FFF2-40B4-BE49-F238E27FC236}">
                <a16:creationId xmlns:a16="http://schemas.microsoft.com/office/drawing/2014/main" id="{DA7951C8-0FCE-B9E6-A904-C628FE76F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8664" y="54584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2023-10-18</a:t>
            </a:r>
          </a:p>
        </p:txBody>
      </p:sp>
      <p:sp>
        <p:nvSpPr>
          <p:cNvPr id="103" name="AutoShape 89">
            <a:extLst>
              <a:ext uri="{FF2B5EF4-FFF2-40B4-BE49-F238E27FC236}">
                <a16:creationId xmlns:a16="http://schemas.microsoft.com/office/drawing/2014/main" id="{7BDAAB77-68FA-7F3A-9805-028F609E0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1175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BA88BBB2-1BFA-2D7E-E729-E94B1EE833BB}"/>
              </a:ext>
            </a:extLst>
          </p:cNvPr>
          <p:cNvCxnSpPr/>
          <p:nvPr/>
        </p:nvCxnSpPr>
        <p:spPr bwMode="auto">
          <a:xfrm>
            <a:off x="8500552" y="5386454"/>
            <a:ext cx="734787" cy="60128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644E89D0-4C2E-32D8-6F48-84E84F257255}"/>
              </a:ext>
            </a:extLst>
          </p:cNvPr>
          <p:cNvCxnSpPr/>
          <p:nvPr/>
        </p:nvCxnSpPr>
        <p:spPr bwMode="auto">
          <a:xfrm>
            <a:off x="8500552" y="5386454"/>
            <a:ext cx="734787" cy="60128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59131D9-97B3-D279-8BE7-F3F23D5F2666}"/>
              </a:ext>
            </a:extLst>
          </p:cNvPr>
          <p:cNvSpPr/>
          <p:nvPr/>
        </p:nvSpPr>
        <p:spPr bwMode="auto">
          <a:xfrm>
            <a:off x="955977" y="5815976"/>
            <a:ext cx="120256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119E029-6647-B56A-68F4-A1C49A5618B3}"/>
              </a:ext>
            </a:extLst>
          </p:cNvPr>
          <p:cNvSpPr/>
          <p:nvPr/>
        </p:nvSpPr>
        <p:spPr bwMode="auto">
          <a:xfrm>
            <a:off x="1654719" y="5815976"/>
            <a:ext cx="143052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FA6242A-7D7D-556B-8B47-591FC945AA75}"/>
              </a:ext>
            </a:extLst>
          </p:cNvPr>
          <p:cNvSpPr/>
          <p:nvPr/>
        </p:nvSpPr>
        <p:spPr bwMode="auto">
          <a:xfrm>
            <a:off x="2356031" y="5380708"/>
            <a:ext cx="171387" cy="735908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67CC019-158C-6131-B938-F73AB2A2F251}"/>
              </a:ext>
            </a:extLst>
          </p:cNvPr>
          <p:cNvSpPr/>
          <p:nvPr/>
        </p:nvSpPr>
        <p:spPr bwMode="auto">
          <a:xfrm>
            <a:off x="3184287" y="4880376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CD73AC5-0CD3-52D5-6ED4-D08C974A91B4}"/>
              </a:ext>
            </a:extLst>
          </p:cNvPr>
          <p:cNvSpPr/>
          <p:nvPr/>
        </p:nvSpPr>
        <p:spPr bwMode="auto">
          <a:xfrm>
            <a:off x="3934785" y="4880376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FCB8240-8D45-12E8-AFFF-2FC0A57BE93F}"/>
              </a:ext>
            </a:extLst>
          </p:cNvPr>
          <p:cNvSpPr/>
          <p:nvPr/>
        </p:nvSpPr>
        <p:spPr bwMode="auto">
          <a:xfrm>
            <a:off x="4685283" y="4880376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3BAF891-231E-661E-E15C-9CB54CC9493A}"/>
              </a:ext>
            </a:extLst>
          </p:cNvPr>
          <p:cNvSpPr/>
          <p:nvPr/>
        </p:nvSpPr>
        <p:spPr bwMode="auto">
          <a:xfrm>
            <a:off x="5401275" y="4880376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44FCDD9-C589-1E77-8A16-829B028DD523}"/>
              </a:ext>
            </a:extLst>
          </p:cNvPr>
          <p:cNvSpPr/>
          <p:nvPr/>
        </p:nvSpPr>
        <p:spPr bwMode="auto">
          <a:xfrm>
            <a:off x="6169026" y="4880376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14F20653-2BD4-2646-0FE4-1BCAA2199C12}"/>
              </a:ext>
            </a:extLst>
          </p:cNvPr>
          <p:cNvSpPr/>
          <p:nvPr/>
        </p:nvSpPr>
        <p:spPr bwMode="auto">
          <a:xfrm>
            <a:off x="6928150" y="5372080"/>
            <a:ext cx="188642" cy="74453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51ADD8E4-8BB7-5B14-8785-EA94368B9B9B}"/>
              </a:ext>
            </a:extLst>
          </p:cNvPr>
          <p:cNvSpPr/>
          <p:nvPr/>
        </p:nvSpPr>
        <p:spPr bwMode="auto">
          <a:xfrm>
            <a:off x="7626890" y="5596368"/>
            <a:ext cx="171389" cy="520247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1A65160-5655-2876-8472-8C0FB1D737E2}"/>
              </a:ext>
            </a:extLst>
          </p:cNvPr>
          <p:cNvSpPr/>
          <p:nvPr/>
        </p:nvSpPr>
        <p:spPr bwMode="auto">
          <a:xfrm>
            <a:off x="8377388" y="5794776"/>
            <a:ext cx="154137" cy="321839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24C6B80-1D0A-E24C-CE9A-010CACF2F51C}"/>
              </a:ext>
            </a:extLst>
          </p:cNvPr>
          <p:cNvSpPr/>
          <p:nvPr/>
        </p:nvSpPr>
        <p:spPr bwMode="auto">
          <a:xfrm>
            <a:off x="9136513" y="5924172"/>
            <a:ext cx="136884" cy="192443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AF65FA7-4E0C-3C3F-2609-333D8ED78118}"/>
              </a:ext>
            </a:extLst>
          </p:cNvPr>
          <p:cNvSpPr/>
          <p:nvPr/>
        </p:nvSpPr>
        <p:spPr bwMode="auto">
          <a:xfrm>
            <a:off x="1075361" y="5823015"/>
            <a:ext cx="114575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136DF70-C635-1C8B-18D6-6EED9FD42EB2}"/>
              </a:ext>
            </a:extLst>
          </p:cNvPr>
          <p:cNvSpPr/>
          <p:nvPr/>
        </p:nvSpPr>
        <p:spPr bwMode="auto">
          <a:xfrm>
            <a:off x="1799263" y="5813490"/>
            <a:ext cx="124789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5C69CB6-781B-7408-510B-11D9306CFD89}"/>
              </a:ext>
            </a:extLst>
          </p:cNvPr>
          <p:cNvSpPr/>
          <p:nvPr/>
        </p:nvSpPr>
        <p:spPr bwMode="auto">
          <a:xfrm>
            <a:off x="2513875" y="5380708"/>
            <a:ext cx="182958" cy="733422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D1F3F51-DD2A-F392-D1D7-B5ECE68013D3}"/>
              </a:ext>
            </a:extLst>
          </p:cNvPr>
          <p:cNvSpPr/>
          <p:nvPr/>
        </p:nvSpPr>
        <p:spPr bwMode="auto">
          <a:xfrm>
            <a:off x="3355737" y="48803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3B2ADF99-27D0-64FD-F742-13D8DA60B461}"/>
              </a:ext>
            </a:extLst>
          </p:cNvPr>
          <p:cNvSpPr/>
          <p:nvPr/>
        </p:nvSpPr>
        <p:spPr bwMode="auto">
          <a:xfrm>
            <a:off x="4106235" y="48803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440E40D4-2A25-EF3B-001F-FFE230D22ABE}"/>
              </a:ext>
            </a:extLst>
          </p:cNvPr>
          <p:cNvSpPr/>
          <p:nvPr/>
        </p:nvSpPr>
        <p:spPr bwMode="auto">
          <a:xfrm>
            <a:off x="4856733" y="48803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A24E78CD-227B-02D0-A767-0A32DA77806E}"/>
              </a:ext>
            </a:extLst>
          </p:cNvPr>
          <p:cNvSpPr/>
          <p:nvPr/>
        </p:nvSpPr>
        <p:spPr bwMode="auto">
          <a:xfrm>
            <a:off x="5572725" y="48803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F40E718-6AB1-F152-6434-B6457F399815}"/>
              </a:ext>
            </a:extLst>
          </p:cNvPr>
          <p:cNvSpPr/>
          <p:nvPr/>
        </p:nvSpPr>
        <p:spPr bwMode="auto">
          <a:xfrm>
            <a:off x="6340476" y="48803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A1181606-2279-6C87-74ED-7CCAC15FB36E}"/>
              </a:ext>
            </a:extLst>
          </p:cNvPr>
          <p:cNvSpPr/>
          <p:nvPr/>
        </p:nvSpPr>
        <p:spPr bwMode="auto">
          <a:xfrm>
            <a:off x="7099600" y="5372080"/>
            <a:ext cx="188642" cy="74453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90D42FD2-400E-798C-9CA2-2514B2974966}"/>
              </a:ext>
            </a:extLst>
          </p:cNvPr>
          <p:cNvSpPr/>
          <p:nvPr/>
        </p:nvSpPr>
        <p:spPr bwMode="auto">
          <a:xfrm>
            <a:off x="7798340" y="5596368"/>
            <a:ext cx="171389" cy="520247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88F955D-01B1-134D-93DC-2BD271F036C3}"/>
              </a:ext>
            </a:extLst>
          </p:cNvPr>
          <p:cNvSpPr/>
          <p:nvPr/>
        </p:nvSpPr>
        <p:spPr bwMode="auto">
          <a:xfrm>
            <a:off x="8548838" y="5794776"/>
            <a:ext cx="154137" cy="321839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06D2B8E0-AA36-A2C7-90FC-D0B0D32AF9AE}"/>
              </a:ext>
            </a:extLst>
          </p:cNvPr>
          <p:cNvSpPr/>
          <p:nvPr/>
        </p:nvSpPr>
        <p:spPr bwMode="auto">
          <a:xfrm>
            <a:off x="9307963" y="5924172"/>
            <a:ext cx="136884" cy="192443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74FB955B-6F31-76B4-9399-F24880F84431}"/>
              </a:ext>
            </a:extLst>
          </p:cNvPr>
          <p:cNvGrpSpPr/>
          <p:nvPr/>
        </p:nvGrpSpPr>
        <p:grpSpPr>
          <a:xfrm>
            <a:off x="179543" y="1388579"/>
            <a:ext cx="9568160" cy="352819"/>
            <a:chOff x="179543" y="1388579"/>
            <a:chExt cx="9568160" cy="352819"/>
          </a:xfrm>
        </p:grpSpPr>
        <p:sp>
          <p:nvSpPr>
            <p:cNvPr id="113" name="모서리가 둥근 직사각형 116">
              <a:extLst>
                <a:ext uri="{FF2B5EF4-FFF2-40B4-BE49-F238E27FC236}">
                  <a16:creationId xmlns:a16="http://schemas.microsoft.com/office/drawing/2014/main" id="{3E0045B3-C25F-3C18-7D7D-4A59FA2C283B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F1A1A3D-99AB-E92B-4CAF-8E224ED7FD5D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FD609D00-09E5-EF04-FD86-B025C0DBD6FC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117" name="포인트가 12개인 별 127">
                <a:extLst>
                  <a:ext uri="{FF2B5EF4-FFF2-40B4-BE49-F238E27FC236}">
                    <a16:creationId xmlns:a16="http://schemas.microsoft.com/office/drawing/2014/main" id="{118BC89F-350B-E4B9-E2B5-91EC8154866A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118" name="Exclamation Mark">
                <a:extLst>
                  <a:ext uri="{FF2B5EF4-FFF2-40B4-BE49-F238E27FC236}">
                    <a16:creationId xmlns:a16="http://schemas.microsoft.com/office/drawing/2014/main" id="{F7C4843D-ECB6-E08D-2309-8AEA92216DB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C059257-8435-94E1-C462-D658E1B9CEA3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6683D439-0EF8-0C5E-252C-91CDA4A3995F}"/>
              </a:ext>
            </a:extLst>
          </p:cNvPr>
          <p:cNvSpPr txBox="1"/>
          <p:nvPr/>
        </p:nvSpPr>
        <p:spPr>
          <a:xfrm>
            <a:off x="7654729" y="6495522"/>
            <a:ext cx="78475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AB3DBDC-47C7-3166-5CA8-0A28B1C4106C}"/>
              </a:ext>
            </a:extLst>
          </p:cNvPr>
          <p:cNvSpPr/>
          <p:nvPr/>
        </p:nvSpPr>
        <p:spPr bwMode="auto">
          <a:xfrm>
            <a:off x="7513012" y="6534569"/>
            <a:ext cx="98830" cy="15758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1C8944A-0089-C88D-623A-5B2BC851D4DC}"/>
              </a:ext>
            </a:extLst>
          </p:cNvPr>
          <p:cNvSpPr/>
          <p:nvPr/>
        </p:nvSpPr>
        <p:spPr bwMode="auto">
          <a:xfrm>
            <a:off x="7611843" y="6534569"/>
            <a:ext cx="98830" cy="15758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5097562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7862AA-5A25-34D5-ACFA-C2F47869F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EC74EAA9-F1C4-5D96-DB2D-95EDFC7C87E4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80A7BD9-00EF-3C0C-BA01-C67379CB6C24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출국장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88" name="직선 연결선 287">
            <a:extLst>
              <a:ext uri="{FF2B5EF4-FFF2-40B4-BE49-F238E27FC236}">
                <a16:creationId xmlns:a16="http://schemas.microsoft.com/office/drawing/2014/main" id="{35CFEFE0-0542-ECB6-9671-6380F3BD40B0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52551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289" name="표 288">
            <a:extLst>
              <a:ext uri="{FF2B5EF4-FFF2-40B4-BE49-F238E27FC236}">
                <a16:creationId xmlns:a16="http://schemas.microsoft.com/office/drawing/2014/main" id="{AB7DA1F8-2F93-A6C5-CBB0-701E69322D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6071700"/>
              </p:ext>
            </p:extLst>
          </p:nvPr>
        </p:nvGraphicFramePr>
        <p:xfrm>
          <a:off x="170952" y="999171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94E3158F-77A5-45C3-DCDE-FDD7C6E865BF}"/>
              </a:ext>
            </a:extLst>
          </p:cNvPr>
          <p:cNvGrpSpPr/>
          <p:nvPr/>
        </p:nvGrpSpPr>
        <p:grpSpPr>
          <a:xfrm>
            <a:off x="8674450" y="1030526"/>
            <a:ext cx="701739" cy="268517"/>
            <a:chOff x="-2021847" y="4521064"/>
            <a:chExt cx="718741" cy="268517"/>
          </a:xfrm>
        </p:grpSpPr>
        <p:sp>
          <p:nvSpPr>
            <p:cNvPr id="12" name="AutoShape 55">
              <a:extLst>
                <a:ext uri="{FF2B5EF4-FFF2-40B4-BE49-F238E27FC236}">
                  <a16:creationId xmlns:a16="http://schemas.microsoft.com/office/drawing/2014/main" id="{65B587A2-D55F-FB97-6EE2-42A795B01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6AF9886-5B93-171B-1BC7-78ACC542B477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FACE01A-28CC-0D7A-A48A-1A3BF5BA26E0}"/>
              </a:ext>
            </a:extLst>
          </p:cNvPr>
          <p:cNvGrpSpPr/>
          <p:nvPr/>
        </p:nvGrpSpPr>
        <p:grpSpPr>
          <a:xfrm>
            <a:off x="8101722" y="1030526"/>
            <a:ext cx="673187" cy="268517"/>
            <a:chOff x="-2027515" y="4521064"/>
            <a:chExt cx="689497" cy="268517"/>
          </a:xfrm>
        </p:grpSpPr>
        <p:sp>
          <p:nvSpPr>
            <p:cNvPr id="20" name="AutoShape 55">
              <a:extLst>
                <a:ext uri="{FF2B5EF4-FFF2-40B4-BE49-F238E27FC236}">
                  <a16:creationId xmlns:a16="http://schemas.microsoft.com/office/drawing/2014/main" id="{CD64AD5A-11B9-889E-C349-1F9B6E36E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03B0B4C-E589-B99A-36E6-034951A9925B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53F252A-FB4A-A937-BFEE-BD1B0F873F76}"/>
              </a:ext>
            </a:extLst>
          </p:cNvPr>
          <p:cNvGrpSpPr/>
          <p:nvPr/>
        </p:nvGrpSpPr>
        <p:grpSpPr>
          <a:xfrm>
            <a:off x="9190499" y="1030526"/>
            <a:ext cx="673187" cy="268517"/>
            <a:chOff x="-2081987" y="4521064"/>
            <a:chExt cx="689497" cy="268517"/>
          </a:xfrm>
        </p:grpSpPr>
        <p:sp>
          <p:nvSpPr>
            <p:cNvPr id="43" name="AutoShape 55">
              <a:extLst>
                <a:ext uri="{FF2B5EF4-FFF2-40B4-BE49-F238E27FC236}">
                  <a16:creationId xmlns:a16="http://schemas.microsoft.com/office/drawing/2014/main" id="{0ED1CB43-B132-56F1-1267-70282E47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26E3F44-F728-129F-A601-20A39378D9AB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C40D99B0-7293-AED1-0D8D-9702C4CF8891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" name="Rectangle 7">
            <a:extLst>
              <a:ext uri="{FF2B5EF4-FFF2-40B4-BE49-F238E27FC236}">
                <a16:creationId xmlns:a16="http://schemas.microsoft.com/office/drawing/2014/main" id="{F56ABA9F-231F-346A-1006-43092A93F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51" name="AutoShape 89">
            <a:extLst>
              <a:ext uri="{FF2B5EF4-FFF2-40B4-BE49-F238E27FC236}">
                <a16:creationId xmlns:a16="http://schemas.microsoft.com/office/drawing/2014/main" id="{585C791A-FFAF-217F-7008-85D300372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AC490D97-AB1B-4854-6A3F-E0E7C0706E99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56" name="AutoShape 55">
              <a:extLst>
                <a:ext uri="{FF2B5EF4-FFF2-40B4-BE49-F238E27FC236}">
                  <a16:creationId xmlns:a16="http://schemas.microsoft.com/office/drawing/2014/main" id="{393D7ED9-A4F1-A5D8-EE02-24EEC61D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" name="Search">
              <a:extLst>
                <a:ext uri="{FF2B5EF4-FFF2-40B4-BE49-F238E27FC236}">
                  <a16:creationId xmlns:a16="http://schemas.microsoft.com/office/drawing/2014/main" id="{D3F8ABBB-212D-67AB-F382-99E088F182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FE9AAAC-E96B-F0E2-B24E-7EAED13F31EC}"/>
              </a:ext>
            </a:extLst>
          </p:cNvPr>
          <p:cNvGrpSpPr/>
          <p:nvPr/>
        </p:nvGrpSpPr>
        <p:grpSpPr>
          <a:xfrm>
            <a:off x="170018" y="1417154"/>
            <a:ext cx="9568160" cy="352819"/>
            <a:chOff x="179543" y="1388579"/>
            <a:chExt cx="9568160" cy="352819"/>
          </a:xfrm>
        </p:grpSpPr>
        <p:sp>
          <p:nvSpPr>
            <p:cNvPr id="422" name="모서리가 둥근 직사각형 116">
              <a:extLst>
                <a:ext uri="{FF2B5EF4-FFF2-40B4-BE49-F238E27FC236}">
                  <a16:creationId xmlns:a16="http://schemas.microsoft.com/office/drawing/2014/main" id="{FC208277-66A9-C0A2-D117-DA8FB0FB51C1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6EEBBD40-72D7-522C-D27C-B7719591E770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3298183E-3CEC-BFDE-E3A1-C11CE63947FE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426" name="포인트가 12개인 별 127">
                <a:extLst>
                  <a:ext uri="{FF2B5EF4-FFF2-40B4-BE49-F238E27FC236}">
                    <a16:creationId xmlns:a16="http://schemas.microsoft.com/office/drawing/2014/main" id="{D048C7D5-2A90-CC63-37A0-48E0D039739C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427" name="Exclamation Mark">
                <a:extLst>
                  <a:ext uri="{FF2B5EF4-FFF2-40B4-BE49-F238E27FC236}">
                    <a16:creationId xmlns:a16="http://schemas.microsoft.com/office/drawing/2014/main" id="{47EAFAB5-8685-8568-67E2-9D160A88E54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71F398E7-C3BE-C2F3-2A26-91320248AB34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2FD518E-73A4-333A-DFE3-8F68E665157F}"/>
                </a:ext>
              </a:extLst>
            </p:cNvPr>
            <p:cNvSpPr txBox="1"/>
            <p:nvPr/>
          </p:nvSpPr>
          <p:spPr>
            <a:xfrm>
              <a:off x="267510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" name="타원 4">
            <a:extLst>
              <a:ext uri="{FF2B5EF4-FFF2-40B4-BE49-F238E27FC236}">
                <a16:creationId xmlns:a16="http://schemas.microsoft.com/office/drawing/2014/main" id="{815AB6F6-161D-AC02-B475-634307A574EE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5917627-CC05-7421-6E5E-BF9D8C14C55C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188B8FF7-6911-3587-15C0-7392CF01F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B7EF3893-D3C6-4AAC-1620-EBF06F983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B11CDCF8-D598-F619-AB22-A69311F836C4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D9D5AC-6469-5434-7DB5-BB5146D0D91D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503C0BF-A91E-926E-630E-E7E4553D29F1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1D2C2F8-F9EE-08DC-2408-B50340F366C3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787F4B8-15F9-0475-D2E0-006FCBE257C4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모서리가 둥근 직사각형 500">
            <a:extLst>
              <a:ext uri="{FF2B5EF4-FFF2-40B4-BE49-F238E27FC236}">
                <a16:creationId xmlns:a16="http://schemas.microsoft.com/office/drawing/2014/main" id="{739AC2CF-75C4-B8B9-B065-2942EB7018B5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모서리가 둥근 직사각형 501">
            <a:extLst>
              <a:ext uri="{FF2B5EF4-FFF2-40B4-BE49-F238E27FC236}">
                <a16:creationId xmlns:a16="http://schemas.microsoft.com/office/drawing/2014/main" id="{FD3F86A0-E4A1-5317-D9E0-2F44C3581012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221FF5D-345B-31FF-6EFF-B9891A59C86A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0" name="사각형 설명선 86">
            <a:extLst>
              <a:ext uri="{FF2B5EF4-FFF2-40B4-BE49-F238E27FC236}">
                <a16:creationId xmlns:a16="http://schemas.microsoft.com/office/drawing/2014/main" id="{427BAD98-8382-7911-6CDD-A8A8C0DEF237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A95D8091-D3BA-D0D7-AD1E-7C2C086D3B0C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62E973E-45C0-88C4-9A3E-ACC0B91C152E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1BEF17-EEF9-559D-CD0F-324853EB9504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917AF77-6020-F5F4-8282-53B911BFB1FC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10B52F0-AD61-3572-CDCA-CF5E255C40DD}"/>
              </a:ext>
            </a:extLst>
          </p:cNvPr>
          <p:cNvSpPr/>
          <p:nvPr/>
        </p:nvSpPr>
        <p:spPr bwMode="auto">
          <a:xfrm>
            <a:off x="708147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51F0DFE-2523-04DF-1B80-C472AF26AE35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CB5CF96-79C2-77EE-AF46-12661368D286}"/>
              </a:ext>
            </a:extLst>
          </p:cNvPr>
          <p:cNvSpPr/>
          <p:nvPr/>
        </p:nvSpPr>
        <p:spPr bwMode="auto">
          <a:xfrm>
            <a:off x="292927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A062BF3-DE55-3E3E-C346-06B488CC0E30}"/>
              </a:ext>
            </a:extLst>
          </p:cNvPr>
          <p:cNvSpPr/>
          <p:nvPr/>
        </p:nvSpPr>
        <p:spPr bwMode="auto">
          <a:xfrm>
            <a:off x="2004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8807EBB-C513-3C44-E88E-5153BC646BA9}"/>
              </a:ext>
            </a:extLst>
          </p:cNvPr>
          <p:cNvSpPr/>
          <p:nvPr/>
        </p:nvSpPr>
        <p:spPr bwMode="auto">
          <a:xfrm>
            <a:off x="398093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F897542A-9178-8841-E9E4-075AB2EC96E5}"/>
              </a:ext>
            </a:extLst>
          </p:cNvPr>
          <p:cNvSpPr/>
          <p:nvPr/>
        </p:nvSpPr>
        <p:spPr bwMode="auto">
          <a:xfrm>
            <a:off x="608427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DDF05BC-64A7-8EC9-76EE-79B8AA70C23A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5C65C1D1-2788-F9E5-9618-CC5669081A69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A4164BA-23EC-7E69-027E-0C52777DA70D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91BA42A0-DE48-B851-C451-C2B0A242121C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D0B4F49-22D2-0BDC-1F59-8EA861FF8230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0246113-4054-DEE4-059B-A0F0D9BC9BC1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1F22F2B-BE44-9BEB-7404-A7DDC8E412EC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DD95958-C10A-BAEC-227E-887A17695DB2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6600FDCE-4201-6722-33D5-C14871949FD5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38D92BF2-30F8-FE57-C094-C154D9471D62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96BDABA-D60A-A98C-3907-21E97B56D2EF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1DAE338-3247-88CB-BF76-AC97C18EE3E4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2DDFB14-D1A3-766F-0AD7-5F796E914F9B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74D3055-9BE3-F306-BFD0-21C65CED48D7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027242E-A33E-9202-F225-62A8F4854738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EE87677-140D-B35D-06CB-3A1C1B70DB27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444430EC-1B99-8DDA-BBC5-58DC929C2D41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4F5421-6058-BEF0-686C-93D74BDD5111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17B1EFD-B302-6A07-FA2F-1A69D292A5C0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876EB629-AD1E-1E55-5BFF-3DDD148473D3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484" name="표 483">
            <a:extLst>
              <a:ext uri="{FF2B5EF4-FFF2-40B4-BE49-F238E27FC236}">
                <a16:creationId xmlns:a16="http://schemas.microsoft.com/office/drawing/2014/main" id="{AEB3B0CF-7C79-E230-BD69-8AA8912D15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520402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grpSp>
        <p:nvGrpSpPr>
          <p:cNvPr id="93" name="그룹 92">
            <a:extLst>
              <a:ext uri="{FF2B5EF4-FFF2-40B4-BE49-F238E27FC236}">
                <a16:creationId xmlns:a16="http://schemas.microsoft.com/office/drawing/2014/main" id="{C6735741-FD1F-73C8-6155-8F4A4912C940}"/>
              </a:ext>
            </a:extLst>
          </p:cNvPr>
          <p:cNvGrpSpPr/>
          <p:nvPr/>
        </p:nvGrpSpPr>
        <p:grpSpPr>
          <a:xfrm>
            <a:off x="94644" y="2555631"/>
            <a:ext cx="1643496" cy="2638425"/>
            <a:chOff x="-2616045" y="1885949"/>
            <a:chExt cx="1643496" cy="2638425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6C3C38D1-AE18-C140-5D08-A13A1B4AF68C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사각형: 둥근 모서리 94">
              <a:extLst>
                <a:ext uri="{FF2B5EF4-FFF2-40B4-BE49-F238E27FC236}">
                  <a16:creationId xmlns:a16="http://schemas.microsoft.com/office/drawing/2014/main" id="{8A5A7DE6-1527-F717-EFE7-5B2EC0B04727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7C7E9C1B-C285-E8C8-096B-FA7584776C2C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54CA232-81AF-C8FA-BA77-FA2AA7DF0EF6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3D225E3A-B419-5B6D-51BF-8A37F022C567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DF3A34A-EC95-8DC4-3FF7-E3D0A33E13FC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0" name="AutoShape 55">
              <a:extLst>
                <a:ext uri="{FF2B5EF4-FFF2-40B4-BE49-F238E27FC236}">
                  <a16:creationId xmlns:a16="http://schemas.microsoft.com/office/drawing/2014/main" id="{1611600E-D72E-2BD3-C505-E2A099D52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1" name="Multipe Users">
              <a:extLst>
                <a:ext uri="{FF2B5EF4-FFF2-40B4-BE49-F238E27FC236}">
                  <a16:creationId xmlns:a16="http://schemas.microsoft.com/office/drawing/2014/main" id="{B42889A0-21BC-1A78-5BE6-86D6B1180C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1184690-0025-BE41-5F5F-C0C4F05BD129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1DFF6AB-B1F4-F700-5E00-EF93C9BB557A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8D6C125-F0A8-6C00-12AC-ABF63C16CF51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CD98D408-16BD-DAA0-8CB0-C1052615BCB4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" name="타원 105">
              <a:extLst>
                <a:ext uri="{FF2B5EF4-FFF2-40B4-BE49-F238E27FC236}">
                  <a16:creationId xmlns:a16="http://schemas.microsoft.com/office/drawing/2014/main" id="{0194753F-EBCE-2171-4455-6200059DEED5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07" name="AutoShape 55">
              <a:extLst>
                <a:ext uri="{FF2B5EF4-FFF2-40B4-BE49-F238E27FC236}">
                  <a16:creationId xmlns:a16="http://schemas.microsoft.com/office/drawing/2014/main" id="{6D4B84C9-9EC8-2A6E-7CD2-8A18C1BB3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108" name="AutoShape 55">
              <a:extLst>
                <a:ext uri="{FF2B5EF4-FFF2-40B4-BE49-F238E27FC236}">
                  <a16:creationId xmlns:a16="http://schemas.microsoft.com/office/drawing/2014/main" id="{4FF69326-DEB8-3575-4171-6D5585D80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9" name="Multipe Users">
              <a:extLst>
                <a:ext uri="{FF2B5EF4-FFF2-40B4-BE49-F238E27FC236}">
                  <a16:creationId xmlns:a16="http://schemas.microsoft.com/office/drawing/2014/main" id="{6C75AD6A-64EA-A17D-EFFF-3CDADAD5C1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10" name="타원 109">
              <a:extLst>
                <a:ext uri="{FF2B5EF4-FFF2-40B4-BE49-F238E27FC236}">
                  <a16:creationId xmlns:a16="http://schemas.microsoft.com/office/drawing/2014/main" id="{BD4CB77D-38AC-EDFE-70B8-C36B210C50F7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11" name="Timezone">
              <a:extLst>
                <a:ext uri="{FF2B5EF4-FFF2-40B4-BE49-F238E27FC236}">
                  <a16:creationId xmlns:a16="http://schemas.microsoft.com/office/drawing/2014/main" id="{DFD316EA-68F0-D5C3-FF44-775BAEB0679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Timezone">
              <a:extLst>
                <a:ext uri="{FF2B5EF4-FFF2-40B4-BE49-F238E27FC236}">
                  <a16:creationId xmlns:a16="http://schemas.microsoft.com/office/drawing/2014/main" id="{1F228263-53BC-CFF6-A7F1-FFE3A84DCA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BF2273F5-29F5-F996-ACB2-BC0068419DAE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D768D1F1-8465-4EA8-75CB-B8BDDC0EA58A}"/>
              </a:ext>
            </a:extLst>
          </p:cNvPr>
          <p:cNvGrpSpPr/>
          <p:nvPr/>
        </p:nvGrpSpPr>
        <p:grpSpPr>
          <a:xfrm>
            <a:off x="1706088" y="2164418"/>
            <a:ext cx="1643496" cy="2638425"/>
            <a:chOff x="-2616045" y="1885949"/>
            <a:chExt cx="1643496" cy="2638425"/>
          </a:xfrm>
        </p:grpSpPr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596849BF-AD8F-DD60-2756-42C372552C19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" name="사각형: 둥근 모서리 115">
              <a:extLst>
                <a:ext uri="{FF2B5EF4-FFF2-40B4-BE49-F238E27FC236}">
                  <a16:creationId xmlns:a16="http://schemas.microsoft.com/office/drawing/2014/main" id="{18A1983A-C15B-003F-6D5A-D064A1C9F3BF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BDCDD002-528B-034B-221F-F5F13366ABDB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D33DA7BA-DB84-218D-E6BB-793E5FEE1FFA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D24717E5-5511-2529-749F-12AF5F67C9E2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43FDB3F-DB4F-69E8-7EF3-9EF9009AEFC9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" name="AutoShape 55">
              <a:extLst>
                <a:ext uri="{FF2B5EF4-FFF2-40B4-BE49-F238E27FC236}">
                  <a16:creationId xmlns:a16="http://schemas.microsoft.com/office/drawing/2014/main" id="{2548BBD4-C512-C938-9474-B77D69F37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" name="Multipe Users">
              <a:extLst>
                <a:ext uri="{FF2B5EF4-FFF2-40B4-BE49-F238E27FC236}">
                  <a16:creationId xmlns:a16="http://schemas.microsoft.com/office/drawing/2014/main" id="{CABDDD97-00BE-57D9-A865-BE31ABD186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39F415FE-855A-4F42-E34A-3344FF32DE7F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5196D29-C2BC-0DAF-2CBC-A9583BD33450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6EA069F-691F-6E5E-A021-A978FE02FCD0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69C0DA5F-11CF-54BC-4FD9-84321AC0CA33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" name="타원 126">
              <a:extLst>
                <a:ext uri="{FF2B5EF4-FFF2-40B4-BE49-F238E27FC236}">
                  <a16:creationId xmlns:a16="http://schemas.microsoft.com/office/drawing/2014/main" id="{296E4040-87EF-FDA2-D7A2-0E39015FE232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56" name="AutoShape 55">
              <a:extLst>
                <a:ext uri="{FF2B5EF4-FFF2-40B4-BE49-F238E27FC236}">
                  <a16:creationId xmlns:a16="http://schemas.microsoft.com/office/drawing/2014/main" id="{69ED0359-6B36-88B5-BAAF-AF18FD5B9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257" name="AutoShape 55">
              <a:extLst>
                <a:ext uri="{FF2B5EF4-FFF2-40B4-BE49-F238E27FC236}">
                  <a16:creationId xmlns:a16="http://schemas.microsoft.com/office/drawing/2014/main" id="{3C4DF62E-0AB2-F452-AA38-BEDF5339C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8" name="Multipe Users">
              <a:extLst>
                <a:ext uri="{FF2B5EF4-FFF2-40B4-BE49-F238E27FC236}">
                  <a16:creationId xmlns:a16="http://schemas.microsoft.com/office/drawing/2014/main" id="{C1ECE28E-BEA8-5B53-78F3-6AEEECAA067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9" name="타원 258">
              <a:extLst>
                <a:ext uri="{FF2B5EF4-FFF2-40B4-BE49-F238E27FC236}">
                  <a16:creationId xmlns:a16="http://schemas.microsoft.com/office/drawing/2014/main" id="{8CF88811-D992-CE7F-35EF-D22F2EBD7CFF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60" name="Timezone">
              <a:extLst>
                <a:ext uri="{FF2B5EF4-FFF2-40B4-BE49-F238E27FC236}">
                  <a16:creationId xmlns:a16="http://schemas.microsoft.com/office/drawing/2014/main" id="{8FFDADAD-FC6A-19FE-0A43-B536A6BDB6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1" name="Timezone">
              <a:extLst>
                <a:ext uri="{FF2B5EF4-FFF2-40B4-BE49-F238E27FC236}">
                  <a16:creationId xmlns:a16="http://schemas.microsoft.com/office/drawing/2014/main" id="{A8D28272-CEBE-C428-352A-8B18E93812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577461E-CB6C-4388-9B6B-1DEC116ABBDE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F9413845-6C2A-15C9-9A90-97223B23EEB2}"/>
              </a:ext>
            </a:extLst>
          </p:cNvPr>
          <p:cNvGrpSpPr/>
          <p:nvPr/>
        </p:nvGrpSpPr>
        <p:grpSpPr>
          <a:xfrm>
            <a:off x="3315813" y="1887674"/>
            <a:ext cx="1643496" cy="2638425"/>
            <a:chOff x="-2616045" y="1885949"/>
            <a:chExt cx="1643496" cy="2638425"/>
          </a:xfrm>
        </p:grpSpPr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7AEA7D22-D433-D968-C857-ED3D73C257DA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5" name="사각형: 둥근 모서리 264">
              <a:extLst>
                <a:ext uri="{FF2B5EF4-FFF2-40B4-BE49-F238E27FC236}">
                  <a16:creationId xmlns:a16="http://schemas.microsoft.com/office/drawing/2014/main" id="{0AEF54E3-6219-A5C6-1D2C-BEB1623CF125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4CE572E0-8183-C9C7-D75E-862835509C74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7C25E3F0-8A16-31A5-8B51-65923462305E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AB40270-A690-F39E-327B-068865F03DEC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2D8D4E9-3C25-9E02-8CFB-DD89FB8CAFB6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0" name="AutoShape 55">
              <a:extLst>
                <a:ext uri="{FF2B5EF4-FFF2-40B4-BE49-F238E27FC236}">
                  <a16:creationId xmlns:a16="http://schemas.microsoft.com/office/drawing/2014/main" id="{D4AF1CA1-E5D4-1EFE-3A00-0303123E9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1" name="Multipe Users">
              <a:extLst>
                <a:ext uri="{FF2B5EF4-FFF2-40B4-BE49-F238E27FC236}">
                  <a16:creationId xmlns:a16="http://schemas.microsoft.com/office/drawing/2014/main" id="{EC639D03-06A7-7A26-3525-6818A9897BB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A5944309-C7F2-B058-08C0-29306DE9EF13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1B113F6-5F18-EB65-D471-23F6D25A7AC8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03CAE106-06FF-90B4-8171-4C78595CFF8E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C9263E75-0E30-AF4B-E284-38826B834B61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568D5342-58A6-E7CD-D000-C3793B9C4CF4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77" name="AutoShape 55">
              <a:extLst>
                <a:ext uri="{FF2B5EF4-FFF2-40B4-BE49-F238E27FC236}">
                  <a16:creationId xmlns:a16="http://schemas.microsoft.com/office/drawing/2014/main" id="{E7442FA8-274F-3B6A-8B37-659EAFD75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278" name="AutoShape 55">
              <a:extLst>
                <a:ext uri="{FF2B5EF4-FFF2-40B4-BE49-F238E27FC236}">
                  <a16:creationId xmlns:a16="http://schemas.microsoft.com/office/drawing/2014/main" id="{798D0912-6EA8-B6AD-8A34-F629BF0A5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9" name="Multipe Users">
              <a:extLst>
                <a:ext uri="{FF2B5EF4-FFF2-40B4-BE49-F238E27FC236}">
                  <a16:creationId xmlns:a16="http://schemas.microsoft.com/office/drawing/2014/main" id="{05A3802E-B830-32C9-0A79-82CA0A4A4D7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80" name="타원 279">
              <a:extLst>
                <a:ext uri="{FF2B5EF4-FFF2-40B4-BE49-F238E27FC236}">
                  <a16:creationId xmlns:a16="http://schemas.microsoft.com/office/drawing/2014/main" id="{72D85C35-4926-B4FD-CBA0-6F2A7D098676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81" name="Timezone">
              <a:extLst>
                <a:ext uri="{FF2B5EF4-FFF2-40B4-BE49-F238E27FC236}">
                  <a16:creationId xmlns:a16="http://schemas.microsoft.com/office/drawing/2014/main" id="{C90B0D22-1330-BFE7-3E85-9FCEF93F6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2" name="Timezone">
              <a:extLst>
                <a:ext uri="{FF2B5EF4-FFF2-40B4-BE49-F238E27FC236}">
                  <a16:creationId xmlns:a16="http://schemas.microsoft.com/office/drawing/2014/main" id="{67791462-DD89-B97C-4600-83F9519728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0E502C19-9F5F-82B7-65B6-F93B55ED66D6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88AB7C3-DDF3-CEBE-6851-8C2B297CECF4}"/>
              </a:ext>
            </a:extLst>
          </p:cNvPr>
          <p:cNvGrpSpPr/>
          <p:nvPr/>
        </p:nvGrpSpPr>
        <p:grpSpPr>
          <a:xfrm>
            <a:off x="4928451" y="1887674"/>
            <a:ext cx="1643496" cy="2638425"/>
            <a:chOff x="-2616045" y="1885949"/>
            <a:chExt cx="1643496" cy="263842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E52DCB22-5230-7737-629C-46477CD3D7EA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6" name="사각형: 둥근 모서리 285">
              <a:extLst>
                <a:ext uri="{FF2B5EF4-FFF2-40B4-BE49-F238E27FC236}">
                  <a16:creationId xmlns:a16="http://schemas.microsoft.com/office/drawing/2014/main" id="{2F3D0473-C1F0-1C26-8EEF-FDC657C9FFD9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CF70EC72-1204-2296-A8C4-6F8B42F84A10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D9827025-70AF-69B9-40DC-CC68149BB5C3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2DB99C-B17A-844A-6A34-0B43C9F0B6AB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260769F1-83EC-3236-9C9D-CBEA7CE9918C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3" name="AutoShape 55">
              <a:extLst>
                <a:ext uri="{FF2B5EF4-FFF2-40B4-BE49-F238E27FC236}">
                  <a16:creationId xmlns:a16="http://schemas.microsoft.com/office/drawing/2014/main" id="{D3AFDC68-ECD2-9524-94D1-937138289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4" name="Multipe Users">
              <a:extLst>
                <a:ext uri="{FF2B5EF4-FFF2-40B4-BE49-F238E27FC236}">
                  <a16:creationId xmlns:a16="http://schemas.microsoft.com/office/drawing/2014/main" id="{19F2FC8A-BCAB-93DF-32A0-4E0D15DB75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97864113-8945-FD2E-80A2-0C677CD73129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8C321414-2298-D10A-E62D-36AB366EE27F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D1B2D2F6-D835-26DD-0DA5-7FA3CBC6265C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A19C21F4-6695-6F58-470B-41119DFE74CA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4" name="타원 433">
              <a:extLst>
                <a:ext uri="{FF2B5EF4-FFF2-40B4-BE49-F238E27FC236}">
                  <a16:creationId xmlns:a16="http://schemas.microsoft.com/office/drawing/2014/main" id="{F008B01B-647A-4494-39F1-55BD73AEF662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35" name="AutoShape 55">
              <a:extLst>
                <a:ext uri="{FF2B5EF4-FFF2-40B4-BE49-F238E27FC236}">
                  <a16:creationId xmlns:a16="http://schemas.microsoft.com/office/drawing/2014/main" id="{A0FFE253-059A-19B8-11EA-185044E5D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436" name="AutoShape 55">
              <a:extLst>
                <a:ext uri="{FF2B5EF4-FFF2-40B4-BE49-F238E27FC236}">
                  <a16:creationId xmlns:a16="http://schemas.microsoft.com/office/drawing/2014/main" id="{E62CEB71-D303-31EA-E284-F376B726B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7" name="Multipe Users">
              <a:extLst>
                <a:ext uri="{FF2B5EF4-FFF2-40B4-BE49-F238E27FC236}">
                  <a16:creationId xmlns:a16="http://schemas.microsoft.com/office/drawing/2014/main" id="{A2EC8E84-FFAC-A302-11DA-79709E9BC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타원 437">
              <a:extLst>
                <a:ext uri="{FF2B5EF4-FFF2-40B4-BE49-F238E27FC236}">
                  <a16:creationId xmlns:a16="http://schemas.microsoft.com/office/drawing/2014/main" id="{F5957DA4-FBF7-6093-E1FD-36B7A00B396E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39" name="Timezone">
              <a:extLst>
                <a:ext uri="{FF2B5EF4-FFF2-40B4-BE49-F238E27FC236}">
                  <a16:creationId xmlns:a16="http://schemas.microsoft.com/office/drawing/2014/main" id="{CF965787-BFB3-15F9-FAF6-117F91628C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0" name="Timezone">
              <a:extLst>
                <a:ext uri="{FF2B5EF4-FFF2-40B4-BE49-F238E27FC236}">
                  <a16:creationId xmlns:a16="http://schemas.microsoft.com/office/drawing/2014/main" id="{4F84CDBF-AC87-68F0-3DAF-60D2E05AC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60C2BEBE-2914-C44F-62D6-CBD8EFB7EDDC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CA843B3E-ECA1-FD83-FF8A-F466C6236070}"/>
              </a:ext>
            </a:extLst>
          </p:cNvPr>
          <p:cNvGrpSpPr/>
          <p:nvPr/>
        </p:nvGrpSpPr>
        <p:grpSpPr>
          <a:xfrm>
            <a:off x="6525853" y="2164059"/>
            <a:ext cx="1643496" cy="2638425"/>
            <a:chOff x="-2616045" y="1885949"/>
            <a:chExt cx="1643496" cy="2638425"/>
          </a:xfrm>
        </p:grpSpPr>
        <p:sp>
          <p:nvSpPr>
            <p:cNvPr id="443" name="직사각형 442">
              <a:extLst>
                <a:ext uri="{FF2B5EF4-FFF2-40B4-BE49-F238E27FC236}">
                  <a16:creationId xmlns:a16="http://schemas.microsoft.com/office/drawing/2014/main" id="{E2C4DB00-AEF3-5FB3-B972-61661638D43B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4" name="사각형: 둥근 모서리 443">
              <a:extLst>
                <a:ext uri="{FF2B5EF4-FFF2-40B4-BE49-F238E27FC236}">
                  <a16:creationId xmlns:a16="http://schemas.microsoft.com/office/drawing/2014/main" id="{C644092E-0B7E-3FB4-17BF-5135CD82672F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5D6EE9D5-5C14-2F3D-FFAF-87232429A220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2D11C44A-ACEB-0073-D9C0-3459DBA528D9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C58648E4-4FD4-B3BF-4069-03A70EDDEABF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F2649104-68CB-8AD8-F0DE-CEC1E530642B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9" name="AutoShape 55">
              <a:extLst>
                <a:ext uri="{FF2B5EF4-FFF2-40B4-BE49-F238E27FC236}">
                  <a16:creationId xmlns:a16="http://schemas.microsoft.com/office/drawing/2014/main" id="{32A52D71-1FFC-3AFC-DB6C-CCF6CCDF4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0" name="Multipe Users">
              <a:extLst>
                <a:ext uri="{FF2B5EF4-FFF2-40B4-BE49-F238E27FC236}">
                  <a16:creationId xmlns:a16="http://schemas.microsoft.com/office/drawing/2014/main" id="{F9C3DD16-B756-4119-2CAC-92C5AF542E4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AAB15ACA-27BE-7DC3-4FF2-639B692082DB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B043AF55-BA14-EE20-AF92-778350BB78DC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BDB8BA0B-C55D-0BB5-40C4-2516DC3947AB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48AB561D-7AA3-D6D4-8CB8-5974A1AA0E2C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5" name="타원 454">
              <a:extLst>
                <a:ext uri="{FF2B5EF4-FFF2-40B4-BE49-F238E27FC236}">
                  <a16:creationId xmlns:a16="http://schemas.microsoft.com/office/drawing/2014/main" id="{B0B687DD-7920-F9AE-62DF-43756C7186A4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56" name="AutoShape 55">
              <a:extLst>
                <a:ext uri="{FF2B5EF4-FFF2-40B4-BE49-F238E27FC236}">
                  <a16:creationId xmlns:a16="http://schemas.microsoft.com/office/drawing/2014/main" id="{59DEE8C4-35E8-C2E4-F478-05F1AEE34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457" name="AutoShape 55">
              <a:extLst>
                <a:ext uri="{FF2B5EF4-FFF2-40B4-BE49-F238E27FC236}">
                  <a16:creationId xmlns:a16="http://schemas.microsoft.com/office/drawing/2014/main" id="{043D9891-488E-8C90-D7DC-D9EE35F85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8" name="Multipe Users">
              <a:extLst>
                <a:ext uri="{FF2B5EF4-FFF2-40B4-BE49-F238E27FC236}">
                  <a16:creationId xmlns:a16="http://schemas.microsoft.com/office/drawing/2014/main" id="{3F2B3EC2-E151-50CE-6C9F-681CECD397E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59" name="타원 458">
              <a:extLst>
                <a:ext uri="{FF2B5EF4-FFF2-40B4-BE49-F238E27FC236}">
                  <a16:creationId xmlns:a16="http://schemas.microsoft.com/office/drawing/2014/main" id="{6A5A2A68-2E11-7EEA-3E0A-195560DB2D7C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0" name="Timezone">
              <a:extLst>
                <a:ext uri="{FF2B5EF4-FFF2-40B4-BE49-F238E27FC236}">
                  <a16:creationId xmlns:a16="http://schemas.microsoft.com/office/drawing/2014/main" id="{6D3F2C71-E757-EFB9-0812-3270B915F4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1" name="Timezone">
              <a:extLst>
                <a:ext uri="{FF2B5EF4-FFF2-40B4-BE49-F238E27FC236}">
                  <a16:creationId xmlns:a16="http://schemas.microsoft.com/office/drawing/2014/main" id="{8DEE3EB5-2D34-A406-3183-2E504C62D6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B261DFFF-A61E-6677-B21D-F82A5280F878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3" name="그룹 462">
            <a:extLst>
              <a:ext uri="{FF2B5EF4-FFF2-40B4-BE49-F238E27FC236}">
                <a16:creationId xmlns:a16="http://schemas.microsoft.com/office/drawing/2014/main" id="{60F97C06-C428-A120-D937-86975A4FB492}"/>
              </a:ext>
            </a:extLst>
          </p:cNvPr>
          <p:cNvGrpSpPr/>
          <p:nvPr/>
        </p:nvGrpSpPr>
        <p:grpSpPr>
          <a:xfrm>
            <a:off x="8224238" y="2555631"/>
            <a:ext cx="1643496" cy="2638425"/>
            <a:chOff x="-2616045" y="1885949"/>
            <a:chExt cx="1643496" cy="2638425"/>
          </a:xfrm>
        </p:grpSpPr>
        <p:sp>
          <p:nvSpPr>
            <p:cNvPr id="464" name="직사각형 463">
              <a:extLst>
                <a:ext uri="{FF2B5EF4-FFF2-40B4-BE49-F238E27FC236}">
                  <a16:creationId xmlns:a16="http://schemas.microsoft.com/office/drawing/2014/main" id="{8092F274-F9D2-12C0-5B8C-97DE14D3C6AB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5" name="사각형: 둥근 모서리 464">
              <a:extLst>
                <a:ext uri="{FF2B5EF4-FFF2-40B4-BE49-F238E27FC236}">
                  <a16:creationId xmlns:a16="http://schemas.microsoft.com/office/drawing/2014/main" id="{C1A60B60-41AB-EAD1-D78C-62B72B107430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3A87A908-FB6B-3D0A-B031-C766CD37D59B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2F122441-BF36-17F9-30B5-CD83A3FB24D4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D6E4F36E-1A68-DC65-1E81-F70926CF4BD6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A64BA094-EA8C-6E9A-725F-9F4DCDF271B0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0" name="AutoShape 55">
              <a:extLst>
                <a:ext uri="{FF2B5EF4-FFF2-40B4-BE49-F238E27FC236}">
                  <a16:creationId xmlns:a16="http://schemas.microsoft.com/office/drawing/2014/main" id="{ADDA7A31-F499-5CC5-472B-E5AEC8D3A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1" name="Multipe Users">
              <a:extLst>
                <a:ext uri="{FF2B5EF4-FFF2-40B4-BE49-F238E27FC236}">
                  <a16:creationId xmlns:a16="http://schemas.microsoft.com/office/drawing/2014/main" id="{D3069D28-90F0-A432-308C-EAFB3256F22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01F789E6-EE99-6361-FC05-270723F4546E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0F19D413-82D9-5975-E985-166F2CEEEF17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3E529CF-15F7-263C-78E2-23AC14E0EC48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8A026F21-76E8-A15E-F10F-2D782302F221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6" name="타원 475">
              <a:extLst>
                <a:ext uri="{FF2B5EF4-FFF2-40B4-BE49-F238E27FC236}">
                  <a16:creationId xmlns:a16="http://schemas.microsoft.com/office/drawing/2014/main" id="{B8352C77-F1E8-6FD8-B6AC-CD7D746149DD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7" name="AutoShape 55">
              <a:extLst>
                <a:ext uri="{FF2B5EF4-FFF2-40B4-BE49-F238E27FC236}">
                  <a16:creationId xmlns:a16="http://schemas.microsoft.com/office/drawing/2014/main" id="{D29A16D0-C5D3-E704-70CF-277359E1F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478" name="AutoShape 55">
              <a:extLst>
                <a:ext uri="{FF2B5EF4-FFF2-40B4-BE49-F238E27FC236}">
                  <a16:creationId xmlns:a16="http://schemas.microsoft.com/office/drawing/2014/main" id="{E4D08CF5-F1A1-71E4-A303-CE43204E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9" name="Multipe Users">
              <a:extLst>
                <a:ext uri="{FF2B5EF4-FFF2-40B4-BE49-F238E27FC236}">
                  <a16:creationId xmlns:a16="http://schemas.microsoft.com/office/drawing/2014/main" id="{03F67869-741A-4366-13AB-D2C5C19CD9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80" name="타원 479">
              <a:extLst>
                <a:ext uri="{FF2B5EF4-FFF2-40B4-BE49-F238E27FC236}">
                  <a16:creationId xmlns:a16="http://schemas.microsoft.com/office/drawing/2014/main" id="{C256399A-9750-7252-5C40-5F4B1FB462AA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81" name="Timezone">
              <a:extLst>
                <a:ext uri="{FF2B5EF4-FFF2-40B4-BE49-F238E27FC236}">
                  <a16:creationId xmlns:a16="http://schemas.microsoft.com/office/drawing/2014/main" id="{6318FED6-0389-9F58-ED38-FFBF17A4624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2" name="Timezone">
              <a:extLst>
                <a:ext uri="{FF2B5EF4-FFF2-40B4-BE49-F238E27FC236}">
                  <a16:creationId xmlns:a16="http://schemas.microsoft.com/office/drawing/2014/main" id="{9DF38358-1FE6-B890-AA76-8B8CD592E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3F06D96F-D42B-8FF6-1BEE-7A8686489197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0038997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출국장 혼잡도 상세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415D4653-5D24-3839-1053-0E5E7DDC1B5C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629062"/>
          <a:ext cx="9563601" cy="4081452"/>
        </p:xfrm>
        <a:graphic>
          <a:graphicData uri="http://schemas.openxmlformats.org/drawingml/2006/table">
            <a:tbl>
              <a:tblPr/>
              <a:tblGrid>
                <a:gridCol w="5929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495115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</a:tblGrid>
              <a:tr h="3568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dirty="0"/>
                        <a:t>04:00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04:30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05:00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05:30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06:00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…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9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dirty="0"/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7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6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.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</a:tbl>
          </a:graphicData>
        </a:graphic>
      </p:graphicFrame>
      <p:pic>
        <p:nvPicPr>
          <p:cNvPr id="36" name="그림 35">
            <a:extLst>
              <a:ext uri="{FF2B5EF4-FFF2-40B4-BE49-F238E27FC236}">
                <a16:creationId xmlns:a16="http://schemas.microsoft.com/office/drawing/2014/main" id="{4394EB07-7A1B-E926-78C6-833ECC45BF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589" y="5715055"/>
            <a:ext cx="9547961" cy="180287"/>
          </a:xfrm>
          <a:prstGeom prst="rect">
            <a:avLst/>
          </a:prstGeom>
        </p:spPr>
      </p:pic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D7679E17-205B-F505-F26B-8822207383B6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7726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D7F605C6-86EE-BF08-4607-6BCB67FA54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5063373"/>
              </p:ext>
            </p:extLst>
          </p:nvPr>
        </p:nvGraphicFramePr>
        <p:xfrm>
          <a:off x="170952" y="102388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0" name="그룹 19">
            <a:extLst>
              <a:ext uri="{FF2B5EF4-FFF2-40B4-BE49-F238E27FC236}">
                <a16:creationId xmlns:a16="http://schemas.microsoft.com/office/drawing/2014/main" id="{BCD4F72A-DBFC-A5A7-5341-70A1A1EADB00}"/>
              </a:ext>
            </a:extLst>
          </p:cNvPr>
          <p:cNvGrpSpPr/>
          <p:nvPr/>
        </p:nvGrpSpPr>
        <p:grpSpPr>
          <a:xfrm>
            <a:off x="7172060" y="1055235"/>
            <a:ext cx="954558" cy="268517"/>
            <a:chOff x="-2021848" y="4521064"/>
            <a:chExt cx="954558" cy="268517"/>
          </a:xfrm>
        </p:grpSpPr>
        <p:sp>
          <p:nvSpPr>
            <p:cNvPr id="23" name="AutoShape 55">
              <a:extLst>
                <a:ext uri="{FF2B5EF4-FFF2-40B4-BE49-F238E27FC236}">
                  <a16:creationId xmlns:a16="http://schemas.microsoft.com/office/drawing/2014/main" id="{F05AA12B-38E8-163E-E1F4-7ABA2F3A9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8" y="4521064"/>
              <a:ext cx="860152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F537305-A952-81E3-A2CA-9B12CC1A841A}"/>
                </a:ext>
              </a:extLst>
            </p:cNvPr>
            <p:cNvSpPr txBox="1"/>
            <p:nvPr/>
          </p:nvSpPr>
          <p:spPr>
            <a:xfrm>
              <a:off x="-1996211" y="4547005"/>
              <a:ext cx="92892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엑셀다운로드</a:t>
              </a: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3E8C80BE-4DE8-681F-0C73-5695941D46AE}"/>
              </a:ext>
            </a:extLst>
          </p:cNvPr>
          <p:cNvGrpSpPr/>
          <p:nvPr/>
        </p:nvGrpSpPr>
        <p:grpSpPr>
          <a:xfrm>
            <a:off x="8674450" y="1046541"/>
            <a:ext cx="701739" cy="268517"/>
            <a:chOff x="-2021847" y="4521064"/>
            <a:chExt cx="718741" cy="268517"/>
          </a:xfrm>
        </p:grpSpPr>
        <p:sp>
          <p:nvSpPr>
            <p:cNvPr id="26" name="AutoShape 55">
              <a:extLst>
                <a:ext uri="{FF2B5EF4-FFF2-40B4-BE49-F238E27FC236}">
                  <a16:creationId xmlns:a16="http://schemas.microsoft.com/office/drawing/2014/main" id="{BBDD4F78-91C6-C8C6-564D-466B64CEE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D90A390-BDB1-86E5-5ED3-66EC4F44C36A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610ED71-2008-DFE1-1BDC-BF61C16F8700}"/>
              </a:ext>
            </a:extLst>
          </p:cNvPr>
          <p:cNvGrpSpPr/>
          <p:nvPr/>
        </p:nvGrpSpPr>
        <p:grpSpPr>
          <a:xfrm>
            <a:off x="8101722" y="1046541"/>
            <a:ext cx="673187" cy="268517"/>
            <a:chOff x="-2027515" y="4521064"/>
            <a:chExt cx="689497" cy="268517"/>
          </a:xfrm>
        </p:grpSpPr>
        <p:sp>
          <p:nvSpPr>
            <p:cNvPr id="29" name="AutoShape 55">
              <a:extLst>
                <a:ext uri="{FF2B5EF4-FFF2-40B4-BE49-F238E27FC236}">
                  <a16:creationId xmlns:a16="http://schemas.microsoft.com/office/drawing/2014/main" id="{CC78DD94-5315-C5AD-317B-AE3B99D52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90753ED-E9D2-265C-AA4F-A4DFB23A778F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BE3847DF-AB91-DFD1-D00B-0DA268D0E8B6}"/>
              </a:ext>
            </a:extLst>
          </p:cNvPr>
          <p:cNvGrpSpPr/>
          <p:nvPr/>
        </p:nvGrpSpPr>
        <p:grpSpPr>
          <a:xfrm>
            <a:off x="9190499" y="1046541"/>
            <a:ext cx="673187" cy="268517"/>
            <a:chOff x="-2081987" y="4521064"/>
            <a:chExt cx="689497" cy="268517"/>
          </a:xfrm>
        </p:grpSpPr>
        <p:sp>
          <p:nvSpPr>
            <p:cNvPr id="32" name="AutoShape 55">
              <a:extLst>
                <a:ext uri="{FF2B5EF4-FFF2-40B4-BE49-F238E27FC236}">
                  <a16:creationId xmlns:a16="http://schemas.microsoft.com/office/drawing/2014/main" id="{4D5D8765-7315-8CBC-998A-E3FC130A3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FEDCE33-BFAE-C2FE-FCF2-9F6EFEDDFD8D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B6982E8B-E023-14AA-6077-B81BC97C9DF1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94179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E31529D7-5BF7-A2A7-0B16-52426F6AF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57295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9" name="AutoShape 89">
            <a:extLst>
              <a:ext uri="{FF2B5EF4-FFF2-40B4-BE49-F238E27FC236}">
                <a16:creationId xmlns:a16="http://schemas.microsoft.com/office/drawing/2014/main" id="{F0C82584-4378-85A9-8364-B387664EE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3468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11403729-175B-D394-0DCB-39CE93ED60DD}"/>
              </a:ext>
            </a:extLst>
          </p:cNvPr>
          <p:cNvGrpSpPr/>
          <p:nvPr/>
        </p:nvGrpSpPr>
        <p:grpSpPr>
          <a:xfrm>
            <a:off x="9153356" y="522333"/>
            <a:ext cx="594348" cy="283906"/>
            <a:chOff x="2941228" y="5138388"/>
            <a:chExt cx="594348" cy="283906"/>
          </a:xfrm>
        </p:grpSpPr>
        <p:sp>
          <p:nvSpPr>
            <p:cNvPr id="15" name="AutoShape 55">
              <a:extLst>
                <a:ext uri="{FF2B5EF4-FFF2-40B4-BE49-F238E27FC236}">
                  <a16:creationId xmlns:a16="http://schemas.microsoft.com/office/drawing/2014/main" id="{DA6DF0DC-05B0-925F-AB36-BC83EEADC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Search">
              <a:extLst>
                <a:ext uri="{FF2B5EF4-FFF2-40B4-BE49-F238E27FC236}">
                  <a16:creationId xmlns:a16="http://schemas.microsoft.com/office/drawing/2014/main" id="{2933DA84-81DC-F8AC-4B97-A71D116DFC8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8D62C3DB-AB45-69C3-BA3B-1FBE7C7B7601}"/>
              </a:ext>
            </a:extLst>
          </p:cNvPr>
          <p:cNvSpPr/>
          <p:nvPr/>
        </p:nvSpPr>
        <p:spPr bwMode="auto">
          <a:xfrm>
            <a:off x="2898015" y="62110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CDBD2A6-F468-E461-EA69-C655950AEEAE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6F5CCDF1-8F80-1835-07AD-80E306474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051826F-2E94-4FDA-5066-54FF77ACC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75967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1BAD185-6F64-B5CA-E214-6DC3C6338246}"/>
              </a:ext>
            </a:extLst>
          </p:cNvPr>
          <p:cNvSpPr/>
          <p:nvPr/>
        </p:nvSpPr>
        <p:spPr bwMode="auto">
          <a:xfrm>
            <a:off x="3850492" y="621104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D83A21F-BFF1-985D-6237-5F0FB674C3A7}"/>
              </a:ext>
            </a:extLst>
          </p:cNvPr>
          <p:cNvSpPr/>
          <p:nvPr/>
        </p:nvSpPr>
        <p:spPr bwMode="auto">
          <a:xfrm>
            <a:off x="3856993" y="612705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5890860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결과 출국장 혼잡도 차트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7EBBA9F2-A4A1-C5D9-E8B2-7B109DD176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6345642"/>
              </p:ext>
            </p:extLst>
          </p:nvPr>
        </p:nvGraphicFramePr>
        <p:xfrm>
          <a:off x="170952" y="970596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9532EEDE-F3A7-0F7C-4DC6-2E079E158A36}"/>
              </a:ext>
            </a:extLst>
          </p:cNvPr>
          <p:cNvGrpSpPr/>
          <p:nvPr/>
        </p:nvGrpSpPr>
        <p:grpSpPr>
          <a:xfrm>
            <a:off x="8646832" y="982802"/>
            <a:ext cx="701739" cy="268517"/>
            <a:chOff x="-2021847" y="4521064"/>
            <a:chExt cx="718741" cy="268517"/>
          </a:xfrm>
        </p:grpSpPr>
        <p:sp>
          <p:nvSpPr>
            <p:cNvPr id="5" name="AutoShape 55">
              <a:extLst>
                <a:ext uri="{FF2B5EF4-FFF2-40B4-BE49-F238E27FC236}">
                  <a16:creationId xmlns:a16="http://schemas.microsoft.com/office/drawing/2014/main" id="{CA978857-E747-0414-5494-1DD97622E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5CF5372-CB78-ECF3-998C-C3A97B1F4619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D2325443-7FE9-EF42-D197-629C9DE1DC7D}"/>
              </a:ext>
            </a:extLst>
          </p:cNvPr>
          <p:cNvGrpSpPr/>
          <p:nvPr/>
        </p:nvGrpSpPr>
        <p:grpSpPr>
          <a:xfrm>
            <a:off x="8074104" y="982802"/>
            <a:ext cx="673187" cy="268517"/>
            <a:chOff x="-2027515" y="4521064"/>
            <a:chExt cx="689497" cy="268517"/>
          </a:xfrm>
        </p:grpSpPr>
        <p:sp>
          <p:nvSpPr>
            <p:cNvPr id="10" name="AutoShape 55">
              <a:extLst>
                <a:ext uri="{FF2B5EF4-FFF2-40B4-BE49-F238E27FC236}">
                  <a16:creationId xmlns:a16="http://schemas.microsoft.com/office/drawing/2014/main" id="{F9999502-CDE6-2C50-AAC6-AE8192603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F897C91-864E-E8B6-4BD3-33093C47F433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16E34F1-F7F8-F57E-455B-D2E8DAFA1639}"/>
              </a:ext>
            </a:extLst>
          </p:cNvPr>
          <p:cNvGrpSpPr/>
          <p:nvPr/>
        </p:nvGrpSpPr>
        <p:grpSpPr>
          <a:xfrm>
            <a:off x="9162881" y="982802"/>
            <a:ext cx="673187" cy="268517"/>
            <a:chOff x="-2081987" y="4521064"/>
            <a:chExt cx="689497" cy="268517"/>
          </a:xfrm>
        </p:grpSpPr>
        <p:sp>
          <p:nvSpPr>
            <p:cNvPr id="29" name="AutoShape 55">
              <a:extLst>
                <a:ext uri="{FF2B5EF4-FFF2-40B4-BE49-F238E27FC236}">
                  <a16:creationId xmlns:a16="http://schemas.microsoft.com/office/drawing/2014/main" id="{50950650-7CC2-B102-4D80-BCCA7416F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CC451A5-F1DD-E3AB-5958-820084761894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31" name="차트 30">
            <a:extLst>
              <a:ext uri="{FF2B5EF4-FFF2-40B4-BE49-F238E27FC236}">
                <a16:creationId xmlns:a16="http://schemas.microsoft.com/office/drawing/2014/main" id="{D99E3E80-F7A8-FF76-0E08-50C70EB2449E}"/>
              </a:ext>
            </a:extLst>
          </p:cNvPr>
          <p:cNvGraphicFramePr/>
          <p:nvPr/>
        </p:nvGraphicFramePr>
        <p:xfrm>
          <a:off x="170952" y="1895468"/>
          <a:ext cx="9576751" cy="49608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6A6C498A-6455-F89F-D94E-1D72B0010D77}"/>
              </a:ext>
            </a:extLst>
          </p:cNvPr>
          <p:cNvCxnSpPr>
            <a:cxnSpLocks/>
          </p:cNvCxnSpPr>
          <p:nvPr/>
        </p:nvCxnSpPr>
        <p:spPr bwMode="auto">
          <a:xfrm flipV="1">
            <a:off x="984552" y="5112584"/>
            <a:ext cx="1262688" cy="42089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2714E4AA-8045-A0A8-FCE5-E95E18BC19AB}"/>
              </a:ext>
            </a:extLst>
          </p:cNvPr>
          <p:cNvCxnSpPr/>
          <p:nvPr/>
        </p:nvCxnSpPr>
        <p:spPr bwMode="auto">
          <a:xfrm flipV="1">
            <a:off x="2247240" y="3489128"/>
            <a:ext cx="2705760" cy="162345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BE7ADB34-1083-53DE-B83E-05C1B82CCF66}"/>
              </a:ext>
            </a:extLst>
          </p:cNvPr>
          <p:cNvCxnSpPr/>
          <p:nvPr/>
        </p:nvCxnSpPr>
        <p:spPr bwMode="auto">
          <a:xfrm flipV="1">
            <a:off x="4953000" y="3128360"/>
            <a:ext cx="1082304" cy="360768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D47F4B3E-860A-3970-7ECE-B12494855D50}"/>
              </a:ext>
            </a:extLst>
          </p:cNvPr>
          <p:cNvCxnSpPr/>
          <p:nvPr/>
        </p:nvCxnSpPr>
        <p:spPr bwMode="auto">
          <a:xfrm>
            <a:off x="6035304" y="3128360"/>
            <a:ext cx="1322816" cy="1382944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C7FA4E9-3A07-C735-A805-4C3F5BB4E4C4}"/>
              </a:ext>
            </a:extLst>
          </p:cNvPr>
          <p:cNvCxnSpPr/>
          <p:nvPr/>
        </p:nvCxnSpPr>
        <p:spPr bwMode="auto">
          <a:xfrm>
            <a:off x="7358120" y="4511304"/>
            <a:ext cx="1142432" cy="90192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6395C9FA-D1E4-1CC5-EB53-6A29AA240AF5}"/>
              </a:ext>
            </a:extLst>
          </p:cNvPr>
          <p:cNvCxnSpPr/>
          <p:nvPr/>
        </p:nvCxnSpPr>
        <p:spPr bwMode="auto">
          <a:xfrm>
            <a:off x="1679294" y="6650034"/>
            <a:ext cx="300640" cy="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F2DFDB84-DF89-8791-4F69-AA848A3F39A8}"/>
              </a:ext>
            </a:extLst>
          </p:cNvPr>
          <p:cNvSpPr txBox="1"/>
          <p:nvPr/>
        </p:nvSpPr>
        <p:spPr>
          <a:xfrm>
            <a:off x="1979933" y="6555656"/>
            <a:ext cx="99024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대기인원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dirty="0">
              <a:solidFill>
                <a:schemeClr val="bg1">
                  <a:lumMod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5" name="Tooltip">
            <a:extLst>
              <a:ext uri="{FF2B5EF4-FFF2-40B4-BE49-F238E27FC236}">
                <a16:creationId xmlns:a16="http://schemas.microsoft.com/office/drawing/2014/main" id="{C3A657D8-FE40-F845-1930-01F3C8F5D97C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08555" y="4706649"/>
            <a:ext cx="199453" cy="240855"/>
            <a:chOff x="1321652" y="1706026"/>
            <a:chExt cx="199453" cy="240855"/>
          </a:xfrm>
        </p:grpSpPr>
        <p:sp>
          <p:nvSpPr>
            <p:cNvPr id="56" name="Box">
              <a:extLst>
                <a:ext uri="{FF2B5EF4-FFF2-40B4-BE49-F238E27FC236}">
                  <a16:creationId xmlns:a16="http://schemas.microsoft.com/office/drawing/2014/main" id="{B010A1D3-4E5B-3519-AB28-E96098783185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21652" y="1706026"/>
              <a:ext cx="199453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76</a:t>
              </a:r>
            </a:p>
          </p:txBody>
        </p:sp>
        <p:sp>
          <p:nvSpPr>
            <p:cNvPr id="57" name="Arrow">
              <a:extLst>
                <a:ext uri="{FF2B5EF4-FFF2-40B4-BE49-F238E27FC236}">
                  <a16:creationId xmlns:a16="http://schemas.microsoft.com/office/drawing/2014/main" id="{0637FD86-A677-30CA-6452-F183B539B1F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58" name="Gap">
              <a:extLst>
                <a:ext uri="{FF2B5EF4-FFF2-40B4-BE49-F238E27FC236}">
                  <a16:creationId xmlns:a16="http://schemas.microsoft.com/office/drawing/2014/main" id="{4206E324-365D-844A-3D96-42CCF412644E}"/>
                </a:ext>
              </a:extLst>
            </p:cNvPr>
            <p:cNvCxnSpPr/>
            <p:nvPr>
              <p:custDataLst>
                <p:tags r:id="rId8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Tooltip">
            <a:extLst>
              <a:ext uri="{FF2B5EF4-FFF2-40B4-BE49-F238E27FC236}">
                <a16:creationId xmlns:a16="http://schemas.microsoft.com/office/drawing/2014/main" id="{C8065BED-231F-1444-929E-7471811A4539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370130" y="3081748"/>
            <a:ext cx="248045" cy="240855"/>
            <a:chOff x="1297356" y="1706026"/>
            <a:chExt cx="248045" cy="240855"/>
          </a:xfrm>
        </p:grpSpPr>
        <p:sp>
          <p:nvSpPr>
            <p:cNvPr id="60" name="Box">
              <a:extLst>
                <a:ext uri="{FF2B5EF4-FFF2-40B4-BE49-F238E27FC236}">
                  <a16:creationId xmlns:a16="http://schemas.microsoft.com/office/drawing/2014/main" id="{05F1654D-04FB-5745-CD03-E907849C58D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7356" y="1706026"/>
              <a:ext cx="248045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189</a:t>
              </a:r>
            </a:p>
          </p:txBody>
        </p:sp>
        <p:sp>
          <p:nvSpPr>
            <p:cNvPr id="61" name="Arrow">
              <a:extLst>
                <a:ext uri="{FF2B5EF4-FFF2-40B4-BE49-F238E27FC236}">
                  <a16:creationId xmlns:a16="http://schemas.microsoft.com/office/drawing/2014/main" id="{8759F756-9541-3501-DA18-FCF9A9B35A3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62" name="Gap">
              <a:extLst>
                <a:ext uri="{FF2B5EF4-FFF2-40B4-BE49-F238E27FC236}">
                  <a16:creationId xmlns:a16="http://schemas.microsoft.com/office/drawing/2014/main" id="{8CFAE8F6-FC6E-0B3F-6134-54AC4687CE9C}"/>
                </a:ext>
              </a:extLst>
            </p:cNvPr>
            <p:cNvCxnSpPr/>
            <p:nvPr>
              <p:custDataLst>
                <p:tags r:id="rId5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B6C24C26-8E70-5152-D98E-87E632AABF5A}"/>
              </a:ext>
            </a:extLst>
          </p:cNvPr>
          <p:cNvSpPr txBox="1"/>
          <p:nvPr/>
        </p:nvSpPr>
        <p:spPr>
          <a:xfrm>
            <a:off x="120173" y="1996830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인원수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3203D9C8-CDC7-529F-19EC-D6AE18FEA542}"/>
              </a:ext>
            </a:extLst>
          </p:cNvPr>
          <p:cNvSpPr txBox="1"/>
          <p:nvPr/>
        </p:nvSpPr>
        <p:spPr>
          <a:xfrm>
            <a:off x="9224706" y="6255804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시간</a:t>
            </a: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24F5DF3F-A320-75EC-2558-1796E9AFA756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501778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현재일자                                           비교일자 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                     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비교일자</a:t>
                      </a:r>
                      <a:r>
                        <a:rPr kumimoji="1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8" name="Rectangle 7">
            <a:extLst>
              <a:ext uri="{FF2B5EF4-FFF2-40B4-BE49-F238E27FC236}">
                <a16:creationId xmlns:a16="http://schemas.microsoft.com/office/drawing/2014/main" id="{7261A7DC-82E2-0F70-89A4-55221D376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6489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79" name="AutoShape 89">
            <a:extLst>
              <a:ext uri="{FF2B5EF4-FFF2-40B4-BE49-F238E27FC236}">
                <a16:creationId xmlns:a16="http://schemas.microsoft.com/office/drawing/2014/main" id="{C3BC00EB-81BE-BF3C-3525-8A4D01393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4228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D98E4719-CFE8-6263-C982-6BE6607A2DA8}"/>
              </a:ext>
            </a:extLst>
          </p:cNvPr>
          <p:cNvGrpSpPr/>
          <p:nvPr/>
        </p:nvGrpSpPr>
        <p:grpSpPr>
          <a:xfrm>
            <a:off x="9153356" y="529932"/>
            <a:ext cx="594348" cy="283906"/>
            <a:chOff x="2941228" y="5138388"/>
            <a:chExt cx="594348" cy="283906"/>
          </a:xfrm>
        </p:grpSpPr>
        <p:sp>
          <p:nvSpPr>
            <p:cNvPr id="81" name="AutoShape 55">
              <a:extLst>
                <a:ext uri="{FF2B5EF4-FFF2-40B4-BE49-F238E27FC236}">
                  <a16:creationId xmlns:a16="http://schemas.microsoft.com/office/drawing/2014/main" id="{95DD1E79-A066-01D3-8A62-7016E7B2A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2" name="Search">
              <a:extLst>
                <a:ext uri="{FF2B5EF4-FFF2-40B4-BE49-F238E27FC236}">
                  <a16:creationId xmlns:a16="http://schemas.microsoft.com/office/drawing/2014/main" id="{49F1F6C2-B7D9-D87D-9051-E44960A5D9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3" name="Rectangle 7">
            <a:extLst>
              <a:ext uri="{FF2B5EF4-FFF2-40B4-BE49-F238E27FC236}">
                <a16:creationId xmlns:a16="http://schemas.microsoft.com/office/drawing/2014/main" id="{A40A0BB3-CC84-24E7-2DF2-82C163D5F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5528" y="56489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AutoShape 89">
            <a:extLst>
              <a:ext uri="{FF2B5EF4-FFF2-40B4-BE49-F238E27FC236}">
                <a16:creationId xmlns:a16="http://schemas.microsoft.com/office/drawing/2014/main" id="{6CD19A16-114B-968A-A326-44B4F2E77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8039" y="54228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85" name="Rectangle 7">
            <a:extLst>
              <a:ext uri="{FF2B5EF4-FFF2-40B4-BE49-F238E27FC236}">
                <a16:creationId xmlns:a16="http://schemas.microsoft.com/office/drawing/2014/main" id="{528275F3-8590-DA78-EB19-49FAFCA43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2329" y="564894"/>
            <a:ext cx="5974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 19</a:t>
            </a:r>
          </a:p>
        </p:txBody>
      </p:sp>
      <p:sp>
        <p:nvSpPr>
          <p:cNvPr id="86" name="AutoShape 89">
            <a:extLst>
              <a:ext uri="{FF2B5EF4-FFF2-40B4-BE49-F238E27FC236}">
                <a16:creationId xmlns:a16="http://schemas.microsoft.com/office/drawing/2014/main" id="{72A2CBCE-A649-7F4E-0FA6-E6A46C26A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9724" y="54228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87" name="Rectangle 7">
            <a:extLst>
              <a:ext uri="{FF2B5EF4-FFF2-40B4-BE49-F238E27FC236}">
                <a16:creationId xmlns:a16="http://schemas.microsoft.com/office/drawing/2014/main" id="{C81CD2C3-3776-768C-D860-D856B8706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6128" y="56489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2023-10-18</a:t>
            </a:r>
          </a:p>
        </p:txBody>
      </p:sp>
      <p:sp>
        <p:nvSpPr>
          <p:cNvPr id="88" name="AutoShape 89">
            <a:extLst>
              <a:ext uri="{FF2B5EF4-FFF2-40B4-BE49-F238E27FC236}">
                <a16:creationId xmlns:a16="http://schemas.microsoft.com/office/drawing/2014/main" id="{9C152B8F-C1F5-CFC8-46F9-5D863B0A0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8639" y="54228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89" name="Rectangle 7">
            <a:extLst>
              <a:ext uri="{FF2B5EF4-FFF2-40B4-BE49-F238E27FC236}">
                <a16:creationId xmlns:a16="http://schemas.microsoft.com/office/drawing/2014/main" id="{B11C6141-49CD-1F46-355C-A0C9F9E7B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8664" y="56489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2023-10-18</a:t>
            </a:r>
          </a:p>
        </p:txBody>
      </p:sp>
      <p:sp>
        <p:nvSpPr>
          <p:cNvPr id="90" name="AutoShape 89">
            <a:extLst>
              <a:ext uri="{FF2B5EF4-FFF2-40B4-BE49-F238E27FC236}">
                <a16:creationId xmlns:a16="http://schemas.microsoft.com/office/drawing/2014/main" id="{E9723456-A07F-4289-0FEC-BEC287C49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1175" y="54228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8961389E-03CF-51E8-DE56-3201AD6D6817}"/>
              </a:ext>
            </a:extLst>
          </p:cNvPr>
          <p:cNvCxnSpPr>
            <a:cxnSpLocks/>
          </p:cNvCxnSpPr>
          <p:nvPr/>
        </p:nvCxnSpPr>
        <p:spPr bwMode="auto">
          <a:xfrm flipV="1">
            <a:off x="984552" y="5112584"/>
            <a:ext cx="1262688" cy="420896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029505D7-DC29-EAEC-6DE5-16D60E690F45}"/>
              </a:ext>
            </a:extLst>
          </p:cNvPr>
          <p:cNvCxnSpPr/>
          <p:nvPr/>
        </p:nvCxnSpPr>
        <p:spPr bwMode="auto">
          <a:xfrm>
            <a:off x="8500552" y="5416250"/>
            <a:ext cx="734787" cy="60128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2762F8B5-36CD-CD64-76DF-0EEC606F6079}"/>
              </a:ext>
            </a:extLst>
          </p:cNvPr>
          <p:cNvCxnSpPr/>
          <p:nvPr/>
        </p:nvCxnSpPr>
        <p:spPr bwMode="auto">
          <a:xfrm>
            <a:off x="8500552" y="5416250"/>
            <a:ext cx="734787" cy="601280"/>
          </a:xfrm>
          <a:prstGeom prst="line">
            <a:avLst/>
          </a:prstGeom>
          <a:solidFill>
            <a:srgbClr val="EAEAEA"/>
          </a:solidFill>
          <a:ln w="25400" cap="flat" cmpd="sng" algn="ctr">
            <a:solidFill>
              <a:schemeClr val="bg1">
                <a:lumMod val="65000"/>
              </a:schemeClr>
            </a:solidFill>
            <a:prstDash val="sysDash"/>
            <a:round/>
            <a:headEnd type="none" w="med" len="med"/>
            <a:tailEnd type="none"/>
          </a:ln>
          <a:effectLst/>
        </p:spPr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C66F112-4494-7A7D-94E4-72201E4FC1BE}"/>
              </a:ext>
            </a:extLst>
          </p:cNvPr>
          <p:cNvSpPr/>
          <p:nvPr/>
        </p:nvSpPr>
        <p:spPr bwMode="auto">
          <a:xfrm>
            <a:off x="955977" y="5845772"/>
            <a:ext cx="120256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D3BA76C-10E4-7B8D-B0A2-12DE77EA328E}"/>
              </a:ext>
            </a:extLst>
          </p:cNvPr>
          <p:cNvSpPr/>
          <p:nvPr/>
        </p:nvSpPr>
        <p:spPr bwMode="auto">
          <a:xfrm>
            <a:off x="1654719" y="5845772"/>
            <a:ext cx="143052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5C113EE-22CC-4AC8-03B7-040B6E49579F}"/>
              </a:ext>
            </a:extLst>
          </p:cNvPr>
          <p:cNvSpPr/>
          <p:nvPr/>
        </p:nvSpPr>
        <p:spPr bwMode="auto">
          <a:xfrm>
            <a:off x="2356031" y="5410504"/>
            <a:ext cx="171387" cy="735908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F2DAD55-A71A-E1AE-89F4-12B2FA2E986B}"/>
              </a:ext>
            </a:extLst>
          </p:cNvPr>
          <p:cNvSpPr/>
          <p:nvPr/>
        </p:nvSpPr>
        <p:spPr bwMode="auto">
          <a:xfrm>
            <a:off x="3184287" y="4910172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1469822-F51D-6FFF-5507-84C373421CE5}"/>
              </a:ext>
            </a:extLst>
          </p:cNvPr>
          <p:cNvSpPr/>
          <p:nvPr/>
        </p:nvSpPr>
        <p:spPr bwMode="auto">
          <a:xfrm>
            <a:off x="3934785" y="4910172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86BCC34-83FD-0628-C4E3-9EB340C0C11B}"/>
              </a:ext>
            </a:extLst>
          </p:cNvPr>
          <p:cNvSpPr/>
          <p:nvPr/>
        </p:nvSpPr>
        <p:spPr bwMode="auto">
          <a:xfrm>
            <a:off x="4685283" y="4910172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1686EA1-5348-E604-B686-947AC50C6B98}"/>
              </a:ext>
            </a:extLst>
          </p:cNvPr>
          <p:cNvSpPr/>
          <p:nvPr/>
        </p:nvSpPr>
        <p:spPr bwMode="auto">
          <a:xfrm>
            <a:off x="5401275" y="4910172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B714C09-5EE3-EDA1-74E1-67E5B03DF1DD}"/>
              </a:ext>
            </a:extLst>
          </p:cNvPr>
          <p:cNvSpPr/>
          <p:nvPr/>
        </p:nvSpPr>
        <p:spPr bwMode="auto">
          <a:xfrm>
            <a:off x="6169026" y="4910172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57ECE41-8678-2217-94DA-8880B531D59B}"/>
              </a:ext>
            </a:extLst>
          </p:cNvPr>
          <p:cNvSpPr/>
          <p:nvPr/>
        </p:nvSpPr>
        <p:spPr bwMode="auto">
          <a:xfrm>
            <a:off x="6928150" y="5401876"/>
            <a:ext cx="188642" cy="74453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690046E-3521-5AD8-7A82-19BBC3F5EF81}"/>
              </a:ext>
            </a:extLst>
          </p:cNvPr>
          <p:cNvSpPr/>
          <p:nvPr/>
        </p:nvSpPr>
        <p:spPr bwMode="auto">
          <a:xfrm>
            <a:off x="7626890" y="5626164"/>
            <a:ext cx="171389" cy="520247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7A69EE9-21E3-700B-0DC8-975ED252A8BE}"/>
              </a:ext>
            </a:extLst>
          </p:cNvPr>
          <p:cNvSpPr/>
          <p:nvPr/>
        </p:nvSpPr>
        <p:spPr bwMode="auto">
          <a:xfrm>
            <a:off x="8377388" y="5824572"/>
            <a:ext cx="154137" cy="321839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D6A0C00-EA7D-6753-5959-404CF91E98C5}"/>
              </a:ext>
            </a:extLst>
          </p:cNvPr>
          <p:cNvSpPr/>
          <p:nvPr/>
        </p:nvSpPr>
        <p:spPr bwMode="auto">
          <a:xfrm>
            <a:off x="9136513" y="5953968"/>
            <a:ext cx="136884" cy="192443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7492022-AFCF-570D-A674-C3141B607636}"/>
              </a:ext>
            </a:extLst>
          </p:cNvPr>
          <p:cNvSpPr/>
          <p:nvPr/>
        </p:nvSpPr>
        <p:spPr bwMode="auto">
          <a:xfrm>
            <a:off x="1075361" y="5852811"/>
            <a:ext cx="114575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3BD870E-1953-FDBF-94A9-E9F75072FE50}"/>
              </a:ext>
            </a:extLst>
          </p:cNvPr>
          <p:cNvSpPr/>
          <p:nvPr/>
        </p:nvSpPr>
        <p:spPr bwMode="auto">
          <a:xfrm>
            <a:off x="1799263" y="5843286"/>
            <a:ext cx="124789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629E688-2640-4468-D73A-3DC23A9AC3F3}"/>
              </a:ext>
            </a:extLst>
          </p:cNvPr>
          <p:cNvSpPr/>
          <p:nvPr/>
        </p:nvSpPr>
        <p:spPr bwMode="auto">
          <a:xfrm>
            <a:off x="2513875" y="5410504"/>
            <a:ext cx="182958" cy="733422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BB06B78-8C80-8CC3-2BF5-FEB83A5C3B0C}"/>
              </a:ext>
            </a:extLst>
          </p:cNvPr>
          <p:cNvSpPr/>
          <p:nvPr/>
        </p:nvSpPr>
        <p:spPr bwMode="auto">
          <a:xfrm>
            <a:off x="3355737" y="4910172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33E2F31-C88A-24B0-7180-5F624730F7C8}"/>
              </a:ext>
            </a:extLst>
          </p:cNvPr>
          <p:cNvSpPr/>
          <p:nvPr/>
        </p:nvSpPr>
        <p:spPr bwMode="auto">
          <a:xfrm>
            <a:off x="4106235" y="4910172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DDCE81-A97B-385B-9015-9319E885DA4A}"/>
              </a:ext>
            </a:extLst>
          </p:cNvPr>
          <p:cNvSpPr/>
          <p:nvPr/>
        </p:nvSpPr>
        <p:spPr bwMode="auto">
          <a:xfrm>
            <a:off x="4856733" y="4910172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E617010-E0A3-DFA2-6485-CD3B5EA18A44}"/>
              </a:ext>
            </a:extLst>
          </p:cNvPr>
          <p:cNvSpPr/>
          <p:nvPr/>
        </p:nvSpPr>
        <p:spPr bwMode="auto">
          <a:xfrm>
            <a:off x="5572725" y="4910172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99D967F-61BE-1B02-6C5A-110EB52C22C3}"/>
              </a:ext>
            </a:extLst>
          </p:cNvPr>
          <p:cNvSpPr/>
          <p:nvPr/>
        </p:nvSpPr>
        <p:spPr bwMode="auto">
          <a:xfrm>
            <a:off x="6340476" y="4910172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962BBAD-7E42-41FD-B5F6-E57A09C8357F}"/>
              </a:ext>
            </a:extLst>
          </p:cNvPr>
          <p:cNvSpPr/>
          <p:nvPr/>
        </p:nvSpPr>
        <p:spPr bwMode="auto">
          <a:xfrm>
            <a:off x="7099600" y="5401876"/>
            <a:ext cx="188642" cy="74453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C78A6EF-C7DA-BCAE-4E81-D184FDEB6B2A}"/>
              </a:ext>
            </a:extLst>
          </p:cNvPr>
          <p:cNvSpPr/>
          <p:nvPr/>
        </p:nvSpPr>
        <p:spPr bwMode="auto">
          <a:xfrm>
            <a:off x="7798340" y="5626164"/>
            <a:ext cx="171389" cy="520247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D54F05B-AA94-37CB-B5BB-4B101A3A1AE8}"/>
              </a:ext>
            </a:extLst>
          </p:cNvPr>
          <p:cNvSpPr/>
          <p:nvPr/>
        </p:nvSpPr>
        <p:spPr bwMode="auto">
          <a:xfrm>
            <a:off x="8548838" y="5824572"/>
            <a:ext cx="154137" cy="321839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BBB0F11-977D-9049-1316-FA70D1569551}"/>
              </a:ext>
            </a:extLst>
          </p:cNvPr>
          <p:cNvSpPr/>
          <p:nvPr/>
        </p:nvSpPr>
        <p:spPr bwMode="auto">
          <a:xfrm>
            <a:off x="9307963" y="5953968"/>
            <a:ext cx="136884" cy="192443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004C6FE6-08E1-4F50-880F-C07CAD76DADC}"/>
              </a:ext>
            </a:extLst>
          </p:cNvPr>
          <p:cNvGrpSpPr/>
          <p:nvPr/>
        </p:nvGrpSpPr>
        <p:grpSpPr>
          <a:xfrm>
            <a:off x="170018" y="1449928"/>
            <a:ext cx="9568160" cy="352819"/>
            <a:chOff x="179543" y="1388579"/>
            <a:chExt cx="9568160" cy="352819"/>
          </a:xfrm>
        </p:grpSpPr>
        <p:sp>
          <p:nvSpPr>
            <p:cNvPr id="44" name="모서리가 둥근 직사각형 116">
              <a:extLst>
                <a:ext uri="{FF2B5EF4-FFF2-40B4-BE49-F238E27FC236}">
                  <a16:creationId xmlns:a16="http://schemas.microsoft.com/office/drawing/2014/main" id="{9F7E1F55-2A2E-C63A-EC2C-DA335400FDB2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356D0E4-6AF4-A670-A70F-024904D832B2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6AD54164-D964-BF02-6805-1D9895E4596E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91" name="포인트가 12개인 별 127">
                <a:extLst>
                  <a:ext uri="{FF2B5EF4-FFF2-40B4-BE49-F238E27FC236}">
                    <a16:creationId xmlns:a16="http://schemas.microsoft.com/office/drawing/2014/main" id="{E60085B3-13BA-93BD-F146-6164D00C642C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92" name="Exclamation Mark">
                <a:extLst>
                  <a:ext uri="{FF2B5EF4-FFF2-40B4-BE49-F238E27FC236}">
                    <a16:creationId xmlns:a16="http://schemas.microsoft.com/office/drawing/2014/main" id="{013F651D-ABBB-22EF-C681-17E64D30C4A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DF0F2D2-557C-67A2-86AA-597AB4B38D20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475A0C92-CDEB-A4FA-099A-6C5CC96C1EF0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23752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624A2186-8A0B-4D49-FCF3-3D52C03C1394}"/>
              </a:ext>
            </a:extLst>
          </p:cNvPr>
          <p:cNvSpPr txBox="1"/>
          <p:nvPr/>
        </p:nvSpPr>
        <p:spPr>
          <a:xfrm>
            <a:off x="7654729" y="6546131"/>
            <a:ext cx="78475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61232B32-A755-6BB1-3158-CFE56E455C74}"/>
              </a:ext>
            </a:extLst>
          </p:cNvPr>
          <p:cNvSpPr/>
          <p:nvPr/>
        </p:nvSpPr>
        <p:spPr bwMode="auto">
          <a:xfrm>
            <a:off x="7513012" y="6585178"/>
            <a:ext cx="98830" cy="15758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C5F658-68AD-B863-090E-BF1D8DBA8809}"/>
              </a:ext>
            </a:extLst>
          </p:cNvPr>
          <p:cNvSpPr/>
          <p:nvPr/>
        </p:nvSpPr>
        <p:spPr bwMode="auto">
          <a:xfrm>
            <a:off x="7611843" y="6585178"/>
            <a:ext cx="98830" cy="15758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0783487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기준일자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터미널 관리 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133EFB39-6087-EAC9-5995-EA5EDAE6D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6676055"/>
              </p:ext>
            </p:extLst>
          </p:nvPr>
        </p:nvGraphicFramePr>
        <p:xfrm>
          <a:off x="170952" y="4323631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체크인카운터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8F9D021A-A8B3-54B5-3BBC-1A72DFF05E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2287793"/>
              </p:ext>
            </p:extLst>
          </p:nvPr>
        </p:nvGraphicFramePr>
        <p:xfrm>
          <a:off x="170952" y="4809406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셀프체크인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14DEFC66-B538-0E3B-959F-A2376586FC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5792592"/>
              </p:ext>
            </p:extLst>
          </p:nvPr>
        </p:nvGraphicFramePr>
        <p:xfrm>
          <a:off x="170952" y="5775201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보안검색대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0937B24-A47A-9518-FF75-8744AB48D9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0808342"/>
              </p:ext>
            </p:extLst>
          </p:nvPr>
        </p:nvGraphicFramePr>
        <p:xfrm>
          <a:off x="170952" y="3837856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운항편수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여객 수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" name="AutoShape 89">
            <a:extLst>
              <a:ext uri="{FF2B5EF4-FFF2-40B4-BE49-F238E27FC236}">
                <a16:creationId xmlns:a16="http://schemas.microsoft.com/office/drawing/2014/main" id="{D0A44B2D-AD7C-6572-27BD-A03BDA554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3859527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21" name="AutoShape 89">
            <a:extLst>
              <a:ext uri="{FF2B5EF4-FFF2-40B4-BE49-F238E27FC236}">
                <a16:creationId xmlns:a16="http://schemas.microsoft.com/office/drawing/2014/main" id="{B2A8440B-092D-4F0D-B0E8-9D25E07D0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4359859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22" name="AutoShape 89">
            <a:extLst>
              <a:ext uri="{FF2B5EF4-FFF2-40B4-BE49-F238E27FC236}">
                <a16:creationId xmlns:a16="http://schemas.microsoft.com/office/drawing/2014/main" id="{3C70BA37-0515-3B51-E30D-B26A4FDD4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485156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34" name="AutoShape 89">
            <a:extLst>
              <a:ext uri="{FF2B5EF4-FFF2-40B4-BE49-F238E27FC236}">
                <a16:creationId xmlns:a16="http://schemas.microsoft.com/office/drawing/2014/main" id="{FA45F5AF-D068-8A66-43BF-95F3323C5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5814664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55" name="AutoShape 55">
            <a:extLst>
              <a:ext uri="{FF2B5EF4-FFF2-40B4-BE49-F238E27FC236}">
                <a16:creationId xmlns:a16="http://schemas.microsoft.com/office/drawing/2014/main" id="{3C757184-0048-DED2-514A-AD4355DE9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1019" y="6277170"/>
            <a:ext cx="1640642" cy="329089"/>
          </a:xfrm>
          <a:prstGeom prst="rect">
            <a:avLst/>
          </a:prstGeom>
          <a:solidFill>
            <a:schemeClr val="tx1"/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252000" tIns="108000" rIns="252000" bIns="10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D277CE6-10B5-075B-7637-2560EEDF6116}"/>
              </a:ext>
            </a:extLst>
          </p:cNvPr>
          <p:cNvSpPr/>
          <p:nvPr/>
        </p:nvSpPr>
        <p:spPr bwMode="auto">
          <a:xfrm>
            <a:off x="311476" y="1295415"/>
            <a:ext cx="4340884" cy="1846702"/>
          </a:xfrm>
          <a:prstGeom prst="roundRect">
            <a:avLst>
              <a:gd name="adj" fmla="val 5001"/>
            </a:avLst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1" name="차트 10">
            <a:extLst>
              <a:ext uri="{FF2B5EF4-FFF2-40B4-BE49-F238E27FC236}">
                <a16:creationId xmlns:a16="http://schemas.microsoft.com/office/drawing/2014/main" id="{5527AA7D-6A16-389A-F994-B94F56A06EE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5384552"/>
              </p:ext>
            </p:extLst>
          </p:nvPr>
        </p:nvGraphicFramePr>
        <p:xfrm>
          <a:off x="344992" y="1252847"/>
          <a:ext cx="4788391" cy="1889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BA18512E-7F22-6404-B773-0DFEA8A5D782}"/>
              </a:ext>
            </a:extLst>
          </p:cNvPr>
          <p:cNvSpPr txBox="1"/>
          <p:nvPr/>
        </p:nvSpPr>
        <p:spPr>
          <a:xfrm>
            <a:off x="6104951" y="3161166"/>
            <a:ext cx="34100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여객 </a:t>
            </a:r>
            <a:r>
              <a:rPr lang="en-US" altLang="ko-KR" sz="1200" dirty="0">
                <a:solidFill>
                  <a:srgbClr val="558ED5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1,234,567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누적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1A0A526-E3FE-E47F-A9E7-39D6155010DB}"/>
              </a:ext>
            </a:extLst>
          </p:cNvPr>
          <p:cNvSpPr txBox="1"/>
          <p:nvPr/>
        </p:nvSpPr>
        <p:spPr>
          <a:xfrm>
            <a:off x="311474" y="3161166"/>
            <a:ext cx="34100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 </a:t>
            </a:r>
            <a:r>
              <a:rPr lang="en-US" altLang="ko-KR" sz="1200" dirty="0">
                <a:solidFill>
                  <a:srgbClr val="7030A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1,234,567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편   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누적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5C205765-1E9A-975A-6472-81675DD2497B}"/>
              </a:ext>
            </a:extLst>
          </p:cNvPr>
          <p:cNvSpPr/>
          <p:nvPr/>
        </p:nvSpPr>
        <p:spPr bwMode="auto">
          <a:xfrm>
            <a:off x="4949751" y="1295415"/>
            <a:ext cx="4565249" cy="1846702"/>
          </a:xfrm>
          <a:prstGeom prst="roundRect">
            <a:avLst>
              <a:gd name="adj" fmla="val 5001"/>
            </a:avLst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54" name="차트 53">
            <a:extLst>
              <a:ext uri="{FF2B5EF4-FFF2-40B4-BE49-F238E27FC236}">
                <a16:creationId xmlns:a16="http://schemas.microsoft.com/office/drawing/2014/main" id="{8C9A2841-EC6F-0DB9-01D2-EAB64F6BB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5213892"/>
              </p:ext>
            </p:extLst>
          </p:nvPr>
        </p:nvGraphicFramePr>
        <p:xfrm>
          <a:off x="5166899" y="1252847"/>
          <a:ext cx="4348101" cy="1889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8235704F-0208-62BD-E023-1256352DE22F}"/>
              </a:ext>
            </a:extLst>
          </p:cNvPr>
          <p:cNvSpPr txBox="1"/>
          <p:nvPr/>
        </p:nvSpPr>
        <p:spPr>
          <a:xfrm>
            <a:off x="336013" y="963752"/>
            <a:ext cx="351861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이벤트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무안공항 폐쇄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(2015-01-08)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EF2B53C6-2924-9575-B9B9-8CA432D3AC0A}"/>
              </a:ext>
            </a:extLst>
          </p:cNvPr>
          <p:cNvSpPr/>
          <p:nvPr/>
        </p:nvSpPr>
        <p:spPr bwMode="auto">
          <a:xfrm>
            <a:off x="254216" y="1012638"/>
            <a:ext cx="114516" cy="114516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4A2581C1-3F96-8970-06A3-574B6E683A76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53456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7" name="Rectangle 7">
            <a:extLst>
              <a:ext uri="{FF2B5EF4-FFF2-40B4-BE49-F238E27FC236}">
                <a16:creationId xmlns:a16="http://schemas.microsoft.com/office/drawing/2014/main" id="{B049D07D-F8F2-2FFE-1A70-935FA60BD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9767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38" name="AutoShape 89">
            <a:extLst>
              <a:ext uri="{FF2B5EF4-FFF2-40B4-BE49-F238E27FC236}">
                <a16:creationId xmlns:a16="http://schemas.microsoft.com/office/drawing/2014/main" id="{2996007C-3530-532B-F65A-EDB4B5DE5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7507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40F2CEA-DF03-ECD9-EB13-1CFE092B7CED}"/>
              </a:ext>
            </a:extLst>
          </p:cNvPr>
          <p:cNvGrpSpPr/>
          <p:nvPr/>
        </p:nvGrpSpPr>
        <p:grpSpPr>
          <a:xfrm>
            <a:off x="8568460" y="566444"/>
            <a:ext cx="773884" cy="268517"/>
            <a:chOff x="5000287" y="2533231"/>
            <a:chExt cx="773884" cy="268517"/>
          </a:xfrm>
        </p:grpSpPr>
        <p:sp>
          <p:nvSpPr>
            <p:cNvPr id="42" name="AutoShape 55">
              <a:extLst>
                <a:ext uri="{FF2B5EF4-FFF2-40B4-BE49-F238E27FC236}">
                  <a16:creationId xmlns:a16="http://schemas.microsoft.com/office/drawing/2014/main" id="{428845AE-EFC4-46B0-3600-29125FD7E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" name="Accept">
              <a:extLst>
                <a:ext uri="{FF2B5EF4-FFF2-40B4-BE49-F238E27FC236}">
                  <a16:creationId xmlns:a16="http://schemas.microsoft.com/office/drawing/2014/main" id="{7D97207F-91C1-30C2-8F16-C4623B4D3F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6D17735-A968-3CB0-2985-FC07B9BC3A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0268891"/>
              </p:ext>
            </p:extLst>
          </p:nvPr>
        </p:nvGraphicFramePr>
        <p:xfrm>
          <a:off x="170952" y="5292995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출국장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AutoShape 89">
            <a:extLst>
              <a:ext uri="{FF2B5EF4-FFF2-40B4-BE49-F238E27FC236}">
                <a16:creationId xmlns:a16="http://schemas.microsoft.com/office/drawing/2014/main" id="{2E6E73DE-BA0E-508B-A588-274C59CC0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5332458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A87401CF-984E-C38F-E5D6-0DEBC9FB804C}"/>
              </a:ext>
            </a:extLst>
          </p:cNvPr>
          <p:cNvSpPr/>
          <p:nvPr/>
        </p:nvSpPr>
        <p:spPr bwMode="auto">
          <a:xfrm>
            <a:off x="2898015" y="663636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EBC59DEC-C002-7DA5-11A0-C3D93B82E579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4" name="Rectangle 7">
            <a:extLst>
              <a:ext uri="{FF2B5EF4-FFF2-40B4-BE49-F238E27FC236}">
                <a16:creationId xmlns:a16="http://schemas.microsoft.com/office/drawing/2014/main" id="{0CDFF834-96B0-965B-2A19-9B231F262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Rectangle 7">
            <a:extLst>
              <a:ext uri="{FF2B5EF4-FFF2-40B4-BE49-F238E27FC236}">
                <a16:creationId xmlns:a16="http://schemas.microsoft.com/office/drawing/2014/main" id="{8AD30D10-BEAA-7358-D427-2F745CA6B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12D4CE43-4BC4-00C3-A2FD-B1109E77663B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C89A67A-9D59-0116-55AE-CEF68B76E8B2}"/>
              </a:ext>
            </a:extLst>
          </p:cNvPr>
          <p:cNvSpPr/>
          <p:nvPr/>
        </p:nvSpPr>
        <p:spPr bwMode="auto">
          <a:xfrm>
            <a:off x="3856993" y="655237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A60CA67-0DE3-32C4-9BA9-3453415F8C4C}"/>
              </a:ext>
            </a:extLst>
          </p:cNvPr>
          <p:cNvSpPr txBox="1"/>
          <p:nvPr/>
        </p:nvSpPr>
        <p:spPr>
          <a:xfrm>
            <a:off x="1131080" y="3481350"/>
            <a:ext cx="14078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직전 주 同요일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(24-10-11)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대비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4DCE715F-5529-D56D-DCB4-BED3E2469767}"/>
              </a:ext>
            </a:extLst>
          </p:cNvPr>
          <p:cNvSpPr txBox="1"/>
          <p:nvPr/>
        </p:nvSpPr>
        <p:spPr>
          <a:xfrm>
            <a:off x="2359906" y="3442204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+ 2</a:t>
            </a:r>
            <a:r>
              <a:rPr lang="ko-KR" altLang="en-US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 </a:t>
            </a:r>
            <a:endParaRPr lang="ko-KR" altLang="en-US" sz="11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082AB1B-BDCC-8B50-DCCE-3E69F729F53A}"/>
              </a:ext>
            </a:extLst>
          </p:cNvPr>
          <p:cNvSpPr txBox="1"/>
          <p:nvPr/>
        </p:nvSpPr>
        <p:spPr>
          <a:xfrm>
            <a:off x="8342963" y="3438527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+268</a:t>
            </a:r>
            <a:r>
              <a:rPr lang="ko-KR" altLang="en-US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11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C8D5A38-3F13-F5E5-616E-22A8C2CB4620}"/>
              </a:ext>
            </a:extLst>
          </p:cNvPr>
          <p:cNvSpPr txBox="1"/>
          <p:nvPr/>
        </p:nvSpPr>
        <p:spPr>
          <a:xfrm>
            <a:off x="6997352" y="3480519"/>
            <a:ext cx="140780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직전 주 同요일</a:t>
            </a:r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(24-10-11)</a:t>
            </a: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대비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97B0AAD-0EF1-A9C8-4BE8-D424083783F9}"/>
              </a:ext>
            </a:extLst>
          </p:cNvPr>
          <p:cNvSpPr txBox="1"/>
          <p:nvPr/>
        </p:nvSpPr>
        <p:spPr>
          <a:xfrm>
            <a:off x="1574473" y="3895508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3DB28E6-9FF3-ECE3-8342-25E93F22D8A5}"/>
              </a:ext>
            </a:extLst>
          </p:cNvPr>
          <p:cNvSpPr txBox="1"/>
          <p:nvPr/>
        </p:nvSpPr>
        <p:spPr>
          <a:xfrm>
            <a:off x="1428230" y="4383835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(A, B, C, D)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9E1623B-A45F-ABEC-9D29-584D9B970E81}"/>
              </a:ext>
            </a:extLst>
          </p:cNvPr>
          <p:cNvSpPr txBox="1"/>
          <p:nvPr/>
        </p:nvSpPr>
        <p:spPr>
          <a:xfrm>
            <a:off x="1623968" y="4863197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C346303-7C8E-AA1C-5B8D-0EBB44365437}"/>
              </a:ext>
            </a:extLst>
          </p:cNvPr>
          <p:cNvSpPr txBox="1"/>
          <p:nvPr/>
        </p:nvSpPr>
        <p:spPr>
          <a:xfrm>
            <a:off x="1029656" y="5340195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(1, 2, 3)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396C239-F084-8CD7-D4F7-A48120B253AA}"/>
              </a:ext>
            </a:extLst>
          </p:cNvPr>
          <p:cNvSpPr txBox="1"/>
          <p:nvPr/>
        </p:nvSpPr>
        <p:spPr>
          <a:xfrm>
            <a:off x="1242660" y="5821153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(4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0248565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운항 정보 변경 관리 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2399898E-AC9D-2ADB-22AD-1813EC40623B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99318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운항편수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여객 수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" name="AutoShape 89">
            <a:extLst>
              <a:ext uri="{FF2B5EF4-FFF2-40B4-BE49-F238E27FC236}">
                <a16:creationId xmlns:a16="http://schemas.microsoft.com/office/drawing/2014/main" id="{E416E530-7B12-02DA-FA2E-6DD321B9A3CB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083144" y="1046663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9CB30BE7-3D62-2FA7-E967-0E102DB32A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9015282"/>
              </p:ext>
            </p:extLst>
          </p:nvPr>
        </p:nvGraphicFramePr>
        <p:xfrm>
          <a:off x="631329" y="4812649"/>
          <a:ext cx="4257939" cy="1382239"/>
        </p:xfrm>
        <a:graphic>
          <a:graphicData uri="http://schemas.openxmlformats.org/drawingml/2006/table">
            <a:tbl>
              <a:tblPr/>
              <a:tblGrid>
                <a:gridCol w="14193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19313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19313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</a:tblGrid>
              <a:tr h="35762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시작시간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종료시간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수정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53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04:00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</a:t>
                      </a:r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 algn="ctr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1538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06:00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5631401"/>
                  </a:ext>
                </a:extLst>
              </a:tr>
              <a:tr h="341538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  <a:endParaRPr lang="ko-KR" altLang="en-US" sz="800" b="0" u="none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114908"/>
                  </a:ext>
                </a:extLst>
              </a:tr>
            </a:tbl>
          </a:graphicData>
        </a:graphic>
      </p:graphicFrame>
      <p:sp>
        <p:nvSpPr>
          <p:cNvPr id="34" name="TextBox 33">
            <a:extLst>
              <a:ext uri="{FF2B5EF4-FFF2-40B4-BE49-F238E27FC236}">
                <a16:creationId xmlns:a16="http://schemas.microsoft.com/office/drawing/2014/main" id="{28D9D702-6621-9DBE-A135-46287C08B3DA}"/>
              </a:ext>
            </a:extLst>
          </p:cNvPr>
          <p:cNvSpPr txBox="1"/>
          <p:nvPr/>
        </p:nvSpPr>
        <p:spPr>
          <a:xfrm>
            <a:off x="518230" y="4520540"/>
            <a:ext cx="15493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시간대별 운항편 수정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B9D2008-63A9-1CF6-5F0F-B16D603E0A2E}"/>
              </a:ext>
            </a:extLst>
          </p:cNvPr>
          <p:cNvGrpSpPr/>
          <p:nvPr/>
        </p:nvGrpSpPr>
        <p:grpSpPr>
          <a:xfrm>
            <a:off x="4846392" y="5220394"/>
            <a:ext cx="85549" cy="817100"/>
            <a:chOff x="6147706" y="2955471"/>
            <a:chExt cx="0" cy="948512"/>
          </a:xfrm>
        </p:grpSpPr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73C0E253-121F-56D9-CF5B-A28D5C958065}"/>
                </a:ext>
              </a:extLst>
            </p:cNvPr>
            <p:cNvCxnSpPr/>
            <p:nvPr/>
          </p:nvCxnSpPr>
          <p:spPr>
            <a:xfrm>
              <a:off x="6147706" y="2955471"/>
              <a:ext cx="0" cy="948512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35BC9C36-D75B-2754-2E44-308025155766}"/>
                </a:ext>
              </a:extLst>
            </p:cNvPr>
            <p:cNvCxnSpPr/>
            <p:nvPr/>
          </p:nvCxnSpPr>
          <p:spPr>
            <a:xfrm>
              <a:off x="6147706" y="3053007"/>
              <a:ext cx="0" cy="205909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515F7307-A80C-D987-D6B4-56760FF856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9190425"/>
              </p:ext>
            </p:extLst>
          </p:nvPr>
        </p:nvGraphicFramePr>
        <p:xfrm>
          <a:off x="5193512" y="4812650"/>
          <a:ext cx="4109667" cy="1382238"/>
        </p:xfrm>
        <a:graphic>
          <a:graphicData uri="http://schemas.openxmlformats.org/drawingml/2006/table">
            <a:tbl>
              <a:tblPr/>
              <a:tblGrid>
                <a:gridCol w="1369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69889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369889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</a:tblGrid>
              <a:tr h="35762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시작시간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종료시간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승객 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53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04:00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</a:t>
                      </a:r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 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00,000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1538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06:00</a:t>
                      </a:r>
                      <a:endParaRPr lang="ko-KR" altLang="en-US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/>
                        <a:t>00,000</a:t>
                      </a:r>
                      <a:r>
                        <a:rPr lang="ko-KR" altLang="en-US" sz="800" dirty="0"/>
                        <a:t>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5631401"/>
                  </a:ext>
                </a:extLst>
              </a:tr>
              <a:tr h="341538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  <a:endParaRPr lang="ko-KR" altLang="en-US" sz="800" b="0" u="none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…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114908"/>
                  </a:ext>
                </a:extLst>
              </a:tr>
            </a:tbl>
          </a:graphicData>
        </a:graphic>
      </p:graphicFrame>
      <p:sp>
        <p:nvSpPr>
          <p:cNvPr id="56" name="TextBox 55">
            <a:extLst>
              <a:ext uri="{FF2B5EF4-FFF2-40B4-BE49-F238E27FC236}">
                <a16:creationId xmlns:a16="http://schemas.microsoft.com/office/drawing/2014/main" id="{1BD4FA8A-1081-98AB-B4A2-299C89718174}"/>
              </a:ext>
            </a:extLst>
          </p:cNvPr>
          <p:cNvSpPr txBox="1"/>
          <p:nvPr/>
        </p:nvSpPr>
        <p:spPr>
          <a:xfrm>
            <a:off x="5098880" y="4520540"/>
            <a:ext cx="15493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시간대별 승객 수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09E4E4A3-F229-6BCE-B41C-6D5C33671B36}"/>
              </a:ext>
            </a:extLst>
          </p:cNvPr>
          <p:cNvGrpSpPr/>
          <p:nvPr/>
        </p:nvGrpSpPr>
        <p:grpSpPr>
          <a:xfrm>
            <a:off x="9260305" y="5206640"/>
            <a:ext cx="85549" cy="817100"/>
            <a:chOff x="6147706" y="2955471"/>
            <a:chExt cx="0" cy="948512"/>
          </a:xfrm>
        </p:grpSpPr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C2AC917C-8DB3-665F-E4CA-4C7019E31B29}"/>
                </a:ext>
              </a:extLst>
            </p:cNvPr>
            <p:cNvCxnSpPr/>
            <p:nvPr/>
          </p:nvCxnSpPr>
          <p:spPr>
            <a:xfrm>
              <a:off x="6147706" y="2955471"/>
              <a:ext cx="0" cy="948512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26D0C00B-4427-8582-9902-76D4226B5043}"/>
                </a:ext>
              </a:extLst>
            </p:cNvPr>
            <p:cNvCxnSpPr/>
            <p:nvPr/>
          </p:nvCxnSpPr>
          <p:spPr>
            <a:xfrm>
              <a:off x="6147706" y="3053007"/>
              <a:ext cx="0" cy="205909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15267F8D-B234-5C84-5AEE-21C9B1F5C7C6}"/>
              </a:ext>
            </a:extLst>
          </p:cNvPr>
          <p:cNvGrpSpPr/>
          <p:nvPr/>
        </p:nvGrpSpPr>
        <p:grpSpPr>
          <a:xfrm>
            <a:off x="3609005" y="5561594"/>
            <a:ext cx="1128667" cy="230260"/>
            <a:chOff x="3338774" y="5191590"/>
            <a:chExt cx="1128667" cy="230260"/>
          </a:xfrm>
        </p:grpSpPr>
        <p:sp>
          <p:nvSpPr>
            <p:cNvPr id="60" name="Rectangle 7">
              <a:extLst>
                <a:ext uri="{FF2B5EF4-FFF2-40B4-BE49-F238E27FC236}">
                  <a16:creationId xmlns:a16="http://schemas.microsoft.com/office/drawing/2014/main" id="{BB5EFCC6-3198-14CE-C076-331FA16C7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938" y="5191590"/>
              <a:ext cx="872166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0%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BBB5D2A-1B9D-F076-3012-A3B08FF4A759}"/>
                </a:ext>
              </a:extLst>
            </p:cNvPr>
            <p:cNvSpPr/>
            <p:nvPr/>
          </p:nvSpPr>
          <p:spPr bwMode="auto">
            <a:xfrm>
              <a:off x="3338774" y="5191590"/>
              <a:ext cx="126164" cy="230260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3" name="Chevron Left">
              <a:extLst>
                <a:ext uri="{FF2B5EF4-FFF2-40B4-BE49-F238E27FC236}">
                  <a16:creationId xmlns:a16="http://schemas.microsoft.com/office/drawing/2014/main" id="{52390665-039D-3910-2A72-65617A43CD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76143" y="5245186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D0CB2192-411F-4C8B-01D5-BA6720C8F450}"/>
                </a:ext>
              </a:extLst>
            </p:cNvPr>
            <p:cNvSpPr/>
            <p:nvPr/>
          </p:nvSpPr>
          <p:spPr bwMode="auto">
            <a:xfrm>
              <a:off x="4341277" y="5191590"/>
              <a:ext cx="126164" cy="230260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4" name="Chevron Right">
              <a:extLst>
                <a:ext uri="{FF2B5EF4-FFF2-40B4-BE49-F238E27FC236}">
                  <a16:creationId xmlns:a16="http://schemas.microsoft.com/office/drawing/2014/main" id="{313EB4C0-3D11-69BE-98BE-7DAB50CEE4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1332" y="5245185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7" name="Rectangle 7">
            <a:extLst>
              <a:ext uri="{FF2B5EF4-FFF2-40B4-BE49-F238E27FC236}">
                <a16:creationId xmlns:a16="http://schemas.microsoft.com/office/drawing/2014/main" id="{E90A5135-3D8E-760A-9A46-5D850B427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169" y="5216537"/>
            <a:ext cx="872166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kern="0" dirty="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10%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5C30679-B240-BB7F-8005-7AD70CC2AF14}"/>
              </a:ext>
            </a:extLst>
          </p:cNvPr>
          <p:cNvSpPr/>
          <p:nvPr/>
        </p:nvSpPr>
        <p:spPr bwMode="auto">
          <a:xfrm>
            <a:off x="3609005" y="5216537"/>
            <a:ext cx="126164" cy="23026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9" name="Chevron Left">
            <a:extLst>
              <a:ext uri="{FF2B5EF4-FFF2-40B4-BE49-F238E27FC236}">
                <a16:creationId xmlns:a16="http://schemas.microsoft.com/office/drawing/2014/main" id="{C437F635-AE99-8B05-76C0-0A7A9CC94EEA}"/>
              </a:ext>
            </a:extLst>
          </p:cNvPr>
          <p:cNvSpPr>
            <a:spLocks noChangeAspect="1"/>
          </p:cNvSpPr>
          <p:nvPr/>
        </p:nvSpPr>
        <p:spPr bwMode="auto">
          <a:xfrm>
            <a:off x="3646374" y="5270133"/>
            <a:ext cx="64492" cy="117375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C38CDBF-E9E1-8838-2A93-5D2A3FB1A89A}"/>
              </a:ext>
            </a:extLst>
          </p:cNvPr>
          <p:cNvSpPr/>
          <p:nvPr/>
        </p:nvSpPr>
        <p:spPr bwMode="auto">
          <a:xfrm>
            <a:off x="4611508" y="5216537"/>
            <a:ext cx="126164" cy="23026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3" name="Chevron Right">
            <a:extLst>
              <a:ext uri="{FF2B5EF4-FFF2-40B4-BE49-F238E27FC236}">
                <a16:creationId xmlns:a16="http://schemas.microsoft.com/office/drawing/2014/main" id="{6C4C90E5-B048-0DAC-05F9-BDFD7A9FB65C}"/>
              </a:ext>
            </a:extLst>
          </p:cNvPr>
          <p:cNvSpPr>
            <a:spLocks noChangeAspect="1"/>
          </p:cNvSpPr>
          <p:nvPr/>
        </p:nvSpPr>
        <p:spPr bwMode="auto">
          <a:xfrm>
            <a:off x="4651563" y="5270132"/>
            <a:ext cx="64492" cy="117375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31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C2D3E8D1-3531-05DC-D885-9AD488040B2A}"/>
              </a:ext>
            </a:extLst>
          </p:cNvPr>
          <p:cNvGrpSpPr/>
          <p:nvPr/>
        </p:nvGrpSpPr>
        <p:grpSpPr>
          <a:xfrm>
            <a:off x="2096575" y="4099644"/>
            <a:ext cx="1128667" cy="230260"/>
            <a:chOff x="3338774" y="5191590"/>
            <a:chExt cx="1128667" cy="230260"/>
          </a:xfrm>
        </p:grpSpPr>
        <p:sp>
          <p:nvSpPr>
            <p:cNvPr id="85" name="Rectangle 7">
              <a:extLst>
                <a:ext uri="{FF2B5EF4-FFF2-40B4-BE49-F238E27FC236}">
                  <a16:creationId xmlns:a16="http://schemas.microsoft.com/office/drawing/2014/main" id="{41FDE6E6-7A00-4E67-F2F3-FF423CB69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938" y="5191590"/>
              <a:ext cx="872166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10%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2289EC0E-3263-9629-4F81-80ED7BBB6BBC}"/>
                </a:ext>
              </a:extLst>
            </p:cNvPr>
            <p:cNvSpPr/>
            <p:nvPr/>
          </p:nvSpPr>
          <p:spPr bwMode="auto">
            <a:xfrm>
              <a:off x="3338774" y="5191590"/>
              <a:ext cx="126164" cy="230260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87" name="Chevron Left">
              <a:extLst>
                <a:ext uri="{FF2B5EF4-FFF2-40B4-BE49-F238E27FC236}">
                  <a16:creationId xmlns:a16="http://schemas.microsoft.com/office/drawing/2014/main" id="{64A2F14A-A528-910B-16A6-3A4BB483D3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76143" y="5245186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EA024A73-01B5-495A-1142-7A5BB49E977A}"/>
                </a:ext>
              </a:extLst>
            </p:cNvPr>
            <p:cNvSpPr/>
            <p:nvPr/>
          </p:nvSpPr>
          <p:spPr bwMode="auto">
            <a:xfrm>
              <a:off x="4341277" y="5191590"/>
              <a:ext cx="126164" cy="230260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89" name="Chevron Right">
              <a:extLst>
                <a:ext uri="{FF2B5EF4-FFF2-40B4-BE49-F238E27FC236}">
                  <a16:creationId xmlns:a16="http://schemas.microsoft.com/office/drawing/2014/main" id="{A2EE0E6B-9115-5A73-7844-5BE1CFF98A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1332" y="5245185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027DD8F4-7696-A60D-960C-2BEB9791BFFA}"/>
              </a:ext>
            </a:extLst>
          </p:cNvPr>
          <p:cNvSpPr txBox="1"/>
          <p:nvPr/>
        </p:nvSpPr>
        <p:spPr>
          <a:xfrm>
            <a:off x="518229" y="4100347"/>
            <a:ext cx="221860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운항편 전체 비율로 수정</a:t>
            </a:r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23DC9E24-5B8B-C845-17BD-10B4915C5E00}"/>
              </a:ext>
            </a:extLst>
          </p:cNvPr>
          <p:cNvGrpSpPr/>
          <p:nvPr/>
        </p:nvGrpSpPr>
        <p:grpSpPr>
          <a:xfrm>
            <a:off x="339098" y="4112485"/>
            <a:ext cx="222758" cy="222758"/>
            <a:chOff x="3493471" y="4422876"/>
            <a:chExt cx="244175" cy="244175"/>
          </a:xfrm>
        </p:grpSpPr>
        <p:sp>
          <p:nvSpPr>
            <p:cNvPr id="100" name="타원 99">
              <a:extLst>
                <a:ext uri="{FF2B5EF4-FFF2-40B4-BE49-F238E27FC236}">
                  <a16:creationId xmlns:a16="http://schemas.microsoft.com/office/drawing/2014/main" id="{3E39DEF7-E013-5DF8-F6FC-6F82B0E40AEB}"/>
                </a:ext>
              </a:extLst>
            </p:cNvPr>
            <p:cNvSpPr/>
            <p:nvPr/>
          </p:nvSpPr>
          <p:spPr bwMode="auto">
            <a:xfrm>
              <a:off x="3493471" y="4422876"/>
              <a:ext cx="244175" cy="244175"/>
            </a:xfrm>
            <a:prstGeom prst="ellipse">
              <a:avLst/>
            </a:prstGeom>
            <a:solidFill>
              <a:srgbClr val="ACCBF9">
                <a:lumMod val="50000"/>
              </a:srgbClr>
            </a:solidFill>
            <a:ln w="6350">
              <a:solidFill>
                <a:sysClr val="window" lastClr="FFFFFF">
                  <a:lumMod val="75000"/>
                </a:sysClr>
              </a:solidFill>
              <a:miter lim="800000"/>
              <a:headEnd/>
              <a:tailEnd/>
            </a:ln>
          </p:spPr>
          <p:txBody>
            <a:bodyPr wrap="square" lIns="36000" tIns="36000" rIns="36000" bIns="36000" rtlCol="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1" name="Accept">
              <a:extLst>
                <a:ext uri="{FF2B5EF4-FFF2-40B4-BE49-F238E27FC236}">
                  <a16:creationId xmlns:a16="http://schemas.microsoft.com/office/drawing/2014/main" id="{4BE47CCA-A9C2-B7AC-5130-8ED8DE030F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63964" y="4499174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03" name="타원 102">
            <a:extLst>
              <a:ext uri="{FF2B5EF4-FFF2-40B4-BE49-F238E27FC236}">
                <a16:creationId xmlns:a16="http://schemas.microsoft.com/office/drawing/2014/main" id="{9F4B9975-B463-E382-1844-B4F2CC23F44F}"/>
              </a:ext>
            </a:extLst>
          </p:cNvPr>
          <p:cNvSpPr/>
          <p:nvPr/>
        </p:nvSpPr>
        <p:spPr bwMode="auto">
          <a:xfrm>
            <a:off x="334723" y="4523017"/>
            <a:ext cx="222758" cy="222758"/>
          </a:xfrm>
          <a:prstGeom prst="ellipse">
            <a:avLst/>
          </a:prstGeom>
          <a:solidFill>
            <a:sysClr val="window" lastClr="FFFFFF"/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CC92006-F7C1-D634-56DE-82A17B7E323F}"/>
              </a:ext>
            </a:extLst>
          </p:cNvPr>
          <p:cNvSpPr txBox="1"/>
          <p:nvPr/>
        </p:nvSpPr>
        <p:spPr>
          <a:xfrm>
            <a:off x="5996366" y="3441052"/>
            <a:ext cx="34061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여객 </a:t>
            </a:r>
            <a:r>
              <a:rPr lang="en-US" altLang="ko-KR" sz="1200" dirty="0">
                <a:solidFill>
                  <a:srgbClr val="558ED5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1,234,567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누적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3202DF2-1488-AFD1-FAE1-C84810F02D40}"/>
              </a:ext>
            </a:extLst>
          </p:cNvPr>
          <p:cNvSpPr txBox="1"/>
          <p:nvPr/>
        </p:nvSpPr>
        <p:spPr>
          <a:xfrm>
            <a:off x="202888" y="3441052"/>
            <a:ext cx="34100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 </a:t>
            </a:r>
            <a:r>
              <a:rPr lang="en-US" altLang="ko-KR" sz="1200" dirty="0">
                <a:solidFill>
                  <a:srgbClr val="7030A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1,234,567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편   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누적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0DC6A39-E7E1-88A3-28F2-54045D7C9E47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53456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" name="Rectangle 7">
            <a:extLst>
              <a:ext uri="{FF2B5EF4-FFF2-40B4-BE49-F238E27FC236}">
                <a16:creationId xmlns:a16="http://schemas.microsoft.com/office/drawing/2014/main" id="{B134C871-FA4F-258B-66BF-9247761D9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9767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25" name="AutoShape 89">
            <a:extLst>
              <a:ext uri="{FF2B5EF4-FFF2-40B4-BE49-F238E27FC236}">
                <a16:creationId xmlns:a16="http://schemas.microsoft.com/office/drawing/2014/main" id="{E0C3A583-D195-16BC-63F5-952B672D9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7507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390E168D-3548-30DC-E228-E6F7E2A28368}"/>
              </a:ext>
            </a:extLst>
          </p:cNvPr>
          <p:cNvGrpSpPr/>
          <p:nvPr/>
        </p:nvGrpSpPr>
        <p:grpSpPr>
          <a:xfrm>
            <a:off x="8568460" y="566444"/>
            <a:ext cx="773884" cy="268517"/>
            <a:chOff x="5000287" y="2533231"/>
            <a:chExt cx="773884" cy="268517"/>
          </a:xfrm>
        </p:grpSpPr>
        <p:sp>
          <p:nvSpPr>
            <p:cNvPr id="29" name="AutoShape 55">
              <a:extLst>
                <a:ext uri="{FF2B5EF4-FFF2-40B4-BE49-F238E27FC236}">
                  <a16:creationId xmlns:a16="http://schemas.microsoft.com/office/drawing/2014/main" id="{7B0A6176-C713-33C4-BF12-86E82E9FA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Accept">
              <a:extLst>
                <a:ext uri="{FF2B5EF4-FFF2-40B4-BE49-F238E27FC236}">
                  <a16:creationId xmlns:a16="http://schemas.microsoft.com/office/drawing/2014/main" id="{ADC6540A-504F-592E-B3CB-FF68861064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1E3E317-0A73-A302-F70E-455B56E1D651}"/>
              </a:ext>
            </a:extLst>
          </p:cNvPr>
          <p:cNvGrpSpPr/>
          <p:nvPr/>
        </p:nvGrpSpPr>
        <p:grpSpPr>
          <a:xfrm>
            <a:off x="4435647" y="6319303"/>
            <a:ext cx="1034705" cy="356609"/>
            <a:chOff x="7531980" y="6431059"/>
            <a:chExt cx="1034705" cy="356609"/>
          </a:xfrm>
        </p:grpSpPr>
        <p:sp>
          <p:nvSpPr>
            <p:cNvPr id="12" name="AutoShape 55">
              <a:extLst>
                <a:ext uri="{FF2B5EF4-FFF2-40B4-BE49-F238E27FC236}">
                  <a16:creationId xmlns:a16="http://schemas.microsoft.com/office/drawing/2014/main" id="{55BB3037-FE72-7879-CDCB-9F573206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945671" cy="356609"/>
            </a:xfrm>
            <a:prstGeom prst="rect">
              <a:avLst/>
            </a:prstGeom>
            <a:solidFill>
              <a:srgbClr val="5C64B7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AC1F3B7-FEBB-5C65-AB97-A43CFE85DABC}"/>
                </a:ext>
              </a:extLst>
            </p:cNvPr>
            <p:cNvSpPr txBox="1"/>
            <p:nvPr/>
          </p:nvSpPr>
          <p:spPr>
            <a:xfrm>
              <a:off x="7531980" y="6486003"/>
              <a:ext cx="10347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현재상태 저장</a:t>
              </a:r>
            </a:p>
          </p:txBody>
        </p:sp>
      </p:grpSp>
      <p:sp>
        <p:nvSpPr>
          <p:cNvPr id="43" name="타원 42">
            <a:extLst>
              <a:ext uri="{FF2B5EF4-FFF2-40B4-BE49-F238E27FC236}">
                <a16:creationId xmlns:a16="http://schemas.microsoft.com/office/drawing/2014/main" id="{78000D0F-E82A-8D25-12B9-F69211002DC0}"/>
              </a:ext>
            </a:extLst>
          </p:cNvPr>
          <p:cNvSpPr/>
          <p:nvPr/>
        </p:nvSpPr>
        <p:spPr bwMode="auto">
          <a:xfrm>
            <a:off x="2898015" y="663636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470CF081-0C41-8265-3E59-238921F662CB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5" name="Rectangle 7">
            <a:extLst>
              <a:ext uri="{FF2B5EF4-FFF2-40B4-BE49-F238E27FC236}">
                <a16:creationId xmlns:a16="http://schemas.microsoft.com/office/drawing/2014/main" id="{1CAF0E35-3FB5-90C0-DDDF-35BC1EB1B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Rectangle 7">
            <a:extLst>
              <a:ext uri="{FF2B5EF4-FFF2-40B4-BE49-F238E27FC236}">
                <a16:creationId xmlns:a16="http://schemas.microsoft.com/office/drawing/2014/main" id="{20166806-8E38-483B-90B1-F2FAAEA7E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6CEC449D-D778-D9B8-8FAD-E2AAF6FA8A99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BAC55AC-9558-DE75-98D6-F414AD492C0E}"/>
              </a:ext>
            </a:extLst>
          </p:cNvPr>
          <p:cNvSpPr/>
          <p:nvPr/>
        </p:nvSpPr>
        <p:spPr bwMode="auto">
          <a:xfrm>
            <a:off x="3856993" y="655237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D424AC98-1F85-AB2E-EA33-EF096935C13A}"/>
              </a:ext>
            </a:extLst>
          </p:cNvPr>
          <p:cNvSpPr txBox="1"/>
          <p:nvPr/>
        </p:nvSpPr>
        <p:spPr>
          <a:xfrm>
            <a:off x="1563840" y="1049135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07548F0-D7B2-DB37-015B-BFC7D9A2E0C0}"/>
              </a:ext>
            </a:extLst>
          </p:cNvPr>
          <p:cNvSpPr/>
          <p:nvPr/>
        </p:nvSpPr>
        <p:spPr bwMode="auto">
          <a:xfrm>
            <a:off x="311476" y="1547472"/>
            <a:ext cx="4340884" cy="1846702"/>
          </a:xfrm>
          <a:prstGeom prst="roundRect">
            <a:avLst>
              <a:gd name="adj" fmla="val 5001"/>
            </a:avLst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51" name="차트 50">
            <a:extLst>
              <a:ext uri="{FF2B5EF4-FFF2-40B4-BE49-F238E27FC236}">
                <a16:creationId xmlns:a16="http://schemas.microsoft.com/office/drawing/2014/main" id="{B6D28320-5C07-3AF9-F131-2274810B0E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5040264"/>
              </p:ext>
            </p:extLst>
          </p:nvPr>
        </p:nvGraphicFramePr>
        <p:xfrm>
          <a:off x="344992" y="1504904"/>
          <a:ext cx="4788391" cy="1889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5C9A789-E6B8-425E-D631-A6DA53500804}"/>
              </a:ext>
            </a:extLst>
          </p:cNvPr>
          <p:cNvSpPr/>
          <p:nvPr/>
        </p:nvSpPr>
        <p:spPr bwMode="auto">
          <a:xfrm>
            <a:off x="4949751" y="1547472"/>
            <a:ext cx="4565249" cy="1846702"/>
          </a:xfrm>
          <a:prstGeom prst="roundRect">
            <a:avLst>
              <a:gd name="adj" fmla="val 5001"/>
            </a:avLst>
          </a:prstGeom>
          <a:noFill/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53" name="차트 52">
            <a:extLst>
              <a:ext uri="{FF2B5EF4-FFF2-40B4-BE49-F238E27FC236}">
                <a16:creationId xmlns:a16="http://schemas.microsoft.com/office/drawing/2014/main" id="{F8DC860E-B4F9-8199-1336-1DDFC9A367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69324500"/>
              </p:ext>
            </p:extLst>
          </p:nvPr>
        </p:nvGraphicFramePr>
        <p:xfrm>
          <a:off x="5166899" y="1504904"/>
          <a:ext cx="4348101" cy="1889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AA003E1C-115C-04B8-290F-79A1E64C9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747294"/>
              </p:ext>
            </p:extLst>
          </p:nvPr>
        </p:nvGraphicFramePr>
        <p:xfrm>
          <a:off x="170952" y="6858000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보안검색대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2" name="AutoShape 89">
            <a:extLst>
              <a:ext uri="{FF2B5EF4-FFF2-40B4-BE49-F238E27FC236}">
                <a16:creationId xmlns:a16="http://schemas.microsoft.com/office/drawing/2014/main" id="{D645CD1D-A7A5-D812-3924-277EECE18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6897463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65" name="AutoShape 55">
            <a:extLst>
              <a:ext uri="{FF2B5EF4-FFF2-40B4-BE49-F238E27FC236}">
                <a16:creationId xmlns:a16="http://schemas.microsoft.com/office/drawing/2014/main" id="{F23D9E19-F48C-E2F8-CF5F-D57F51EDB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1019" y="7359969"/>
            <a:ext cx="1640642" cy="329089"/>
          </a:xfrm>
          <a:prstGeom prst="rect">
            <a:avLst/>
          </a:prstGeom>
          <a:solidFill>
            <a:schemeClr val="tx1"/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252000" tIns="108000" rIns="252000" bIns="10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5D31E0A-EBBC-0479-6D23-A5339699660F}"/>
              </a:ext>
            </a:extLst>
          </p:cNvPr>
          <p:cNvSpPr txBox="1"/>
          <p:nvPr/>
        </p:nvSpPr>
        <p:spPr>
          <a:xfrm>
            <a:off x="1242660" y="6903952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(4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531923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체크인카운터 정보 변경 관리 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8AAC4D4-28E8-FBD7-0582-E77E436B3FF3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506113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체크인카운터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8CADD20-625D-8341-378F-D7A7E710C673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53456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3065A441-793D-6526-41BD-561A2652F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9767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2" name="AutoShape 89">
            <a:extLst>
              <a:ext uri="{FF2B5EF4-FFF2-40B4-BE49-F238E27FC236}">
                <a16:creationId xmlns:a16="http://schemas.microsoft.com/office/drawing/2014/main" id="{93240C2D-5403-195D-24F1-1DA3BEDCE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7507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F0B9EF3E-BEA2-3F5A-DD09-F51D44E582E8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02033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운항편수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여객 수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F4A509A6-BB08-4B8A-7822-ED82D2572D83}"/>
              </a:ext>
            </a:extLst>
          </p:cNvPr>
          <p:cNvGrpSpPr/>
          <p:nvPr/>
        </p:nvGrpSpPr>
        <p:grpSpPr>
          <a:xfrm>
            <a:off x="8568460" y="566444"/>
            <a:ext cx="773884" cy="268517"/>
            <a:chOff x="5000287" y="2533231"/>
            <a:chExt cx="773884" cy="268517"/>
          </a:xfrm>
        </p:grpSpPr>
        <p:sp>
          <p:nvSpPr>
            <p:cNvPr id="18" name="AutoShape 55">
              <a:extLst>
                <a:ext uri="{FF2B5EF4-FFF2-40B4-BE49-F238E27FC236}">
                  <a16:creationId xmlns:a16="http://schemas.microsoft.com/office/drawing/2014/main" id="{D5257B8B-3A3C-ED73-E4B6-6BE8F3430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Accept">
              <a:extLst>
                <a:ext uri="{FF2B5EF4-FFF2-40B4-BE49-F238E27FC236}">
                  <a16:creationId xmlns:a16="http://schemas.microsoft.com/office/drawing/2014/main" id="{3943EDFC-85D3-BC56-BF04-103C80C2B0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0" name="AutoShape 89">
            <a:extLst>
              <a:ext uri="{FF2B5EF4-FFF2-40B4-BE49-F238E27FC236}">
                <a16:creationId xmlns:a16="http://schemas.microsoft.com/office/drawing/2014/main" id="{3A70368A-9D34-78AA-2F25-90C0BC81E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1042009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21" name="AutoShape 89">
            <a:extLst>
              <a:ext uri="{FF2B5EF4-FFF2-40B4-BE49-F238E27FC236}">
                <a16:creationId xmlns:a16="http://schemas.microsoft.com/office/drawing/2014/main" id="{DE966FFB-EF61-75C7-5550-39EE0A671B86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083144" y="1542341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4AC12BEF-C653-2A8D-8716-69F9304BD173}"/>
              </a:ext>
            </a:extLst>
          </p:cNvPr>
          <p:cNvSpPr/>
          <p:nvPr/>
        </p:nvSpPr>
        <p:spPr bwMode="auto">
          <a:xfrm>
            <a:off x="504464" y="4880501"/>
            <a:ext cx="8578680" cy="663050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4B46963-7CF6-4703-A336-264820289CA9}"/>
              </a:ext>
            </a:extLst>
          </p:cNvPr>
          <p:cNvSpPr/>
          <p:nvPr/>
        </p:nvSpPr>
        <p:spPr bwMode="auto">
          <a:xfrm>
            <a:off x="1104808" y="4397708"/>
            <a:ext cx="781664" cy="48279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EDA7B759-A58D-DDED-28A5-AE0D11EDD668}"/>
              </a:ext>
            </a:extLst>
          </p:cNvPr>
          <p:cNvSpPr/>
          <p:nvPr/>
        </p:nvSpPr>
        <p:spPr bwMode="auto">
          <a:xfrm>
            <a:off x="7592694" y="4397708"/>
            <a:ext cx="781664" cy="48279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6E46C3EE-8770-8270-E477-B7DB1BE844EF}"/>
              </a:ext>
            </a:extLst>
          </p:cNvPr>
          <p:cNvSpPr/>
          <p:nvPr/>
        </p:nvSpPr>
        <p:spPr bwMode="auto">
          <a:xfrm>
            <a:off x="3600551" y="3788141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D5E20DDB-4C44-2A1E-5F1A-EAF1EBE96748}"/>
              </a:ext>
            </a:extLst>
          </p:cNvPr>
          <p:cNvSpPr/>
          <p:nvPr/>
        </p:nvSpPr>
        <p:spPr bwMode="auto">
          <a:xfrm>
            <a:off x="5703887" y="3782747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E2E45FC8-095D-EEBD-FAD6-9B7567890D7C}"/>
              </a:ext>
            </a:extLst>
          </p:cNvPr>
          <p:cNvSpPr/>
          <p:nvPr/>
        </p:nvSpPr>
        <p:spPr bwMode="auto">
          <a:xfrm>
            <a:off x="708278" y="2745756"/>
            <a:ext cx="8145190" cy="1776045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77" name="표 176">
            <a:extLst>
              <a:ext uri="{FF2B5EF4-FFF2-40B4-BE49-F238E27FC236}">
                <a16:creationId xmlns:a16="http://schemas.microsoft.com/office/drawing/2014/main" id="{7BB6A978-4A19-9E17-F654-F516A359AA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6535218"/>
              </p:ext>
            </p:extLst>
          </p:nvPr>
        </p:nvGraphicFramePr>
        <p:xfrm>
          <a:off x="833776" y="3106993"/>
          <a:ext cx="7874859" cy="949221"/>
        </p:xfrm>
        <a:graphic>
          <a:graphicData uri="http://schemas.openxmlformats.org/drawingml/2006/table">
            <a:tbl>
              <a:tblPr/>
              <a:tblGrid>
                <a:gridCol w="4791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82643768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57640332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33903784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21934469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3603857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105051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6177246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42715656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977164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4819241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KE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KE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KE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KE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KE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KE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187" name="TextBox 186">
            <a:extLst>
              <a:ext uri="{FF2B5EF4-FFF2-40B4-BE49-F238E27FC236}">
                <a16:creationId xmlns:a16="http://schemas.microsoft.com/office/drawing/2014/main" id="{77245496-BD33-1275-7E4A-D24FAB2C2980}"/>
              </a:ext>
            </a:extLst>
          </p:cNvPr>
          <p:cNvSpPr txBox="1"/>
          <p:nvPr/>
        </p:nvSpPr>
        <p:spPr>
          <a:xfrm>
            <a:off x="3761885" y="2753117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" name="Rectangle 7">
            <a:extLst>
              <a:ext uri="{FF2B5EF4-FFF2-40B4-BE49-F238E27FC236}">
                <a16:creationId xmlns:a16="http://schemas.microsoft.com/office/drawing/2014/main" id="{003CE138-6F23-CA82-8A38-5C8900322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1497" y="2404864"/>
            <a:ext cx="558559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OZ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3C098E9D-A02E-EE06-30EC-42BDE5BC7EA3}"/>
              </a:ext>
            </a:extLst>
          </p:cNvPr>
          <p:cNvSpPr txBox="1"/>
          <p:nvPr/>
        </p:nvSpPr>
        <p:spPr>
          <a:xfrm>
            <a:off x="8433577" y="2458438"/>
            <a:ext cx="1524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defTabSz="1322388"/>
            <a:r>
              <a:rPr lang="ko-KR" altLang="en-US" sz="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∨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9C3DDD70-61AC-2CFA-C0CC-349E12AE4ECD}"/>
              </a:ext>
            </a:extLst>
          </p:cNvPr>
          <p:cNvGrpSpPr/>
          <p:nvPr/>
        </p:nvGrpSpPr>
        <p:grpSpPr>
          <a:xfrm>
            <a:off x="5313768" y="2395029"/>
            <a:ext cx="2630821" cy="262004"/>
            <a:chOff x="4013547" y="2754497"/>
            <a:chExt cx="2630821" cy="262004"/>
          </a:xfrm>
        </p:grpSpPr>
        <p:sp>
          <p:nvSpPr>
            <p:cNvPr id="200" name="Rectangle 7">
              <a:extLst>
                <a:ext uri="{FF2B5EF4-FFF2-40B4-BE49-F238E27FC236}">
                  <a16:creationId xmlns:a16="http://schemas.microsoft.com/office/drawing/2014/main" id="{D51AE724-BE07-4D49-490A-C8F3A791F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1043" y="2765221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334A65B0-B711-6987-7F02-8D3F0FC46032}"/>
                </a:ext>
              </a:extLst>
            </p:cNvPr>
            <p:cNvSpPr/>
            <p:nvPr/>
          </p:nvSpPr>
          <p:spPr bwMode="auto">
            <a:xfrm>
              <a:off x="5180217" y="2754497"/>
              <a:ext cx="290594" cy="24922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rPr>
                <a:t>~</a:t>
              </a: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4" name="Rectangle 7">
              <a:extLst>
                <a:ext uri="{FF2B5EF4-FFF2-40B4-BE49-F238E27FC236}">
                  <a16:creationId xmlns:a16="http://schemas.microsoft.com/office/drawing/2014/main" id="{F712ECB2-1D49-8BB3-11D1-45DF44138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547" y="2765221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08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696C9C19-8310-F0FC-FC53-DD851206676E}"/>
                </a:ext>
              </a:extLst>
            </p:cNvPr>
            <p:cNvSpPr txBox="1"/>
            <p:nvPr/>
          </p:nvSpPr>
          <p:spPr>
            <a:xfrm>
              <a:off x="4298710" y="2770280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E94C1ECF-0D1B-FD14-6B9F-E93B10BC9917}"/>
                </a:ext>
              </a:extLst>
            </p:cNvPr>
            <p:cNvSpPr txBox="1"/>
            <p:nvPr/>
          </p:nvSpPr>
          <p:spPr>
            <a:xfrm>
              <a:off x="4910290" y="2770280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8" name="Rectangle 7">
              <a:extLst>
                <a:ext uri="{FF2B5EF4-FFF2-40B4-BE49-F238E27FC236}">
                  <a16:creationId xmlns:a16="http://schemas.microsoft.com/office/drawing/2014/main" id="{3BC3A475-F464-321E-6CAE-B1B2676E9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4414" y="2765221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0" name="Rectangle 7">
              <a:extLst>
                <a:ext uri="{FF2B5EF4-FFF2-40B4-BE49-F238E27FC236}">
                  <a16:creationId xmlns:a16="http://schemas.microsoft.com/office/drawing/2014/main" id="{80FF7037-F912-1C2B-6091-7D504CF3D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6918" y="2765221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6B1BB0B9-DAB9-2ED6-4487-AD5A92EC844D}"/>
                </a:ext>
              </a:extLst>
            </p:cNvPr>
            <p:cNvSpPr txBox="1"/>
            <p:nvPr/>
          </p:nvSpPr>
          <p:spPr>
            <a:xfrm>
              <a:off x="5692081" y="2770280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CA7A3B55-FE1B-56A2-99F3-952C61E10061}"/>
                </a:ext>
              </a:extLst>
            </p:cNvPr>
            <p:cNvSpPr txBox="1"/>
            <p:nvPr/>
          </p:nvSpPr>
          <p:spPr>
            <a:xfrm>
              <a:off x="6303661" y="2770280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91C4261B-7A8A-6603-A752-41308142E35D}"/>
              </a:ext>
            </a:extLst>
          </p:cNvPr>
          <p:cNvGrpSpPr/>
          <p:nvPr/>
        </p:nvGrpSpPr>
        <p:grpSpPr>
          <a:xfrm>
            <a:off x="8736322" y="2330368"/>
            <a:ext cx="552528" cy="304756"/>
            <a:chOff x="7548357" y="6431059"/>
            <a:chExt cx="552528" cy="356609"/>
          </a:xfrm>
        </p:grpSpPr>
        <p:sp>
          <p:nvSpPr>
            <p:cNvPr id="215" name="AutoShape 55">
              <a:extLst>
                <a:ext uri="{FF2B5EF4-FFF2-40B4-BE49-F238E27FC236}">
                  <a16:creationId xmlns:a16="http://schemas.microsoft.com/office/drawing/2014/main" id="{F7092F42-3D8F-201A-E0AE-F9CF6D6F7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492401" cy="356609"/>
            </a:xfrm>
            <a:prstGeom prst="rect">
              <a:avLst/>
            </a:prstGeom>
            <a:solidFill>
              <a:srgbClr val="5C64B7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7CBB9C68-2D69-6483-CB58-61D50AC8C218}"/>
                </a:ext>
              </a:extLst>
            </p:cNvPr>
            <p:cNvSpPr txBox="1"/>
            <p:nvPr/>
          </p:nvSpPr>
          <p:spPr>
            <a:xfrm>
              <a:off x="7592107" y="6486252"/>
              <a:ext cx="508778" cy="2881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설정</a:t>
              </a:r>
            </a:p>
          </p:txBody>
        </p:sp>
      </p:grp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929A7846-6894-64D8-E2A1-3D33AB28AF7F}"/>
              </a:ext>
            </a:extLst>
          </p:cNvPr>
          <p:cNvSpPr/>
          <p:nvPr/>
        </p:nvSpPr>
        <p:spPr bwMode="auto">
          <a:xfrm>
            <a:off x="7959400" y="5117157"/>
            <a:ext cx="240512" cy="209673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137BEA71-4B82-1E85-FA6A-39B1D09E933B}"/>
              </a:ext>
            </a:extLst>
          </p:cNvPr>
          <p:cNvSpPr/>
          <p:nvPr/>
        </p:nvSpPr>
        <p:spPr bwMode="auto">
          <a:xfrm>
            <a:off x="7511930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77B358D0-A8AB-768E-F2AB-F27B5406F43F}"/>
              </a:ext>
            </a:extLst>
          </p:cNvPr>
          <p:cNvSpPr/>
          <p:nvPr/>
        </p:nvSpPr>
        <p:spPr bwMode="auto">
          <a:xfrm>
            <a:off x="7110084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3FB6AB6A-8D10-508E-7DC4-0D836AF03A3E}"/>
              </a:ext>
            </a:extLst>
          </p:cNvPr>
          <p:cNvSpPr/>
          <p:nvPr/>
        </p:nvSpPr>
        <p:spPr bwMode="auto">
          <a:xfrm>
            <a:off x="3007115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379DA7A9-32F8-2147-E2A8-2B14A2CBBE9B}"/>
              </a:ext>
            </a:extLst>
          </p:cNvPr>
          <p:cNvSpPr/>
          <p:nvPr/>
        </p:nvSpPr>
        <p:spPr bwMode="auto">
          <a:xfrm>
            <a:off x="2553024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AD6A4186-B9C2-7738-2BD9-6601FBD82232}"/>
              </a:ext>
            </a:extLst>
          </p:cNvPr>
          <p:cNvSpPr/>
          <p:nvPr/>
        </p:nvSpPr>
        <p:spPr bwMode="auto">
          <a:xfrm>
            <a:off x="1645960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FB888648-54F8-39D9-258E-024D53DCC9E5}"/>
              </a:ext>
            </a:extLst>
          </p:cNvPr>
          <p:cNvSpPr/>
          <p:nvPr/>
        </p:nvSpPr>
        <p:spPr bwMode="auto">
          <a:xfrm>
            <a:off x="6535027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FD0CCE6-2D01-9EDD-4681-BBE2B5185C02}"/>
              </a:ext>
            </a:extLst>
          </p:cNvPr>
          <p:cNvSpPr/>
          <p:nvPr/>
        </p:nvSpPr>
        <p:spPr bwMode="auto">
          <a:xfrm>
            <a:off x="6077448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9C259F9C-382E-F28D-1CF9-BECC96186C4E}"/>
              </a:ext>
            </a:extLst>
          </p:cNvPr>
          <p:cNvSpPr/>
          <p:nvPr/>
        </p:nvSpPr>
        <p:spPr bwMode="auto">
          <a:xfrm>
            <a:off x="5573056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97019E2E-3F60-B111-241B-099636BF84D6}"/>
              </a:ext>
            </a:extLst>
          </p:cNvPr>
          <p:cNvSpPr/>
          <p:nvPr/>
        </p:nvSpPr>
        <p:spPr bwMode="auto">
          <a:xfrm>
            <a:off x="5041641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A187D314-7DC8-075C-89C4-C1F5AF2C361D}"/>
              </a:ext>
            </a:extLst>
          </p:cNvPr>
          <p:cNvSpPr/>
          <p:nvPr/>
        </p:nvSpPr>
        <p:spPr bwMode="auto">
          <a:xfrm>
            <a:off x="4521151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9F58EEEE-7105-D574-08D4-295322336CF6}"/>
              </a:ext>
            </a:extLst>
          </p:cNvPr>
          <p:cNvSpPr/>
          <p:nvPr/>
        </p:nvSpPr>
        <p:spPr bwMode="auto">
          <a:xfrm>
            <a:off x="4024875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53694A8-AA6B-14DA-7632-89C090DF8B57}"/>
              </a:ext>
            </a:extLst>
          </p:cNvPr>
          <p:cNvSpPr/>
          <p:nvPr/>
        </p:nvSpPr>
        <p:spPr bwMode="auto">
          <a:xfrm>
            <a:off x="3510839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88F9A6-3278-70B6-6515-6FC4E6B65FF9}"/>
              </a:ext>
            </a:extLst>
          </p:cNvPr>
          <p:cNvSpPr/>
          <p:nvPr/>
        </p:nvSpPr>
        <p:spPr bwMode="auto">
          <a:xfrm>
            <a:off x="2058575" y="5117157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CA2F4F1C-8842-C176-EEDA-D432683F15FB}"/>
              </a:ext>
            </a:extLst>
          </p:cNvPr>
          <p:cNvSpPr txBox="1"/>
          <p:nvPr/>
        </p:nvSpPr>
        <p:spPr>
          <a:xfrm>
            <a:off x="3610437" y="1991888"/>
            <a:ext cx="23024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    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endParaRPr lang="ko-KR" altLang="en-US" sz="1200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6" name="모서리가 둥근 직사각형 500">
            <a:extLst>
              <a:ext uri="{FF2B5EF4-FFF2-40B4-BE49-F238E27FC236}">
                <a16:creationId xmlns:a16="http://schemas.microsoft.com/office/drawing/2014/main" id="{5DB20B38-E8A7-C742-0F26-C40A6BF860FA}"/>
              </a:ext>
            </a:extLst>
          </p:cNvPr>
          <p:cNvSpPr/>
          <p:nvPr/>
        </p:nvSpPr>
        <p:spPr bwMode="auto">
          <a:xfrm>
            <a:off x="1345400" y="4225538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7" name="모서리가 둥근 직사각형 501">
            <a:extLst>
              <a:ext uri="{FF2B5EF4-FFF2-40B4-BE49-F238E27FC236}">
                <a16:creationId xmlns:a16="http://schemas.microsoft.com/office/drawing/2014/main" id="{8C22588F-CC15-CEA1-CF33-9E68CA1DA45A}"/>
              </a:ext>
            </a:extLst>
          </p:cNvPr>
          <p:cNvSpPr/>
          <p:nvPr/>
        </p:nvSpPr>
        <p:spPr bwMode="auto">
          <a:xfrm>
            <a:off x="1337393" y="4225538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92C0632E-78AF-9D3A-77E5-423DE01E14F2}"/>
              </a:ext>
            </a:extLst>
          </p:cNvPr>
          <p:cNvSpPr/>
          <p:nvPr/>
        </p:nvSpPr>
        <p:spPr bwMode="auto">
          <a:xfrm>
            <a:off x="3340041" y="4193996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04D884E-F578-B8E6-FDC8-3BEA580CCB76}"/>
              </a:ext>
            </a:extLst>
          </p:cNvPr>
          <p:cNvSpPr txBox="1"/>
          <p:nvPr/>
        </p:nvSpPr>
        <p:spPr>
          <a:xfrm>
            <a:off x="1150202" y="4299439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902FE6A4-C10B-CED6-5E4D-B670EECF692B}"/>
              </a:ext>
            </a:extLst>
          </p:cNvPr>
          <p:cNvSpPr txBox="1"/>
          <p:nvPr/>
        </p:nvSpPr>
        <p:spPr>
          <a:xfrm>
            <a:off x="8061032" y="4293107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0269D00D-69DD-5231-97F9-DB30CC6FA30A}"/>
              </a:ext>
            </a:extLst>
          </p:cNvPr>
          <p:cNvSpPr txBox="1"/>
          <p:nvPr/>
        </p:nvSpPr>
        <p:spPr>
          <a:xfrm>
            <a:off x="3183538" y="4299439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C827D0A-2636-73E4-6846-867F88CD736C}"/>
              </a:ext>
            </a:extLst>
          </p:cNvPr>
          <p:cNvSpPr/>
          <p:nvPr/>
        </p:nvSpPr>
        <p:spPr bwMode="auto">
          <a:xfrm>
            <a:off x="2898015" y="663636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9E1759F-C290-D34E-A91F-F65FAD403C70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4" name="Rectangle 7">
            <a:extLst>
              <a:ext uri="{FF2B5EF4-FFF2-40B4-BE49-F238E27FC236}">
                <a16:creationId xmlns:a16="http://schemas.microsoft.com/office/drawing/2014/main" id="{6A40EDC0-BECB-ABDC-5409-CE92CC611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BB3EF621-C82A-FDBD-11F1-24D74F091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D229DD30-A66D-8762-D59C-883D615A4158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B93D83E3-EA70-A553-947E-9EE94F2DF539}"/>
              </a:ext>
            </a:extLst>
          </p:cNvPr>
          <p:cNvSpPr/>
          <p:nvPr/>
        </p:nvSpPr>
        <p:spPr bwMode="auto">
          <a:xfrm>
            <a:off x="3856993" y="655237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5565BD1-68D9-92EC-6B42-466D0E3F9752}"/>
              </a:ext>
            </a:extLst>
          </p:cNvPr>
          <p:cNvSpPr txBox="1"/>
          <p:nvPr/>
        </p:nvSpPr>
        <p:spPr>
          <a:xfrm>
            <a:off x="1547084" y="1066994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D8032CE-9589-C246-B042-456B3B74D417}"/>
              </a:ext>
            </a:extLst>
          </p:cNvPr>
          <p:cNvSpPr txBox="1"/>
          <p:nvPr/>
        </p:nvSpPr>
        <p:spPr>
          <a:xfrm>
            <a:off x="1358309" y="1544688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(A, B, C, D)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C9B75DB-16E3-DC41-1591-EB88F3C18167}"/>
              </a:ext>
            </a:extLst>
          </p:cNvPr>
          <p:cNvGrpSpPr/>
          <p:nvPr/>
        </p:nvGrpSpPr>
        <p:grpSpPr>
          <a:xfrm>
            <a:off x="4513729" y="2388903"/>
            <a:ext cx="755960" cy="246221"/>
            <a:chOff x="3938882" y="2432336"/>
            <a:chExt cx="755960" cy="246221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134152C-438C-ED62-D7C7-0325D275C9A4}"/>
                </a:ext>
              </a:extLst>
            </p:cNvPr>
            <p:cNvSpPr/>
            <p:nvPr/>
          </p:nvSpPr>
          <p:spPr bwMode="auto">
            <a:xfrm>
              <a:off x="3938882" y="2474402"/>
              <a:ext cx="137034" cy="143496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496EB9A-D861-AA3B-C71E-E3B6FF1BFAE1}"/>
                </a:ext>
              </a:extLst>
            </p:cNvPr>
            <p:cNvSpPr txBox="1"/>
            <p:nvPr/>
          </p:nvSpPr>
          <p:spPr>
            <a:xfrm>
              <a:off x="4065246" y="2432336"/>
              <a:ext cx="6295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미운영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FB2E280B-282A-6624-D053-129434BAC002}"/>
              </a:ext>
            </a:extLst>
          </p:cNvPr>
          <p:cNvGrpSpPr/>
          <p:nvPr/>
        </p:nvGrpSpPr>
        <p:grpSpPr>
          <a:xfrm>
            <a:off x="4502814" y="5659967"/>
            <a:ext cx="1034705" cy="356609"/>
            <a:chOff x="7531980" y="6431059"/>
            <a:chExt cx="1034705" cy="356609"/>
          </a:xfrm>
        </p:grpSpPr>
        <p:sp>
          <p:nvSpPr>
            <p:cNvPr id="37" name="AutoShape 55">
              <a:extLst>
                <a:ext uri="{FF2B5EF4-FFF2-40B4-BE49-F238E27FC236}">
                  <a16:creationId xmlns:a16="http://schemas.microsoft.com/office/drawing/2014/main" id="{1A13E84C-4211-B425-3E0D-6AAB921F1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945671" cy="356609"/>
            </a:xfrm>
            <a:prstGeom prst="rect">
              <a:avLst/>
            </a:prstGeom>
            <a:solidFill>
              <a:srgbClr val="5C64B7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9F88D3F8-D5A9-76E4-2BB7-4496D7979E5F}"/>
                </a:ext>
              </a:extLst>
            </p:cNvPr>
            <p:cNvSpPr txBox="1"/>
            <p:nvPr/>
          </p:nvSpPr>
          <p:spPr>
            <a:xfrm>
              <a:off x="7531980" y="6486003"/>
              <a:ext cx="10347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현재상태 저장</a:t>
              </a:r>
            </a:p>
          </p:txBody>
        </p:sp>
      </p:grp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C26AD51D-0E4B-5B50-BF5E-23E55721DB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4288223"/>
              </p:ext>
            </p:extLst>
          </p:nvPr>
        </p:nvGraphicFramePr>
        <p:xfrm>
          <a:off x="170952" y="6134866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보안검색대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1" name="AutoShape 89">
            <a:extLst>
              <a:ext uri="{FF2B5EF4-FFF2-40B4-BE49-F238E27FC236}">
                <a16:creationId xmlns:a16="http://schemas.microsoft.com/office/drawing/2014/main" id="{C6F67A92-912A-E2D0-E866-32E0CD8B5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6174329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42" name="AutoShape 55">
            <a:extLst>
              <a:ext uri="{FF2B5EF4-FFF2-40B4-BE49-F238E27FC236}">
                <a16:creationId xmlns:a16="http://schemas.microsoft.com/office/drawing/2014/main" id="{CDA6C935-529F-53FE-ED7D-F94BB754F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1019" y="6587335"/>
            <a:ext cx="1640642" cy="329089"/>
          </a:xfrm>
          <a:prstGeom prst="rect">
            <a:avLst/>
          </a:prstGeom>
          <a:solidFill>
            <a:schemeClr val="tx1"/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252000" tIns="108000" rIns="252000" bIns="10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889D183-9D99-02B6-CFE6-45BCB74EE2F2}"/>
              </a:ext>
            </a:extLst>
          </p:cNvPr>
          <p:cNvSpPr txBox="1"/>
          <p:nvPr/>
        </p:nvSpPr>
        <p:spPr>
          <a:xfrm>
            <a:off x="1242660" y="6180818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(4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0688348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정보 변경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E1CF81A-1738-AE51-8886-DE4758DB8E39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461986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체크인카운터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BB552A3-7915-EA26-2759-ACFAF20425BE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976211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운항편수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여객 수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AutoShape 89">
            <a:extLst>
              <a:ext uri="{FF2B5EF4-FFF2-40B4-BE49-F238E27FC236}">
                <a16:creationId xmlns:a16="http://schemas.microsoft.com/office/drawing/2014/main" id="{2AB73B4A-BA13-33DC-7C2B-42C6D9FBF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997882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8" name="AutoShape 89">
            <a:extLst>
              <a:ext uri="{FF2B5EF4-FFF2-40B4-BE49-F238E27FC236}">
                <a16:creationId xmlns:a16="http://schemas.microsoft.com/office/drawing/2014/main" id="{BDB3F874-E602-B9DC-31FA-B69F34222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1498214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5DCDF78-A14F-0C53-DE02-96DA0B29BE99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947761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셀프체크인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" name="AutoShape 89">
            <a:extLst>
              <a:ext uri="{FF2B5EF4-FFF2-40B4-BE49-F238E27FC236}">
                <a16:creationId xmlns:a16="http://schemas.microsoft.com/office/drawing/2014/main" id="{AD8C19CE-A355-D0E9-560A-037DBF5DFCF6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083144" y="198992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167" name="표 166">
            <a:extLst>
              <a:ext uri="{FF2B5EF4-FFF2-40B4-BE49-F238E27FC236}">
                <a16:creationId xmlns:a16="http://schemas.microsoft.com/office/drawing/2014/main" id="{8CDA57B6-4E1A-6715-76A4-2DF14FF4163F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53456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8" name="Rectangle 7">
            <a:extLst>
              <a:ext uri="{FF2B5EF4-FFF2-40B4-BE49-F238E27FC236}">
                <a16:creationId xmlns:a16="http://schemas.microsoft.com/office/drawing/2014/main" id="{61C3558B-DF86-DCA7-D95D-AB0D655D4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9767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73" name="AutoShape 89">
            <a:extLst>
              <a:ext uri="{FF2B5EF4-FFF2-40B4-BE49-F238E27FC236}">
                <a16:creationId xmlns:a16="http://schemas.microsoft.com/office/drawing/2014/main" id="{F838F5E6-5CAB-0F07-BF23-41D4F50F3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7507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A9879D6B-30F5-98C3-6606-6711062F21F7}"/>
              </a:ext>
            </a:extLst>
          </p:cNvPr>
          <p:cNvGrpSpPr/>
          <p:nvPr/>
        </p:nvGrpSpPr>
        <p:grpSpPr>
          <a:xfrm>
            <a:off x="8568460" y="566444"/>
            <a:ext cx="773884" cy="268517"/>
            <a:chOff x="5000287" y="2533231"/>
            <a:chExt cx="773884" cy="268517"/>
          </a:xfrm>
        </p:grpSpPr>
        <p:sp>
          <p:nvSpPr>
            <p:cNvPr id="185" name="AutoShape 55">
              <a:extLst>
                <a:ext uri="{FF2B5EF4-FFF2-40B4-BE49-F238E27FC236}">
                  <a16:creationId xmlns:a16="http://schemas.microsoft.com/office/drawing/2014/main" id="{1A799D14-C765-24BB-B461-CAD98C85E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6" name="Accept">
              <a:extLst>
                <a:ext uri="{FF2B5EF4-FFF2-40B4-BE49-F238E27FC236}">
                  <a16:creationId xmlns:a16="http://schemas.microsoft.com/office/drawing/2014/main" id="{D38A7002-626A-BA40-0F59-1F05E1037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A2987B96-0235-26F8-2FCD-CB45881CC15B}"/>
              </a:ext>
            </a:extLst>
          </p:cNvPr>
          <p:cNvSpPr/>
          <p:nvPr/>
        </p:nvSpPr>
        <p:spPr bwMode="auto">
          <a:xfrm>
            <a:off x="504464" y="4352560"/>
            <a:ext cx="8578680" cy="655376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7F8350A-8C32-652B-7170-4C93D1B35154}"/>
              </a:ext>
            </a:extLst>
          </p:cNvPr>
          <p:cNvSpPr/>
          <p:nvPr/>
        </p:nvSpPr>
        <p:spPr bwMode="auto">
          <a:xfrm>
            <a:off x="7959400" y="4578592"/>
            <a:ext cx="240512" cy="209673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4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3A87256-05F8-345E-7D1E-EC439603E425}"/>
              </a:ext>
            </a:extLst>
          </p:cNvPr>
          <p:cNvSpPr/>
          <p:nvPr/>
        </p:nvSpPr>
        <p:spPr bwMode="auto">
          <a:xfrm>
            <a:off x="7511930" y="457859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88EF25-1A10-8603-00B5-ED4F8F0F8B3D}"/>
              </a:ext>
            </a:extLst>
          </p:cNvPr>
          <p:cNvSpPr/>
          <p:nvPr/>
        </p:nvSpPr>
        <p:spPr bwMode="auto">
          <a:xfrm>
            <a:off x="7110084" y="457859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8B6F29C-6A4A-1693-1A83-677786762DBD}"/>
              </a:ext>
            </a:extLst>
          </p:cNvPr>
          <p:cNvSpPr/>
          <p:nvPr/>
        </p:nvSpPr>
        <p:spPr bwMode="auto">
          <a:xfrm>
            <a:off x="3007115" y="457859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B4FF19A-AB40-9FBB-2475-004637FBCDB5}"/>
              </a:ext>
            </a:extLst>
          </p:cNvPr>
          <p:cNvSpPr/>
          <p:nvPr/>
        </p:nvSpPr>
        <p:spPr bwMode="auto">
          <a:xfrm>
            <a:off x="2553024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E2A0B51-674E-6522-2BEA-2EA2D2D5DA47}"/>
              </a:ext>
            </a:extLst>
          </p:cNvPr>
          <p:cNvSpPr/>
          <p:nvPr/>
        </p:nvSpPr>
        <p:spPr bwMode="auto">
          <a:xfrm>
            <a:off x="1645960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4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6701E2-116D-0C97-4B63-D1F7A133E643}"/>
              </a:ext>
            </a:extLst>
          </p:cNvPr>
          <p:cNvSpPr/>
          <p:nvPr/>
        </p:nvSpPr>
        <p:spPr bwMode="auto">
          <a:xfrm>
            <a:off x="6535027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3384B5-FDE9-701D-6CE8-DF61ACB12747}"/>
              </a:ext>
            </a:extLst>
          </p:cNvPr>
          <p:cNvSpPr/>
          <p:nvPr/>
        </p:nvSpPr>
        <p:spPr bwMode="auto">
          <a:xfrm>
            <a:off x="6077448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5CAA98D-A869-349E-DDF6-0AB80082CD4C}"/>
              </a:ext>
            </a:extLst>
          </p:cNvPr>
          <p:cNvSpPr/>
          <p:nvPr/>
        </p:nvSpPr>
        <p:spPr bwMode="auto">
          <a:xfrm>
            <a:off x="5672376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F67124E-5110-CF55-E27B-CF29816E895E}"/>
              </a:ext>
            </a:extLst>
          </p:cNvPr>
          <p:cNvSpPr/>
          <p:nvPr/>
        </p:nvSpPr>
        <p:spPr bwMode="auto">
          <a:xfrm>
            <a:off x="5041641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F1FFB8D-73A5-7D45-BFBE-738BB4A9E47C}"/>
              </a:ext>
            </a:extLst>
          </p:cNvPr>
          <p:cNvSpPr/>
          <p:nvPr/>
        </p:nvSpPr>
        <p:spPr bwMode="auto">
          <a:xfrm>
            <a:off x="4521151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74EB08A-17EB-41DC-E8AE-6E2BDC774F69}"/>
              </a:ext>
            </a:extLst>
          </p:cNvPr>
          <p:cNvSpPr/>
          <p:nvPr/>
        </p:nvSpPr>
        <p:spPr bwMode="auto">
          <a:xfrm>
            <a:off x="4024875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B1D81CD-2BD1-02EB-CEF0-7D9061B5468E}"/>
              </a:ext>
            </a:extLst>
          </p:cNvPr>
          <p:cNvSpPr/>
          <p:nvPr/>
        </p:nvSpPr>
        <p:spPr bwMode="auto">
          <a:xfrm>
            <a:off x="3510839" y="457859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7DC12A1-4A4F-8C1F-91E9-D0711E28C0C1}"/>
              </a:ext>
            </a:extLst>
          </p:cNvPr>
          <p:cNvSpPr/>
          <p:nvPr/>
        </p:nvSpPr>
        <p:spPr bwMode="auto">
          <a:xfrm>
            <a:off x="2058575" y="4578592"/>
            <a:ext cx="240512" cy="209673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4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400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E6EA547-AB20-EEE0-7ECD-EC9EC58BE9F5}"/>
              </a:ext>
            </a:extLst>
          </p:cNvPr>
          <p:cNvSpPr/>
          <p:nvPr/>
        </p:nvSpPr>
        <p:spPr bwMode="auto">
          <a:xfrm>
            <a:off x="1104808" y="3869767"/>
            <a:ext cx="781664" cy="48279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44AF39D-F36F-45B0-EC10-BE06E43DD1B1}"/>
              </a:ext>
            </a:extLst>
          </p:cNvPr>
          <p:cNvSpPr/>
          <p:nvPr/>
        </p:nvSpPr>
        <p:spPr bwMode="auto">
          <a:xfrm>
            <a:off x="7592694" y="3869767"/>
            <a:ext cx="781664" cy="48279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590EEF99-F224-8B8E-4418-99C03348B4E9}"/>
              </a:ext>
            </a:extLst>
          </p:cNvPr>
          <p:cNvGrpSpPr/>
          <p:nvPr/>
        </p:nvGrpSpPr>
        <p:grpSpPr>
          <a:xfrm>
            <a:off x="4351720" y="5155183"/>
            <a:ext cx="1034705" cy="356609"/>
            <a:chOff x="7531980" y="6431059"/>
            <a:chExt cx="1034705" cy="356609"/>
          </a:xfrm>
        </p:grpSpPr>
        <p:sp>
          <p:nvSpPr>
            <p:cNvPr id="44" name="AutoShape 55">
              <a:extLst>
                <a:ext uri="{FF2B5EF4-FFF2-40B4-BE49-F238E27FC236}">
                  <a16:creationId xmlns:a16="http://schemas.microsoft.com/office/drawing/2014/main" id="{F8C05D14-6E1B-39FF-67E1-329DDD1E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945671" cy="356609"/>
            </a:xfrm>
            <a:prstGeom prst="rect">
              <a:avLst/>
            </a:prstGeom>
            <a:solidFill>
              <a:srgbClr val="5C64B7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6BCDF00-D5CC-3027-1CC1-ADB25D4D32C7}"/>
                </a:ext>
              </a:extLst>
            </p:cNvPr>
            <p:cNvSpPr txBox="1"/>
            <p:nvPr/>
          </p:nvSpPr>
          <p:spPr>
            <a:xfrm>
              <a:off x="7531980" y="6486003"/>
              <a:ext cx="10347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현재상태 저장</a:t>
              </a:r>
            </a:p>
          </p:txBody>
        </p:sp>
      </p:grp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7D72F7D9-64DA-F0C2-5AC4-3B54B13156C2}"/>
              </a:ext>
            </a:extLst>
          </p:cNvPr>
          <p:cNvSpPr/>
          <p:nvPr/>
        </p:nvSpPr>
        <p:spPr bwMode="auto">
          <a:xfrm>
            <a:off x="708278" y="2695575"/>
            <a:ext cx="8145190" cy="1371599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E67146DE-D6DB-9CA7-A31D-AFB7016B12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663202"/>
              </p:ext>
            </p:extLst>
          </p:nvPr>
        </p:nvGraphicFramePr>
        <p:xfrm>
          <a:off x="1123894" y="3068232"/>
          <a:ext cx="7289800" cy="137160"/>
        </p:xfrm>
        <a:graphic>
          <a:graphicData uri="http://schemas.openxmlformats.org/drawingml/2006/table">
            <a:tbl>
              <a:tblPr/>
              <a:tblGrid>
                <a:gridCol w="208280">
                  <a:extLst>
                    <a:ext uri="{9D8B030D-6E8A-4147-A177-3AD203B41FA5}">
                      <a16:colId xmlns:a16="http://schemas.microsoft.com/office/drawing/2014/main" val="218652616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4676158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701797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9674604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346901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782038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953326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862253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73402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671327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48020580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55457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991054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23821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3332928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054022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215040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4454975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1832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6344356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0608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267219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7111933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6228110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67085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66070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50339136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63460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0589629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187702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545059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220638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086075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968145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28310746"/>
                    </a:ext>
                  </a:extLst>
                </a:gridCol>
              </a:tblGrid>
              <a:tr h="135133"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T>
                    <a:lnB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0907433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3DC30E03-25DB-AD2E-7E66-8A662D1BD478}"/>
              </a:ext>
            </a:extLst>
          </p:cNvPr>
          <p:cNvSpPr txBox="1"/>
          <p:nvPr/>
        </p:nvSpPr>
        <p:spPr>
          <a:xfrm>
            <a:off x="946978" y="3213181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5A4F403C-621D-746E-651B-6DCC17AA7A30}"/>
              </a:ext>
            </a:extLst>
          </p:cNvPr>
          <p:cNvSpPr txBox="1"/>
          <p:nvPr/>
        </p:nvSpPr>
        <p:spPr>
          <a:xfrm>
            <a:off x="8211747" y="3223744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02:00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02B743D-7D32-54EB-5563-78A70BD8FB3E}"/>
              </a:ext>
            </a:extLst>
          </p:cNvPr>
          <p:cNvSpPr txBox="1"/>
          <p:nvPr/>
        </p:nvSpPr>
        <p:spPr>
          <a:xfrm>
            <a:off x="2814229" y="3213181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69F133F-E80F-D9EC-E063-20980A67BE30}"/>
              </a:ext>
            </a:extLst>
          </p:cNvPr>
          <p:cNvSpPr txBox="1"/>
          <p:nvPr/>
        </p:nvSpPr>
        <p:spPr>
          <a:xfrm>
            <a:off x="6730392" y="3213181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36909CA-27BB-12CB-8845-3806BB370BCE}"/>
              </a:ext>
            </a:extLst>
          </p:cNvPr>
          <p:cNvSpPr txBox="1"/>
          <p:nvPr/>
        </p:nvSpPr>
        <p:spPr>
          <a:xfrm>
            <a:off x="3610437" y="2410190"/>
            <a:ext cx="23024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    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200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6DB10508-0B50-492F-08D4-544A8BA75E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688022"/>
              </p:ext>
            </p:extLst>
          </p:nvPr>
        </p:nvGraphicFramePr>
        <p:xfrm>
          <a:off x="1123894" y="3734841"/>
          <a:ext cx="7289800" cy="137160"/>
        </p:xfrm>
        <a:graphic>
          <a:graphicData uri="http://schemas.openxmlformats.org/drawingml/2006/table">
            <a:tbl>
              <a:tblPr/>
              <a:tblGrid>
                <a:gridCol w="208280">
                  <a:extLst>
                    <a:ext uri="{9D8B030D-6E8A-4147-A177-3AD203B41FA5}">
                      <a16:colId xmlns:a16="http://schemas.microsoft.com/office/drawing/2014/main" val="218652616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4676158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701797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9674604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346901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782038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953326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862253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73402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671327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48020580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55457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991054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23821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3332928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054022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215040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4454975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1832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6344356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0608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267219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7111933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6228110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67085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66070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50339136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63460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0589629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187702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545059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220638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086075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968145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28310746"/>
                    </a:ext>
                  </a:extLst>
                </a:gridCol>
              </a:tblGrid>
              <a:tr h="135133"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T>
                    <a:lnB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0907433"/>
                  </a:ext>
                </a:extLst>
              </a:tr>
            </a:tbl>
          </a:graphicData>
        </a:graphic>
      </p:graphicFrame>
      <p:sp>
        <p:nvSpPr>
          <p:cNvPr id="59" name="TextBox 58">
            <a:extLst>
              <a:ext uri="{FF2B5EF4-FFF2-40B4-BE49-F238E27FC236}">
                <a16:creationId xmlns:a16="http://schemas.microsoft.com/office/drawing/2014/main" id="{91FCBE5C-80BB-A95E-0A7B-14DB92255C26}"/>
              </a:ext>
            </a:extLst>
          </p:cNvPr>
          <p:cNvSpPr txBox="1"/>
          <p:nvPr/>
        </p:nvSpPr>
        <p:spPr>
          <a:xfrm>
            <a:off x="946978" y="3879790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3825FB0-3652-A915-164D-5C1A2A357927}"/>
              </a:ext>
            </a:extLst>
          </p:cNvPr>
          <p:cNvSpPr txBox="1"/>
          <p:nvPr/>
        </p:nvSpPr>
        <p:spPr>
          <a:xfrm>
            <a:off x="8211747" y="3890353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02:00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34B85B9D-05E5-3B81-A781-65A2D4E04899}"/>
              </a:ext>
            </a:extLst>
          </p:cNvPr>
          <p:cNvSpPr txBox="1"/>
          <p:nvPr/>
        </p:nvSpPr>
        <p:spPr>
          <a:xfrm>
            <a:off x="2814229" y="3879790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177F22E8-CB41-B77E-554B-2F3DBA59D94C}"/>
              </a:ext>
            </a:extLst>
          </p:cNvPr>
          <p:cNvSpPr txBox="1"/>
          <p:nvPr/>
        </p:nvSpPr>
        <p:spPr>
          <a:xfrm>
            <a:off x="6730392" y="3879790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31A8E14-2EEC-31B8-3B1B-D60E1D008A74}"/>
              </a:ext>
            </a:extLst>
          </p:cNvPr>
          <p:cNvSpPr txBox="1"/>
          <p:nvPr/>
        </p:nvSpPr>
        <p:spPr>
          <a:xfrm>
            <a:off x="976441" y="2762607"/>
            <a:ext cx="156332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 키오스크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CD594C69-FE63-B11F-8490-CF2D12996120}"/>
              </a:ext>
            </a:extLst>
          </p:cNvPr>
          <p:cNvSpPr txBox="1"/>
          <p:nvPr/>
        </p:nvSpPr>
        <p:spPr>
          <a:xfrm>
            <a:off x="976441" y="3483419"/>
            <a:ext cx="156332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셀프백드롭</a:t>
            </a: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F2E7EBCE-EAAC-99DB-1E93-463B5F9D3D01}"/>
              </a:ext>
            </a:extLst>
          </p:cNvPr>
          <p:cNvSpPr/>
          <p:nvPr/>
        </p:nvSpPr>
        <p:spPr bwMode="auto">
          <a:xfrm>
            <a:off x="2898015" y="663636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46299C3F-2C50-FFA2-3CC9-B533E9746097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Rectangle 7">
            <a:extLst>
              <a:ext uri="{FF2B5EF4-FFF2-40B4-BE49-F238E27FC236}">
                <a16:creationId xmlns:a16="http://schemas.microsoft.com/office/drawing/2014/main" id="{ECB75970-1D46-F4EA-2F68-5D724F25C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Rectangle 7">
            <a:extLst>
              <a:ext uri="{FF2B5EF4-FFF2-40B4-BE49-F238E27FC236}">
                <a16:creationId xmlns:a16="http://schemas.microsoft.com/office/drawing/2014/main" id="{08588B3C-C85E-9544-6E74-5543C1290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C1D00F86-F9FF-6856-37C9-5A58D2A82FEA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9DEF836-DEEA-6111-DE1E-1F9E66FEC2B8}"/>
              </a:ext>
            </a:extLst>
          </p:cNvPr>
          <p:cNvSpPr/>
          <p:nvPr/>
        </p:nvSpPr>
        <p:spPr bwMode="auto">
          <a:xfrm>
            <a:off x="3856993" y="655237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6D7710B-8C64-9916-44C1-233C19788282}"/>
              </a:ext>
            </a:extLst>
          </p:cNvPr>
          <p:cNvGrpSpPr/>
          <p:nvPr/>
        </p:nvGrpSpPr>
        <p:grpSpPr>
          <a:xfrm>
            <a:off x="8132877" y="2739528"/>
            <a:ext cx="755960" cy="246221"/>
            <a:chOff x="3938882" y="2432336"/>
            <a:chExt cx="755960" cy="246221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1C3801E-45A0-AE21-9CA1-93B69552348B}"/>
                </a:ext>
              </a:extLst>
            </p:cNvPr>
            <p:cNvSpPr/>
            <p:nvPr/>
          </p:nvSpPr>
          <p:spPr bwMode="auto">
            <a:xfrm>
              <a:off x="3938882" y="2474402"/>
              <a:ext cx="137034" cy="143496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756265B-4919-4A4A-F9A3-9361AD97F29F}"/>
                </a:ext>
              </a:extLst>
            </p:cNvPr>
            <p:cNvSpPr txBox="1"/>
            <p:nvPr/>
          </p:nvSpPr>
          <p:spPr>
            <a:xfrm>
              <a:off x="4065246" y="2432336"/>
              <a:ext cx="6295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미운영</a:t>
              </a: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B78DB121-C33A-B68B-A12B-00C2FE62DB6B}"/>
              </a:ext>
            </a:extLst>
          </p:cNvPr>
          <p:cNvGrpSpPr/>
          <p:nvPr/>
        </p:nvGrpSpPr>
        <p:grpSpPr>
          <a:xfrm>
            <a:off x="8132877" y="3451909"/>
            <a:ext cx="755960" cy="246221"/>
            <a:chOff x="3938882" y="2432336"/>
            <a:chExt cx="755960" cy="246221"/>
          </a:xfrm>
        </p:grpSpPr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0ED49520-091D-8FF5-200C-E2392375F41C}"/>
                </a:ext>
              </a:extLst>
            </p:cNvPr>
            <p:cNvSpPr/>
            <p:nvPr/>
          </p:nvSpPr>
          <p:spPr bwMode="auto">
            <a:xfrm>
              <a:off x="3938882" y="2474402"/>
              <a:ext cx="137034" cy="143496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D5DFA67A-8ECC-BCA6-5DEA-A1EB95F2898A}"/>
                </a:ext>
              </a:extLst>
            </p:cNvPr>
            <p:cNvSpPr txBox="1"/>
            <p:nvPr/>
          </p:nvSpPr>
          <p:spPr>
            <a:xfrm>
              <a:off x="4065246" y="2432336"/>
              <a:ext cx="6295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미운영</a:t>
              </a: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33DF449B-6686-5556-12DD-3111C6C2E014}"/>
              </a:ext>
            </a:extLst>
          </p:cNvPr>
          <p:cNvSpPr txBox="1"/>
          <p:nvPr/>
        </p:nvSpPr>
        <p:spPr>
          <a:xfrm>
            <a:off x="1524341" y="1026283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B8AF3C1-CF88-C1CA-B126-B8D9DC5944EF}"/>
              </a:ext>
            </a:extLst>
          </p:cNvPr>
          <p:cNvSpPr txBox="1"/>
          <p:nvPr/>
        </p:nvSpPr>
        <p:spPr>
          <a:xfrm>
            <a:off x="1378098" y="1514610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(A, B, C, D)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A56AB51-8B7C-4BEE-6CD0-B0F03AE6AC81}"/>
              </a:ext>
            </a:extLst>
          </p:cNvPr>
          <p:cNvSpPr txBox="1"/>
          <p:nvPr/>
        </p:nvSpPr>
        <p:spPr>
          <a:xfrm>
            <a:off x="1613335" y="1993972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33" name="표 132">
            <a:extLst>
              <a:ext uri="{FF2B5EF4-FFF2-40B4-BE49-F238E27FC236}">
                <a16:creationId xmlns:a16="http://schemas.microsoft.com/office/drawing/2014/main" id="{CE5D0D23-31ED-17C2-C927-A796EE5D04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1693132"/>
              </p:ext>
            </p:extLst>
          </p:nvPr>
        </p:nvGraphicFramePr>
        <p:xfrm>
          <a:off x="170952" y="5844854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보안검색대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4" name="AutoShape 89">
            <a:extLst>
              <a:ext uri="{FF2B5EF4-FFF2-40B4-BE49-F238E27FC236}">
                <a16:creationId xmlns:a16="http://schemas.microsoft.com/office/drawing/2014/main" id="{8900751C-0E11-BD3E-515A-75CD10460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5884317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35" name="AutoShape 55">
            <a:extLst>
              <a:ext uri="{FF2B5EF4-FFF2-40B4-BE49-F238E27FC236}">
                <a16:creationId xmlns:a16="http://schemas.microsoft.com/office/drawing/2014/main" id="{AFBA1A93-E836-65BD-0A70-2279EED2E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1019" y="6346823"/>
            <a:ext cx="1640642" cy="329089"/>
          </a:xfrm>
          <a:prstGeom prst="rect">
            <a:avLst/>
          </a:prstGeom>
          <a:solidFill>
            <a:schemeClr val="tx1"/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252000" tIns="108000" rIns="252000" bIns="10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F3C11AE9-E504-61B1-43EA-01C8DE30DDD6}"/>
              </a:ext>
            </a:extLst>
          </p:cNvPr>
          <p:cNvSpPr txBox="1"/>
          <p:nvPr/>
        </p:nvSpPr>
        <p:spPr>
          <a:xfrm>
            <a:off x="1242660" y="5890806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(4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4751884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AE3B8-16EC-F41E-7E8A-589DD7BABC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42BBA212-D635-262D-4B09-38045564058F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A816D2E-65F5-2AA2-0DB1-472CF279C425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정보 변경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795AE99-2FA3-3B50-A77A-8966951F53CD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461986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체크인카운터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483F23B-9E17-8556-B84D-134B22071568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976211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운항편수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여객 수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7" name="AutoShape 89">
            <a:extLst>
              <a:ext uri="{FF2B5EF4-FFF2-40B4-BE49-F238E27FC236}">
                <a16:creationId xmlns:a16="http://schemas.microsoft.com/office/drawing/2014/main" id="{6FC4AE8F-8FD5-B92C-8AB7-3E89C4F9B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997882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8" name="AutoShape 89">
            <a:extLst>
              <a:ext uri="{FF2B5EF4-FFF2-40B4-BE49-F238E27FC236}">
                <a16:creationId xmlns:a16="http://schemas.microsoft.com/office/drawing/2014/main" id="{477677EB-7BFE-1ECF-6030-F877ED44A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1498214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8484C00-B587-12B1-3B6E-C688F851D1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8563959"/>
              </p:ext>
            </p:extLst>
          </p:nvPr>
        </p:nvGraphicFramePr>
        <p:xfrm>
          <a:off x="170952" y="1947761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셀프체크인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" name="AutoShape 89">
            <a:extLst>
              <a:ext uri="{FF2B5EF4-FFF2-40B4-BE49-F238E27FC236}">
                <a16:creationId xmlns:a16="http://schemas.microsoft.com/office/drawing/2014/main" id="{6B87B3DC-758E-C328-330D-74BEDB838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198992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167" name="표 166">
            <a:extLst>
              <a:ext uri="{FF2B5EF4-FFF2-40B4-BE49-F238E27FC236}">
                <a16:creationId xmlns:a16="http://schemas.microsoft.com/office/drawing/2014/main" id="{1601FBE8-A406-27EA-A30E-47DF419BB475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53456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8" name="Rectangle 7">
            <a:extLst>
              <a:ext uri="{FF2B5EF4-FFF2-40B4-BE49-F238E27FC236}">
                <a16:creationId xmlns:a16="http://schemas.microsoft.com/office/drawing/2014/main" id="{D4A7A5FE-8695-3C61-B318-B7BEF6249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97679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73" name="AutoShape 89">
            <a:extLst>
              <a:ext uri="{FF2B5EF4-FFF2-40B4-BE49-F238E27FC236}">
                <a16:creationId xmlns:a16="http://schemas.microsoft.com/office/drawing/2014/main" id="{9505E1FE-9043-D441-88CE-D16A46A4B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7507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7CAC0965-F8F1-166C-9F9F-EF212754CE0E}"/>
              </a:ext>
            </a:extLst>
          </p:cNvPr>
          <p:cNvGrpSpPr/>
          <p:nvPr/>
        </p:nvGrpSpPr>
        <p:grpSpPr>
          <a:xfrm>
            <a:off x="8568460" y="566444"/>
            <a:ext cx="773884" cy="268517"/>
            <a:chOff x="5000287" y="2533231"/>
            <a:chExt cx="773884" cy="268517"/>
          </a:xfrm>
        </p:grpSpPr>
        <p:sp>
          <p:nvSpPr>
            <p:cNvPr id="185" name="AutoShape 55">
              <a:extLst>
                <a:ext uri="{FF2B5EF4-FFF2-40B4-BE49-F238E27FC236}">
                  <a16:creationId xmlns:a16="http://schemas.microsoft.com/office/drawing/2014/main" id="{C4BEC384-287A-6B8F-85A3-7D1EDE26C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6" name="Accept">
              <a:extLst>
                <a:ext uri="{FF2B5EF4-FFF2-40B4-BE49-F238E27FC236}">
                  <a16:creationId xmlns:a16="http://schemas.microsoft.com/office/drawing/2014/main" id="{D8E3CBF4-291B-C8E7-8D37-6B3CEB0212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1E4DCB4D-DCAE-0106-9455-CD57B375F838}"/>
              </a:ext>
            </a:extLst>
          </p:cNvPr>
          <p:cNvGrpSpPr/>
          <p:nvPr/>
        </p:nvGrpSpPr>
        <p:grpSpPr>
          <a:xfrm>
            <a:off x="4351720" y="5785861"/>
            <a:ext cx="1034705" cy="356609"/>
            <a:chOff x="7531980" y="6431059"/>
            <a:chExt cx="1034705" cy="356609"/>
          </a:xfrm>
        </p:grpSpPr>
        <p:sp>
          <p:nvSpPr>
            <p:cNvPr id="44" name="AutoShape 55">
              <a:extLst>
                <a:ext uri="{FF2B5EF4-FFF2-40B4-BE49-F238E27FC236}">
                  <a16:creationId xmlns:a16="http://schemas.microsoft.com/office/drawing/2014/main" id="{9E695991-87A8-0A87-D415-21D3BA006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945671" cy="356609"/>
            </a:xfrm>
            <a:prstGeom prst="rect">
              <a:avLst/>
            </a:prstGeom>
            <a:solidFill>
              <a:srgbClr val="5C64B7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C4621603-12FB-3177-FB43-F8F83AB960B8}"/>
                </a:ext>
              </a:extLst>
            </p:cNvPr>
            <p:cNvSpPr txBox="1"/>
            <p:nvPr/>
          </p:nvSpPr>
          <p:spPr>
            <a:xfrm>
              <a:off x="7531980" y="6486003"/>
              <a:ext cx="10347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현재상태 저장</a:t>
              </a:r>
            </a:p>
          </p:txBody>
        </p:sp>
      </p:grp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7EDF57C7-5C56-5BF7-C418-A8A762180DDA}"/>
              </a:ext>
            </a:extLst>
          </p:cNvPr>
          <p:cNvSpPr/>
          <p:nvPr/>
        </p:nvSpPr>
        <p:spPr bwMode="auto">
          <a:xfrm>
            <a:off x="304800" y="3173234"/>
            <a:ext cx="8917288" cy="2483288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7F82B800-AD2E-0904-36F3-6C3428AAAA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2080662"/>
              </p:ext>
            </p:extLst>
          </p:nvPr>
        </p:nvGraphicFramePr>
        <p:xfrm>
          <a:off x="683912" y="3664190"/>
          <a:ext cx="7289800" cy="137160"/>
        </p:xfrm>
        <a:graphic>
          <a:graphicData uri="http://schemas.openxmlformats.org/drawingml/2006/table">
            <a:tbl>
              <a:tblPr/>
              <a:tblGrid>
                <a:gridCol w="208280">
                  <a:extLst>
                    <a:ext uri="{9D8B030D-6E8A-4147-A177-3AD203B41FA5}">
                      <a16:colId xmlns:a16="http://schemas.microsoft.com/office/drawing/2014/main" val="218652616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4676158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701797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9674604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346901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782038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953326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862253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73402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671327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48020580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55457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991054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23821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3332928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054022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215040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4454975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1832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6344356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0608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267219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7111933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6228110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67085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66070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50339136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63460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0589629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187702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545059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220638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086075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968145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28310746"/>
                    </a:ext>
                  </a:extLst>
                </a:gridCol>
              </a:tblGrid>
              <a:tr h="135133"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T>
                    <a:lnB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0907433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96E74BB0-F7D2-B6F8-4B49-DBB051C0C1A9}"/>
              </a:ext>
            </a:extLst>
          </p:cNvPr>
          <p:cNvSpPr txBox="1"/>
          <p:nvPr/>
        </p:nvSpPr>
        <p:spPr>
          <a:xfrm>
            <a:off x="506996" y="3809139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B9B7F70-8CCD-561E-54DA-EB381C3A35B1}"/>
              </a:ext>
            </a:extLst>
          </p:cNvPr>
          <p:cNvSpPr txBox="1"/>
          <p:nvPr/>
        </p:nvSpPr>
        <p:spPr>
          <a:xfrm>
            <a:off x="7771765" y="3819702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02:00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8B69D39-CA75-7023-7B62-915D682EA1C6}"/>
              </a:ext>
            </a:extLst>
          </p:cNvPr>
          <p:cNvSpPr txBox="1"/>
          <p:nvPr/>
        </p:nvSpPr>
        <p:spPr>
          <a:xfrm>
            <a:off x="2374247" y="3809139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CB687F7E-D03D-BD26-D1A1-FBAD60A8EDE4}"/>
              </a:ext>
            </a:extLst>
          </p:cNvPr>
          <p:cNvSpPr txBox="1"/>
          <p:nvPr/>
        </p:nvSpPr>
        <p:spPr>
          <a:xfrm>
            <a:off x="6290410" y="3809139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29E4ACA-2467-CD9D-3B23-F21B9297BD41}"/>
              </a:ext>
            </a:extLst>
          </p:cNvPr>
          <p:cNvSpPr txBox="1"/>
          <p:nvPr/>
        </p:nvSpPr>
        <p:spPr>
          <a:xfrm>
            <a:off x="3610437" y="2887848"/>
            <a:ext cx="23024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    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lang="ko-KR" altLang="en-US" sz="1200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639C269D-BD2D-FDC9-70AE-9E7296971D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1399543"/>
              </p:ext>
            </p:extLst>
          </p:nvPr>
        </p:nvGraphicFramePr>
        <p:xfrm>
          <a:off x="683912" y="4330799"/>
          <a:ext cx="7289800" cy="137160"/>
        </p:xfrm>
        <a:graphic>
          <a:graphicData uri="http://schemas.openxmlformats.org/drawingml/2006/table">
            <a:tbl>
              <a:tblPr/>
              <a:tblGrid>
                <a:gridCol w="208280">
                  <a:extLst>
                    <a:ext uri="{9D8B030D-6E8A-4147-A177-3AD203B41FA5}">
                      <a16:colId xmlns:a16="http://schemas.microsoft.com/office/drawing/2014/main" val="218652616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4676158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701797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9674604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346901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782038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953326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862253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73402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671327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48020580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55457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991054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23821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3332928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054022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215040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4454975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1832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6344356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0608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267219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7111933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6228110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67085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66070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50339136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63460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0589629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187702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545059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220638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086075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968145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28310746"/>
                    </a:ext>
                  </a:extLst>
                </a:gridCol>
              </a:tblGrid>
              <a:tr h="135133"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T>
                    <a:lnB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0907433"/>
                  </a:ext>
                </a:extLst>
              </a:tr>
            </a:tbl>
          </a:graphicData>
        </a:graphic>
      </p:graphicFrame>
      <p:sp>
        <p:nvSpPr>
          <p:cNvPr id="59" name="TextBox 58">
            <a:extLst>
              <a:ext uri="{FF2B5EF4-FFF2-40B4-BE49-F238E27FC236}">
                <a16:creationId xmlns:a16="http://schemas.microsoft.com/office/drawing/2014/main" id="{24FB37DE-665D-223C-500F-3B016FBCCA66}"/>
              </a:ext>
            </a:extLst>
          </p:cNvPr>
          <p:cNvSpPr txBox="1"/>
          <p:nvPr/>
        </p:nvSpPr>
        <p:spPr>
          <a:xfrm>
            <a:off x="506996" y="4475748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B1312C5-F36B-ED4F-E11C-C26E5D0DBDD6}"/>
              </a:ext>
            </a:extLst>
          </p:cNvPr>
          <p:cNvSpPr txBox="1"/>
          <p:nvPr/>
        </p:nvSpPr>
        <p:spPr>
          <a:xfrm>
            <a:off x="7771765" y="4486311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02:00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9F920C2-768B-AD36-9271-FB77989D9044}"/>
              </a:ext>
            </a:extLst>
          </p:cNvPr>
          <p:cNvSpPr txBox="1"/>
          <p:nvPr/>
        </p:nvSpPr>
        <p:spPr>
          <a:xfrm>
            <a:off x="2374247" y="4475748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89C9668-E548-56BB-FE36-CE2C4F3F5701}"/>
              </a:ext>
            </a:extLst>
          </p:cNvPr>
          <p:cNvSpPr txBox="1"/>
          <p:nvPr/>
        </p:nvSpPr>
        <p:spPr>
          <a:xfrm>
            <a:off x="6290410" y="4475748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B701A320-7A48-647C-0CDB-CBD37B5EEEED}"/>
              </a:ext>
            </a:extLst>
          </p:cNvPr>
          <p:cNvSpPr txBox="1"/>
          <p:nvPr/>
        </p:nvSpPr>
        <p:spPr>
          <a:xfrm>
            <a:off x="536459" y="3358565"/>
            <a:ext cx="156332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BF6A8A91-676F-8B23-7886-C75008891AD1}"/>
              </a:ext>
            </a:extLst>
          </p:cNvPr>
          <p:cNvSpPr txBox="1"/>
          <p:nvPr/>
        </p:nvSpPr>
        <p:spPr>
          <a:xfrm>
            <a:off x="536459" y="4079377"/>
            <a:ext cx="156332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9C667F9-FA18-E2E3-B166-F899775585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855449"/>
              </p:ext>
            </p:extLst>
          </p:nvPr>
        </p:nvGraphicFramePr>
        <p:xfrm>
          <a:off x="170952" y="2443061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출국장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AutoShape 89">
            <a:extLst>
              <a:ext uri="{FF2B5EF4-FFF2-40B4-BE49-F238E27FC236}">
                <a16:creationId xmlns:a16="http://schemas.microsoft.com/office/drawing/2014/main" id="{194BBD3F-1A75-6DF9-E8CF-75A46BB4E63D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083144" y="248522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F9A08D0-597E-2F68-EEA9-09483B6EA629}"/>
              </a:ext>
            </a:extLst>
          </p:cNvPr>
          <p:cNvGrpSpPr/>
          <p:nvPr/>
        </p:nvGrpSpPr>
        <p:grpSpPr>
          <a:xfrm>
            <a:off x="8291297" y="3604786"/>
            <a:ext cx="612774" cy="230260"/>
            <a:chOff x="1249540" y="5561975"/>
            <a:chExt cx="612774" cy="230260"/>
          </a:xfrm>
        </p:grpSpPr>
        <p:sp>
          <p:nvSpPr>
            <p:cNvPr id="22" name="Rectangle 7">
              <a:extLst>
                <a:ext uri="{FF2B5EF4-FFF2-40B4-BE49-F238E27FC236}">
                  <a16:creationId xmlns:a16="http://schemas.microsoft.com/office/drawing/2014/main" id="{0FBE5FBC-CCBA-970A-835C-415E6DA80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540" y="5561975"/>
              <a:ext cx="612774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1C892E7-E4C3-DAF2-B3D6-226267FF0277}"/>
                </a:ext>
              </a:extLst>
            </p:cNvPr>
            <p:cNvSpPr txBox="1"/>
            <p:nvPr/>
          </p:nvSpPr>
          <p:spPr>
            <a:xfrm>
              <a:off x="1665834" y="5615549"/>
              <a:ext cx="15240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1322388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∨</a:t>
              </a:r>
              <a:endPara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642C82D0-1A28-5DAD-5844-00917308FADA}"/>
              </a:ext>
            </a:extLst>
          </p:cNvPr>
          <p:cNvGrpSpPr/>
          <p:nvPr/>
        </p:nvGrpSpPr>
        <p:grpSpPr>
          <a:xfrm>
            <a:off x="8291297" y="4281061"/>
            <a:ext cx="612774" cy="230260"/>
            <a:chOff x="1249540" y="5561975"/>
            <a:chExt cx="612774" cy="230260"/>
          </a:xfrm>
        </p:grpSpPr>
        <p:sp>
          <p:nvSpPr>
            <p:cNvPr id="26" name="Rectangle 7">
              <a:extLst>
                <a:ext uri="{FF2B5EF4-FFF2-40B4-BE49-F238E27FC236}">
                  <a16:creationId xmlns:a16="http://schemas.microsoft.com/office/drawing/2014/main" id="{1D93A409-AF37-B7B1-69FF-37E7D0CB7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540" y="5561975"/>
              <a:ext cx="612774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미사용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02A754F-AE9F-8D98-75EC-853B9FF06282}"/>
                </a:ext>
              </a:extLst>
            </p:cNvPr>
            <p:cNvSpPr txBox="1"/>
            <p:nvPr/>
          </p:nvSpPr>
          <p:spPr>
            <a:xfrm>
              <a:off x="1665834" y="5615549"/>
              <a:ext cx="15240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1322388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∨</a:t>
              </a:r>
              <a:endPara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BD008A4F-846A-5849-D71A-265AACCCE3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4212419"/>
              </p:ext>
            </p:extLst>
          </p:nvPr>
        </p:nvGraphicFramePr>
        <p:xfrm>
          <a:off x="683912" y="5202176"/>
          <a:ext cx="7289800" cy="137160"/>
        </p:xfrm>
        <a:graphic>
          <a:graphicData uri="http://schemas.openxmlformats.org/drawingml/2006/table">
            <a:tbl>
              <a:tblPr/>
              <a:tblGrid>
                <a:gridCol w="208280">
                  <a:extLst>
                    <a:ext uri="{9D8B030D-6E8A-4147-A177-3AD203B41FA5}">
                      <a16:colId xmlns:a16="http://schemas.microsoft.com/office/drawing/2014/main" val="218652616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4676158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7017972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9674604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346901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782038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953326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0862253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7873402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671327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48020580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55457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9910548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23821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13332928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9054022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215040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4454975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81832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66344356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0608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267219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37111933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6228110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67085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7660708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50339136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6346053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0589629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1877022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5450597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6220638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8086075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0968145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828310746"/>
                    </a:ext>
                  </a:extLst>
                </a:gridCol>
              </a:tblGrid>
              <a:tr h="135133"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T>
                    <a:lnB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300" dirty="0">
                        <a:latin typeface="+mn-ea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0907433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669748DB-FF64-9621-B6EC-D50A91A3A270}"/>
              </a:ext>
            </a:extLst>
          </p:cNvPr>
          <p:cNvSpPr txBox="1"/>
          <p:nvPr/>
        </p:nvSpPr>
        <p:spPr>
          <a:xfrm>
            <a:off x="506996" y="5347125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30161F4-0AFB-7BEC-7DDD-2B6A9090EAC5}"/>
              </a:ext>
            </a:extLst>
          </p:cNvPr>
          <p:cNvSpPr txBox="1"/>
          <p:nvPr/>
        </p:nvSpPr>
        <p:spPr>
          <a:xfrm>
            <a:off x="7771765" y="5357688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02:00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6C24BE4-FBF5-A499-86A5-1A34B801601E}"/>
              </a:ext>
            </a:extLst>
          </p:cNvPr>
          <p:cNvSpPr txBox="1"/>
          <p:nvPr/>
        </p:nvSpPr>
        <p:spPr>
          <a:xfrm>
            <a:off x="2374247" y="5347125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5864CB8-3805-FE21-C7D8-FE19EC269D1D}"/>
              </a:ext>
            </a:extLst>
          </p:cNvPr>
          <p:cNvSpPr txBox="1"/>
          <p:nvPr/>
        </p:nvSpPr>
        <p:spPr>
          <a:xfrm>
            <a:off x="6290410" y="5347125"/>
            <a:ext cx="4753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20:00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03456D0-5001-D4AD-F0C5-F77621B33CCD}"/>
              </a:ext>
            </a:extLst>
          </p:cNvPr>
          <p:cNvSpPr txBox="1"/>
          <p:nvPr/>
        </p:nvSpPr>
        <p:spPr>
          <a:xfrm>
            <a:off x="536459" y="4950754"/>
            <a:ext cx="156332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790E3D4C-7325-00EA-9731-36CD18F75959}"/>
              </a:ext>
            </a:extLst>
          </p:cNvPr>
          <p:cNvGrpSpPr/>
          <p:nvPr/>
        </p:nvGrpSpPr>
        <p:grpSpPr>
          <a:xfrm>
            <a:off x="8291297" y="5152438"/>
            <a:ext cx="612774" cy="230260"/>
            <a:chOff x="1249540" y="5561975"/>
            <a:chExt cx="612774" cy="230260"/>
          </a:xfrm>
        </p:grpSpPr>
        <p:sp>
          <p:nvSpPr>
            <p:cNvPr id="35" name="Rectangle 7">
              <a:extLst>
                <a:ext uri="{FF2B5EF4-FFF2-40B4-BE49-F238E27FC236}">
                  <a16:creationId xmlns:a16="http://schemas.microsoft.com/office/drawing/2014/main" id="{19BBBD27-AB92-28D9-4ED5-52A99C091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540" y="5561975"/>
              <a:ext cx="612774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ECBC7A3-E4BF-4F59-2E73-01D0A3D823D1}"/>
                </a:ext>
              </a:extLst>
            </p:cNvPr>
            <p:cNvSpPr txBox="1"/>
            <p:nvPr/>
          </p:nvSpPr>
          <p:spPr>
            <a:xfrm>
              <a:off x="1665834" y="5615549"/>
              <a:ext cx="15240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defTabSz="1322388"/>
              <a:r>
                <a:rPr lang="ko-KR" altLang="en-US" sz="8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∨</a:t>
              </a:r>
              <a:endPara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F0E0121E-A22F-3CF5-5AE2-3CFEBCAAAE63}"/>
              </a:ext>
            </a:extLst>
          </p:cNvPr>
          <p:cNvSpPr txBox="1"/>
          <p:nvPr/>
        </p:nvSpPr>
        <p:spPr>
          <a:xfrm>
            <a:off x="4532104" y="4597298"/>
            <a:ext cx="7816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/>
              <a:t>.</a:t>
            </a:r>
          </a:p>
          <a:p>
            <a:pPr algn="ctr"/>
            <a:r>
              <a:rPr lang="en-US" altLang="ko-KR" b="1" dirty="0"/>
              <a:t>.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EBE7383F-E4EB-F1CC-31DA-34EB720DBEF3}"/>
              </a:ext>
            </a:extLst>
          </p:cNvPr>
          <p:cNvSpPr/>
          <p:nvPr/>
        </p:nvSpPr>
        <p:spPr bwMode="auto">
          <a:xfrm>
            <a:off x="2898015" y="663636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7CA4642C-61B7-48E8-B767-BDB89881CABC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1" name="Rectangle 7">
            <a:extLst>
              <a:ext uri="{FF2B5EF4-FFF2-40B4-BE49-F238E27FC236}">
                <a16:creationId xmlns:a16="http://schemas.microsoft.com/office/drawing/2014/main" id="{DC1B4A37-E5C8-2319-006E-E082A46AE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9340D0A1-4638-3898-BE51-9E4EAB1EA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618499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6CFF7A6-F47A-B48F-5B25-4EE1DC442A4D}"/>
              </a:ext>
            </a:extLst>
          </p:cNvPr>
          <p:cNvSpPr/>
          <p:nvPr/>
        </p:nvSpPr>
        <p:spPr bwMode="auto">
          <a:xfrm>
            <a:off x="3850492" y="663636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90753D44-443D-5DD4-E13B-45FBD3F7E769}"/>
              </a:ext>
            </a:extLst>
          </p:cNvPr>
          <p:cNvSpPr/>
          <p:nvPr/>
        </p:nvSpPr>
        <p:spPr bwMode="auto">
          <a:xfrm>
            <a:off x="3856993" y="655237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3E50323-F8EE-6BEC-5E0C-0636A4759DD5}"/>
              </a:ext>
            </a:extLst>
          </p:cNvPr>
          <p:cNvSpPr txBox="1"/>
          <p:nvPr/>
        </p:nvSpPr>
        <p:spPr>
          <a:xfrm>
            <a:off x="1524341" y="1026283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715C42E-EBE9-DEEC-E600-A5DB16573E74}"/>
              </a:ext>
            </a:extLst>
          </p:cNvPr>
          <p:cNvSpPr txBox="1"/>
          <p:nvPr/>
        </p:nvSpPr>
        <p:spPr>
          <a:xfrm>
            <a:off x="1378098" y="1514610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(A, B, C, D)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F3C948C-BB9A-A575-BE0F-2229E0D8DFC3}"/>
              </a:ext>
            </a:extLst>
          </p:cNvPr>
          <p:cNvSpPr txBox="1"/>
          <p:nvPr/>
        </p:nvSpPr>
        <p:spPr>
          <a:xfrm>
            <a:off x="1613335" y="1993972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707342D-B773-2540-E4DE-8703A3E6696F}"/>
              </a:ext>
            </a:extLst>
          </p:cNvPr>
          <p:cNvSpPr txBox="1"/>
          <p:nvPr/>
        </p:nvSpPr>
        <p:spPr>
          <a:xfrm>
            <a:off x="982330" y="2491709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(1, 2, 3)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7C917BD6-D039-0A23-6E74-3199007DFF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410886"/>
              </p:ext>
            </p:extLst>
          </p:nvPr>
        </p:nvGraphicFramePr>
        <p:xfrm>
          <a:off x="170952" y="6255016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보안검색대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1" name="AutoShape 89">
            <a:extLst>
              <a:ext uri="{FF2B5EF4-FFF2-40B4-BE49-F238E27FC236}">
                <a16:creationId xmlns:a16="http://schemas.microsoft.com/office/drawing/2014/main" id="{9EC57E41-5592-81B7-7301-9B7B0F288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6294479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29" name="AutoShape 55">
            <a:extLst>
              <a:ext uri="{FF2B5EF4-FFF2-40B4-BE49-F238E27FC236}">
                <a16:creationId xmlns:a16="http://schemas.microsoft.com/office/drawing/2014/main" id="{03F9C306-622C-8270-56F3-7F531FDF0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1080" y="6675912"/>
            <a:ext cx="1640642" cy="329089"/>
          </a:xfrm>
          <a:prstGeom prst="rect">
            <a:avLst/>
          </a:prstGeom>
          <a:solidFill>
            <a:schemeClr val="tx1"/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252000" tIns="108000" rIns="252000" bIns="10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7B59787-ACC8-C8F4-74EA-FE87C9DD5423}"/>
              </a:ext>
            </a:extLst>
          </p:cNvPr>
          <p:cNvSpPr txBox="1"/>
          <p:nvPr/>
        </p:nvSpPr>
        <p:spPr>
          <a:xfrm>
            <a:off x="1242660" y="6300968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(4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4764557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보안검색대 정보 변경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7EC019C-4820-CB8C-2846-507E91D837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4905143"/>
              </p:ext>
            </p:extLst>
          </p:nvPr>
        </p:nvGraphicFramePr>
        <p:xfrm>
          <a:off x="170952" y="1321949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체크인카운터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9F4F36D-CBF0-17B4-72D0-6C6508D798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0911704"/>
              </p:ext>
            </p:extLst>
          </p:nvPr>
        </p:nvGraphicFramePr>
        <p:xfrm>
          <a:off x="170952" y="1746625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셀프체크인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8C9AB398-2711-CF98-7D75-E2BE53332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569424"/>
              </p:ext>
            </p:extLst>
          </p:nvPr>
        </p:nvGraphicFramePr>
        <p:xfrm>
          <a:off x="170952" y="2588417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보안검색대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2D2BE9EB-B4EE-09C6-AC5A-FDE2C8CDF0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6323460"/>
              </p:ext>
            </p:extLst>
          </p:nvPr>
        </p:nvGraphicFramePr>
        <p:xfrm>
          <a:off x="170952" y="904833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운항편수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여객 수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" name="AutoShape 89">
            <a:extLst>
              <a:ext uri="{FF2B5EF4-FFF2-40B4-BE49-F238E27FC236}">
                <a16:creationId xmlns:a16="http://schemas.microsoft.com/office/drawing/2014/main" id="{4DC60AD7-28C2-8388-EBD6-261A4CFC7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926504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26" name="AutoShape 89">
            <a:extLst>
              <a:ext uri="{FF2B5EF4-FFF2-40B4-BE49-F238E27FC236}">
                <a16:creationId xmlns:a16="http://schemas.microsoft.com/office/drawing/2014/main" id="{E0F948F2-9D5B-56C4-CFE3-5BF7563BC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1358177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27" name="AutoShape 89">
            <a:extLst>
              <a:ext uri="{FF2B5EF4-FFF2-40B4-BE49-F238E27FC236}">
                <a16:creationId xmlns:a16="http://schemas.microsoft.com/office/drawing/2014/main" id="{BC7E6671-C4D3-9DB2-580E-C03471848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1788784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28" name="AutoShape 89">
            <a:extLst>
              <a:ext uri="{FF2B5EF4-FFF2-40B4-BE49-F238E27FC236}">
                <a16:creationId xmlns:a16="http://schemas.microsoft.com/office/drawing/2014/main" id="{DDE4F892-7FA0-3CB2-5E1F-09C07A51B7B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083144" y="262788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F919B3F-2D82-4E37-D814-382C204E8F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270605"/>
              </p:ext>
            </p:extLst>
          </p:nvPr>
        </p:nvGraphicFramePr>
        <p:xfrm>
          <a:off x="170951" y="475644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" name="Rectangle 7">
            <a:extLst>
              <a:ext uri="{FF2B5EF4-FFF2-40B4-BE49-F238E27FC236}">
                <a16:creationId xmlns:a16="http://schemas.microsoft.com/office/drawing/2014/main" id="{68E8D81D-514A-3493-C662-416E74805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8760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20" name="AutoShape 89">
            <a:extLst>
              <a:ext uri="{FF2B5EF4-FFF2-40B4-BE49-F238E27FC236}">
                <a16:creationId xmlns:a16="http://schemas.microsoft.com/office/drawing/2014/main" id="{1356D464-3F21-414A-73A6-C88B74E2F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16151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FC1379F2-038C-B25A-30C9-F49A8D20A6AA}"/>
              </a:ext>
            </a:extLst>
          </p:cNvPr>
          <p:cNvGrpSpPr/>
          <p:nvPr/>
        </p:nvGrpSpPr>
        <p:grpSpPr>
          <a:xfrm>
            <a:off x="8568460" y="507525"/>
            <a:ext cx="773884" cy="268517"/>
            <a:chOff x="5000287" y="2533231"/>
            <a:chExt cx="773884" cy="268517"/>
          </a:xfrm>
        </p:grpSpPr>
        <p:sp>
          <p:nvSpPr>
            <p:cNvPr id="24" name="AutoShape 55">
              <a:extLst>
                <a:ext uri="{FF2B5EF4-FFF2-40B4-BE49-F238E27FC236}">
                  <a16:creationId xmlns:a16="http://schemas.microsoft.com/office/drawing/2014/main" id="{7C733E9C-C8FC-9724-99F6-DEB2C2F9F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Accept">
              <a:extLst>
                <a:ext uri="{FF2B5EF4-FFF2-40B4-BE49-F238E27FC236}">
                  <a16:creationId xmlns:a16="http://schemas.microsoft.com/office/drawing/2014/main" id="{CC2AD2BD-7F12-5244-6CFB-BF18559297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4556E99-390F-304A-32B9-5414CA88E098}"/>
              </a:ext>
            </a:extLst>
          </p:cNvPr>
          <p:cNvSpPr/>
          <p:nvPr/>
        </p:nvSpPr>
        <p:spPr bwMode="auto">
          <a:xfrm>
            <a:off x="504464" y="5817387"/>
            <a:ext cx="8578680" cy="545320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3B0B739-586A-457E-74D8-3D1E845E6B91}"/>
              </a:ext>
            </a:extLst>
          </p:cNvPr>
          <p:cNvSpPr/>
          <p:nvPr/>
        </p:nvSpPr>
        <p:spPr bwMode="auto">
          <a:xfrm>
            <a:off x="1238250" y="5934233"/>
            <a:ext cx="858714" cy="283864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21CC532-EFF8-BC51-D824-A82E62825997}"/>
              </a:ext>
            </a:extLst>
          </p:cNvPr>
          <p:cNvSpPr/>
          <p:nvPr/>
        </p:nvSpPr>
        <p:spPr bwMode="auto">
          <a:xfrm>
            <a:off x="1110746" y="5335227"/>
            <a:ext cx="781664" cy="48279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1275820-0904-FF6F-0E75-0368149EE2ED}"/>
              </a:ext>
            </a:extLst>
          </p:cNvPr>
          <p:cNvSpPr/>
          <p:nvPr/>
        </p:nvSpPr>
        <p:spPr bwMode="auto">
          <a:xfrm>
            <a:off x="7598632" y="5334173"/>
            <a:ext cx="781664" cy="482792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F17FCAE-348C-E1E2-5728-282723F8586D}"/>
              </a:ext>
            </a:extLst>
          </p:cNvPr>
          <p:cNvGrpSpPr/>
          <p:nvPr/>
        </p:nvGrpSpPr>
        <p:grpSpPr>
          <a:xfrm>
            <a:off x="4351720" y="6439559"/>
            <a:ext cx="1034705" cy="356609"/>
            <a:chOff x="7531980" y="6431059"/>
            <a:chExt cx="1034705" cy="356609"/>
          </a:xfrm>
        </p:grpSpPr>
        <p:sp>
          <p:nvSpPr>
            <p:cNvPr id="40" name="AutoShape 55">
              <a:extLst>
                <a:ext uri="{FF2B5EF4-FFF2-40B4-BE49-F238E27FC236}">
                  <a16:creationId xmlns:a16="http://schemas.microsoft.com/office/drawing/2014/main" id="{5C51328D-EEB4-C0CE-1DE2-B90707BCC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8357" y="6431059"/>
              <a:ext cx="945671" cy="356609"/>
            </a:xfrm>
            <a:prstGeom prst="rect">
              <a:avLst/>
            </a:prstGeom>
            <a:solidFill>
              <a:srgbClr val="5C64B7"/>
            </a:solidFill>
            <a:ln w="317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wrap="square" lIns="252000" tIns="108000" rIns="252000" bIns="108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5DA30403-EBB1-E6FC-934D-2AEEA1E92FAD}"/>
                </a:ext>
              </a:extLst>
            </p:cNvPr>
            <p:cNvSpPr txBox="1"/>
            <p:nvPr/>
          </p:nvSpPr>
          <p:spPr>
            <a:xfrm>
              <a:off x="7531980" y="6486003"/>
              <a:ext cx="103470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현재상태 저장</a:t>
              </a:r>
            </a:p>
          </p:txBody>
        </p:sp>
      </p:grp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6632101E-BD7F-0CF7-D47C-CA906404F099}"/>
              </a:ext>
            </a:extLst>
          </p:cNvPr>
          <p:cNvSpPr/>
          <p:nvPr/>
        </p:nvSpPr>
        <p:spPr bwMode="auto">
          <a:xfrm>
            <a:off x="708278" y="3072391"/>
            <a:ext cx="8145190" cy="2609382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1518D08-8CFC-BD40-9C77-604AA45082C7}"/>
              </a:ext>
            </a:extLst>
          </p:cNvPr>
          <p:cNvSpPr txBox="1"/>
          <p:nvPr/>
        </p:nvSpPr>
        <p:spPr>
          <a:xfrm>
            <a:off x="3466608" y="3125321"/>
            <a:ext cx="30170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번 출국장 </a:t>
            </a:r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lang="ko-KR" altLang="en-US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 보안검색대 운영예정</a:t>
            </a:r>
            <a:endParaRPr lang="ko-KR" altLang="en-US" sz="1200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308" name="표 307">
            <a:extLst>
              <a:ext uri="{FF2B5EF4-FFF2-40B4-BE49-F238E27FC236}">
                <a16:creationId xmlns:a16="http://schemas.microsoft.com/office/drawing/2014/main" id="{948B8D0C-156E-5356-22FF-6BC786276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153455"/>
              </p:ext>
            </p:extLst>
          </p:nvPr>
        </p:nvGraphicFramePr>
        <p:xfrm>
          <a:off x="170952" y="2167521"/>
          <a:ext cx="9231519" cy="359559"/>
        </p:xfrm>
        <a:graphic>
          <a:graphicData uri="http://schemas.openxmlformats.org/drawingml/2006/table">
            <a:tbl>
              <a:tblPr/>
              <a:tblGrid>
                <a:gridCol w="923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출국장 수정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09" name="AutoShape 89">
            <a:extLst>
              <a:ext uri="{FF2B5EF4-FFF2-40B4-BE49-F238E27FC236}">
                <a16:creationId xmlns:a16="http://schemas.microsoft.com/office/drawing/2014/main" id="{68D209EB-0580-9672-DE3A-E9E56D456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3144" y="220968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8EB8E789-050E-5A96-365E-100096AE82C0}"/>
              </a:ext>
            </a:extLst>
          </p:cNvPr>
          <p:cNvSpPr/>
          <p:nvPr/>
        </p:nvSpPr>
        <p:spPr bwMode="auto">
          <a:xfrm>
            <a:off x="2898015" y="604717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EBE9D5AF-788A-F708-A3B7-5B6A57CA7B0A}"/>
              </a:ext>
            </a:extLst>
          </p:cNvPr>
          <p:cNvSpPr/>
          <p:nvPr/>
        </p:nvSpPr>
        <p:spPr bwMode="auto">
          <a:xfrm>
            <a:off x="3850492" y="604717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" name="Rectangle 7">
            <a:extLst>
              <a:ext uri="{FF2B5EF4-FFF2-40B4-BE49-F238E27FC236}">
                <a16:creationId xmlns:a16="http://schemas.microsoft.com/office/drawing/2014/main" id="{90BFD785-2405-EA4F-908C-66F527486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59580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Rectangle 7">
            <a:extLst>
              <a:ext uri="{FF2B5EF4-FFF2-40B4-BE49-F238E27FC236}">
                <a16:creationId xmlns:a16="http://schemas.microsoft.com/office/drawing/2014/main" id="{FE825511-9810-B448-2488-50BA43675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59580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4BCD14E4-6EA4-00C0-0562-E6F20075E59D}"/>
              </a:ext>
            </a:extLst>
          </p:cNvPr>
          <p:cNvSpPr/>
          <p:nvPr/>
        </p:nvSpPr>
        <p:spPr bwMode="auto">
          <a:xfrm>
            <a:off x="3850492" y="604717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988A5B92-C516-21C0-5F29-E4599440F320}"/>
              </a:ext>
            </a:extLst>
          </p:cNvPr>
          <p:cNvSpPr/>
          <p:nvPr/>
        </p:nvSpPr>
        <p:spPr bwMode="auto">
          <a:xfrm>
            <a:off x="3856993" y="596318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BB11C11-11AB-717F-EBAD-8D2F16A54EB4}"/>
              </a:ext>
            </a:extLst>
          </p:cNvPr>
          <p:cNvSpPr txBox="1"/>
          <p:nvPr/>
        </p:nvSpPr>
        <p:spPr>
          <a:xfrm>
            <a:off x="1349919" y="1383463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(A, B, C, D)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680ADB0-B53C-A1CF-73BF-C0F5840053FE}"/>
              </a:ext>
            </a:extLst>
          </p:cNvPr>
          <p:cNvSpPr txBox="1"/>
          <p:nvPr/>
        </p:nvSpPr>
        <p:spPr>
          <a:xfrm>
            <a:off x="1608877" y="1810068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0984CFE-0389-C475-E48C-02FE26F5355C}"/>
              </a:ext>
            </a:extLst>
          </p:cNvPr>
          <p:cNvSpPr txBox="1"/>
          <p:nvPr/>
        </p:nvSpPr>
        <p:spPr>
          <a:xfrm>
            <a:off x="976912" y="2212464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(1, 2, 3)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BF441BA-27D0-F303-F662-77B2FE6418F9}"/>
              </a:ext>
            </a:extLst>
          </p:cNvPr>
          <p:cNvSpPr txBox="1"/>
          <p:nvPr/>
        </p:nvSpPr>
        <p:spPr>
          <a:xfrm>
            <a:off x="1524341" y="967364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37E8724-D9F3-8D26-A40C-4231D489DB2D}"/>
              </a:ext>
            </a:extLst>
          </p:cNvPr>
          <p:cNvSpPr txBox="1"/>
          <p:nvPr/>
        </p:nvSpPr>
        <p:spPr>
          <a:xfrm>
            <a:off x="1219384" y="2627880"/>
            <a:ext cx="13341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(4 </a:t>
            </a:r>
            <a:r>
              <a:rPr lang="ko-KR" altLang="en-US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CB3E19F7-24B7-BA79-398B-17DC29603E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444543"/>
              </p:ext>
            </p:extLst>
          </p:nvPr>
        </p:nvGraphicFramePr>
        <p:xfrm>
          <a:off x="897285" y="3462448"/>
          <a:ext cx="7806273" cy="2078417"/>
        </p:xfrm>
        <a:graphic>
          <a:graphicData uri="http://schemas.openxmlformats.org/drawingml/2006/table">
            <a:tbl>
              <a:tblPr/>
              <a:tblGrid>
                <a:gridCol w="5617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47606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996958">
                  <a:extLst>
                    <a:ext uri="{9D8B030D-6E8A-4147-A177-3AD203B41FA5}">
                      <a16:colId xmlns:a16="http://schemas.microsoft.com/office/drawing/2014/main" val="3342847358"/>
                    </a:ext>
                  </a:extLst>
                </a:gridCol>
              </a:tblGrid>
              <a:tr h="37420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운영시간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갯수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0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F2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F2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F2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0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0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08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7683276"/>
                  </a:ext>
                </a:extLst>
              </a:tr>
            </a:tbl>
          </a:graphicData>
        </a:graphic>
      </p:graphicFrame>
      <p:sp>
        <p:nvSpPr>
          <p:cNvPr id="74" name="AutoShape 55">
            <a:extLst>
              <a:ext uri="{FF2B5EF4-FFF2-40B4-BE49-F238E27FC236}">
                <a16:creationId xmlns:a16="http://schemas.microsoft.com/office/drawing/2014/main" id="{20328BC0-CAD3-5B91-971D-AB8035FD3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2663" y="3179871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ABDBCE58-007B-A67C-EB0E-C8EE61175F72}"/>
              </a:ext>
            </a:extLst>
          </p:cNvPr>
          <p:cNvSpPr txBox="1"/>
          <p:nvPr/>
        </p:nvSpPr>
        <p:spPr>
          <a:xfrm>
            <a:off x="8282663" y="3176608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76" name="AutoShape 55">
            <a:extLst>
              <a:ext uri="{FF2B5EF4-FFF2-40B4-BE49-F238E27FC236}">
                <a16:creationId xmlns:a16="http://schemas.microsoft.com/office/drawing/2014/main" id="{426A24B5-2B41-F487-09A9-3FD3F2C57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7838" y="3179871"/>
            <a:ext cx="424609" cy="224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252000" tIns="72000" rIns="108000" bIns="72000" anchor="ctr">
            <a:no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C76A545D-4133-3C1E-8BE8-73187879B24C}"/>
              </a:ext>
            </a:extLst>
          </p:cNvPr>
          <p:cNvSpPr txBox="1"/>
          <p:nvPr/>
        </p:nvSpPr>
        <p:spPr>
          <a:xfrm>
            <a:off x="7777838" y="3176608"/>
            <a:ext cx="42089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628E6FEE-7D74-C001-591E-14AAEF72FA88}"/>
              </a:ext>
            </a:extLst>
          </p:cNvPr>
          <p:cNvSpPr/>
          <p:nvPr/>
        </p:nvSpPr>
        <p:spPr bwMode="auto">
          <a:xfrm>
            <a:off x="1101221" y="3919648"/>
            <a:ext cx="137029" cy="13335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8990D71-6754-21D5-29C3-A7E5DDFCCCF6}"/>
              </a:ext>
            </a:extLst>
          </p:cNvPr>
          <p:cNvSpPr/>
          <p:nvPr/>
        </p:nvSpPr>
        <p:spPr bwMode="auto">
          <a:xfrm>
            <a:off x="1101221" y="4262548"/>
            <a:ext cx="137029" cy="13335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73115DE9-6BB4-8717-B524-0BB923716C3B}"/>
              </a:ext>
            </a:extLst>
          </p:cNvPr>
          <p:cNvSpPr/>
          <p:nvPr/>
        </p:nvSpPr>
        <p:spPr bwMode="auto">
          <a:xfrm>
            <a:off x="1101221" y="4605448"/>
            <a:ext cx="137029" cy="13335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E5F55BF-B674-76DA-D4B5-CEE0409F9477}"/>
              </a:ext>
            </a:extLst>
          </p:cNvPr>
          <p:cNvSpPr/>
          <p:nvPr/>
        </p:nvSpPr>
        <p:spPr bwMode="auto">
          <a:xfrm>
            <a:off x="1101221" y="4948348"/>
            <a:ext cx="137029" cy="13335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14D2E12-F92F-F5F4-FE58-2F3155061D4D}"/>
              </a:ext>
            </a:extLst>
          </p:cNvPr>
          <p:cNvSpPr/>
          <p:nvPr/>
        </p:nvSpPr>
        <p:spPr bwMode="auto">
          <a:xfrm>
            <a:off x="1101221" y="5281723"/>
            <a:ext cx="137029" cy="133350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4" name="Rectangle 7">
            <a:extLst>
              <a:ext uri="{FF2B5EF4-FFF2-40B4-BE49-F238E27FC236}">
                <a16:creationId xmlns:a16="http://schemas.microsoft.com/office/drawing/2014/main" id="{0B5342C1-3295-DD8F-7B2E-C84B46688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7650" y="3882798"/>
            <a:ext cx="345521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5EB5DF74-A870-483A-94C3-D42228BC63FA}"/>
              </a:ext>
            </a:extLst>
          </p:cNvPr>
          <p:cNvSpPr/>
          <p:nvPr/>
        </p:nvSpPr>
        <p:spPr bwMode="auto">
          <a:xfrm>
            <a:off x="4416824" y="3872074"/>
            <a:ext cx="290594" cy="249222"/>
          </a:xfrm>
          <a:prstGeom prst="rect">
            <a:avLst/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rPr>
              <a:t>~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6" name="Rectangle 7">
            <a:extLst>
              <a:ext uri="{FF2B5EF4-FFF2-40B4-BE49-F238E27FC236}">
                <a16:creationId xmlns:a16="http://schemas.microsoft.com/office/drawing/2014/main" id="{2311668E-4101-AA0D-B325-F477B1701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0154" y="3882798"/>
            <a:ext cx="345521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8270A24-EDDD-28C7-BFE5-D4ADF5AAA071}"/>
              </a:ext>
            </a:extLst>
          </p:cNvPr>
          <p:cNvSpPr txBox="1"/>
          <p:nvPr/>
        </p:nvSpPr>
        <p:spPr>
          <a:xfrm>
            <a:off x="3535317" y="3887857"/>
            <a:ext cx="3407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5A8569B7-E87B-E60F-DEE8-E4A3B402B3FC}"/>
              </a:ext>
            </a:extLst>
          </p:cNvPr>
          <p:cNvSpPr txBox="1"/>
          <p:nvPr/>
        </p:nvSpPr>
        <p:spPr>
          <a:xfrm>
            <a:off x="4146897" y="3887857"/>
            <a:ext cx="3407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Rectangle 7">
            <a:extLst>
              <a:ext uri="{FF2B5EF4-FFF2-40B4-BE49-F238E27FC236}">
                <a16:creationId xmlns:a16="http://schemas.microsoft.com/office/drawing/2014/main" id="{06E35144-B079-5FF2-9863-A7BA9D433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1021" y="3882798"/>
            <a:ext cx="345521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Rectangle 7">
            <a:extLst>
              <a:ext uri="{FF2B5EF4-FFF2-40B4-BE49-F238E27FC236}">
                <a16:creationId xmlns:a16="http://schemas.microsoft.com/office/drawing/2014/main" id="{9E4D5233-F51B-F674-ADDB-945907D78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525" y="3882798"/>
            <a:ext cx="345521" cy="230260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00</a:t>
            </a: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D8F236A0-BBFA-0A4C-56CF-79D5346BEFAE}"/>
              </a:ext>
            </a:extLst>
          </p:cNvPr>
          <p:cNvSpPr txBox="1"/>
          <p:nvPr/>
        </p:nvSpPr>
        <p:spPr>
          <a:xfrm>
            <a:off x="4928688" y="3887857"/>
            <a:ext cx="3407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0EAB2C5D-DD44-3A63-EEA9-0D0C14CFF357}"/>
              </a:ext>
            </a:extLst>
          </p:cNvPr>
          <p:cNvSpPr txBox="1"/>
          <p:nvPr/>
        </p:nvSpPr>
        <p:spPr>
          <a:xfrm>
            <a:off x="5540268" y="3887857"/>
            <a:ext cx="3407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B37F1821-A691-E00E-C6D7-510F29B8079E}"/>
              </a:ext>
            </a:extLst>
          </p:cNvPr>
          <p:cNvSpPr txBox="1"/>
          <p:nvPr/>
        </p:nvSpPr>
        <p:spPr>
          <a:xfrm>
            <a:off x="8320168" y="3887857"/>
            <a:ext cx="3407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Rectangle 7">
            <a:extLst>
              <a:ext uri="{FF2B5EF4-FFF2-40B4-BE49-F238E27FC236}">
                <a16:creationId xmlns:a16="http://schemas.microsoft.com/office/drawing/2014/main" id="{07AAAF4A-8625-902A-EEDB-B2B06E8E9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9400" y="3894125"/>
            <a:ext cx="376908" cy="235442"/>
          </a:xfrm>
          <a:prstGeom prst="rect">
            <a:avLst/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72000" tIns="72000" rIns="72000" bIns="72000" anchor="ctr">
            <a:noAutofit/>
          </a:bodyPr>
          <a:lstStyle/>
          <a:p>
            <a:pPr marL="0" marR="0" lvl="0" indent="0" algn="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7B0E2AD2-971C-D853-4F50-E4B0C881D6D6}"/>
              </a:ext>
            </a:extLst>
          </p:cNvPr>
          <p:cNvGrpSpPr/>
          <p:nvPr/>
        </p:nvGrpSpPr>
        <p:grpSpPr>
          <a:xfrm>
            <a:off x="3250154" y="4214974"/>
            <a:ext cx="5410721" cy="262004"/>
            <a:chOff x="3250154" y="4181526"/>
            <a:chExt cx="5410721" cy="262004"/>
          </a:xfrm>
        </p:grpSpPr>
        <p:sp>
          <p:nvSpPr>
            <p:cNvPr id="99" name="Rectangle 7">
              <a:extLst>
                <a:ext uri="{FF2B5EF4-FFF2-40B4-BE49-F238E27FC236}">
                  <a16:creationId xmlns:a16="http://schemas.microsoft.com/office/drawing/2014/main" id="{0C153FC2-3CFF-BD68-EF1D-47EE5C781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650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ADD4ACA2-7671-8BB3-40CE-8A7F7A94B7B6}"/>
                </a:ext>
              </a:extLst>
            </p:cNvPr>
            <p:cNvSpPr/>
            <p:nvPr/>
          </p:nvSpPr>
          <p:spPr bwMode="auto">
            <a:xfrm>
              <a:off x="4416824" y="4181526"/>
              <a:ext cx="290594" cy="24922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rPr>
                <a:t>~</a:t>
              </a: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01" name="Rectangle 7">
              <a:extLst>
                <a:ext uri="{FF2B5EF4-FFF2-40B4-BE49-F238E27FC236}">
                  <a16:creationId xmlns:a16="http://schemas.microsoft.com/office/drawing/2014/main" id="{37326220-B568-F4BB-6D54-A51E43F98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154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08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E0AF21AD-AB7B-3A49-B705-80B262C0F000}"/>
                </a:ext>
              </a:extLst>
            </p:cNvPr>
            <p:cNvSpPr txBox="1"/>
            <p:nvPr/>
          </p:nvSpPr>
          <p:spPr>
            <a:xfrm>
              <a:off x="353531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3C9D346B-1AD6-E9F6-65AD-43B0AC41EC13}"/>
                </a:ext>
              </a:extLst>
            </p:cNvPr>
            <p:cNvSpPr txBox="1"/>
            <p:nvPr/>
          </p:nvSpPr>
          <p:spPr>
            <a:xfrm>
              <a:off x="414689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4" name="Rectangle 7">
              <a:extLst>
                <a:ext uri="{FF2B5EF4-FFF2-40B4-BE49-F238E27FC236}">
                  <a16:creationId xmlns:a16="http://schemas.microsoft.com/office/drawing/2014/main" id="{B31646A4-5E73-625E-B217-48A7FB576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021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5" name="Rectangle 7">
              <a:extLst>
                <a:ext uri="{FF2B5EF4-FFF2-40B4-BE49-F238E27FC236}">
                  <a16:creationId xmlns:a16="http://schemas.microsoft.com/office/drawing/2014/main" id="{343C1555-5CBE-0EDA-BBF2-6AF4BD07E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525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B1249608-5646-2F32-8B40-3631BE469C9A}"/>
                </a:ext>
              </a:extLst>
            </p:cNvPr>
            <p:cNvSpPr txBox="1"/>
            <p:nvPr/>
          </p:nvSpPr>
          <p:spPr>
            <a:xfrm>
              <a:off x="492868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C31A01B-75CE-9921-8D3F-B0F6173C61A3}"/>
                </a:ext>
              </a:extLst>
            </p:cNvPr>
            <p:cNvSpPr txBox="1"/>
            <p:nvPr/>
          </p:nvSpPr>
          <p:spPr>
            <a:xfrm>
              <a:off x="55402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5804717E-BA9F-69AB-C9A6-4F87FE3A4138}"/>
                </a:ext>
              </a:extLst>
            </p:cNvPr>
            <p:cNvSpPr txBox="1"/>
            <p:nvPr/>
          </p:nvSpPr>
          <p:spPr>
            <a:xfrm>
              <a:off x="83201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Rectangle 7">
              <a:extLst>
                <a:ext uri="{FF2B5EF4-FFF2-40B4-BE49-F238E27FC236}">
                  <a16:creationId xmlns:a16="http://schemas.microsoft.com/office/drawing/2014/main" id="{132DEEC1-CD40-E789-9184-E35F49A89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400" y="4203577"/>
              <a:ext cx="376908" cy="235442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62C7027-C674-7FA6-6B2E-A891F10E8B76}"/>
              </a:ext>
            </a:extLst>
          </p:cNvPr>
          <p:cNvGrpSpPr/>
          <p:nvPr/>
        </p:nvGrpSpPr>
        <p:grpSpPr>
          <a:xfrm>
            <a:off x="3250154" y="4538824"/>
            <a:ext cx="5410721" cy="262004"/>
            <a:chOff x="3250154" y="4181526"/>
            <a:chExt cx="5410721" cy="262004"/>
          </a:xfrm>
        </p:grpSpPr>
        <p:sp>
          <p:nvSpPr>
            <p:cNvPr id="112" name="Rectangle 7">
              <a:extLst>
                <a:ext uri="{FF2B5EF4-FFF2-40B4-BE49-F238E27FC236}">
                  <a16:creationId xmlns:a16="http://schemas.microsoft.com/office/drawing/2014/main" id="{DD521382-C3FF-D1EF-1FBD-384252CB2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650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FA40C6AE-55A2-C60C-F7F7-6F6DACAA13B6}"/>
                </a:ext>
              </a:extLst>
            </p:cNvPr>
            <p:cNvSpPr/>
            <p:nvPr/>
          </p:nvSpPr>
          <p:spPr bwMode="auto">
            <a:xfrm>
              <a:off x="4416824" y="4181526"/>
              <a:ext cx="290594" cy="24922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rPr>
                <a:t>~</a:t>
              </a: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14" name="Rectangle 7">
              <a:extLst>
                <a:ext uri="{FF2B5EF4-FFF2-40B4-BE49-F238E27FC236}">
                  <a16:creationId xmlns:a16="http://schemas.microsoft.com/office/drawing/2014/main" id="{0919B1D1-C382-1D96-417F-3EC2398DD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154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06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EA5A75DF-20FF-B78A-CD42-765ADB52B8DD}"/>
                </a:ext>
              </a:extLst>
            </p:cNvPr>
            <p:cNvSpPr txBox="1"/>
            <p:nvPr/>
          </p:nvSpPr>
          <p:spPr>
            <a:xfrm>
              <a:off x="353531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8D1212F-1851-AE5B-88F5-9AEB53B5D588}"/>
                </a:ext>
              </a:extLst>
            </p:cNvPr>
            <p:cNvSpPr txBox="1"/>
            <p:nvPr/>
          </p:nvSpPr>
          <p:spPr>
            <a:xfrm>
              <a:off x="414689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" name="Rectangle 7">
              <a:extLst>
                <a:ext uri="{FF2B5EF4-FFF2-40B4-BE49-F238E27FC236}">
                  <a16:creationId xmlns:a16="http://schemas.microsoft.com/office/drawing/2014/main" id="{C2F7D6BB-4C5B-5C81-5B61-22EABC16E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021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" name="Rectangle 7">
              <a:extLst>
                <a:ext uri="{FF2B5EF4-FFF2-40B4-BE49-F238E27FC236}">
                  <a16:creationId xmlns:a16="http://schemas.microsoft.com/office/drawing/2014/main" id="{B622A501-6E6B-23C5-B96B-6051D4341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525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22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97E55E72-89A0-7274-9916-DC16A1DA5155}"/>
                </a:ext>
              </a:extLst>
            </p:cNvPr>
            <p:cNvSpPr txBox="1"/>
            <p:nvPr/>
          </p:nvSpPr>
          <p:spPr>
            <a:xfrm>
              <a:off x="492868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E8351AC4-917E-2434-4268-658899E00465}"/>
                </a:ext>
              </a:extLst>
            </p:cNvPr>
            <p:cNvSpPr txBox="1"/>
            <p:nvPr/>
          </p:nvSpPr>
          <p:spPr>
            <a:xfrm>
              <a:off x="55402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8AD0A60-51B3-0DFE-3200-B8D5207DE0FE}"/>
                </a:ext>
              </a:extLst>
            </p:cNvPr>
            <p:cNvSpPr txBox="1"/>
            <p:nvPr/>
          </p:nvSpPr>
          <p:spPr>
            <a:xfrm>
              <a:off x="83201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" name="Rectangle 7">
              <a:extLst>
                <a:ext uri="{FF2B5EF4-FFF2-40B4-BE49-F238E27FC236}">
                  <a16:creationId xmlns:a16="http://schemas.microsoft.com/office/drawing/2014/main" id="{6D74715E-EEFD-7B4E-AB33-7D94140B5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400" y="4203577"/>
              <a:ext cx="376908" cy="235442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5DCA956A-847E-4CA6-F409-97DE41D914FC}"/>
              </a:ext>
            </a:extLst>
          </p:cNvPr>
          <p:cNvGrpSpPr/>
          <p:nvPr/>
        </p:nvGrpSpPr>
        <p:grpSpPr>
          <a:xfrm>
            <a:off x="3250154" y="4881724"/>
            <a:ext cx="5410721" cy="262004"/>
            <a:chOff x="3250154" y="4181526"/>
            <a:chExt cx="5410721" cy="262004"/>
          </a:xfrm>
        </p:grpSpPr>
        <p:sp>
          <p:nvSpPr>
            <p:cNvPr id="124" name="Rectangle 7">
              <a:extLst>
                <a:ext uri="{FF2B5EF4-FFF2-40B4-BE49-F238E27FC236}">
                  <a16:creationId xmlns:a16="http://schemas.microsoft.com/office/drawing/2014/main" id="{28ACA32E-C199-AA71-1028-0354CFA49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650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172B0EF7-E500-5A7C-8414-B80D3B710B1C}"/>
                </a:ext>
              </a:extLst>
            </p:cNvPr>
            <p:cNvSpPr/>
            <p:nvPr/>
          </p:nvSpPr>
          <p:spPr bwMode="auto">
            <a:xfrm>
              <a:off x="4416824" y="4181526"/>
              <a:ext cx="290594" cy="24922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rPr>
                <a:t>~</a:t>
              </a: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29" name="Rectangle 7">
              <a:extLst>
                <a:ext uri="{FF2B5EF4-FFF2-40B4-BE49-F238E27FC236}">
                  <a16:creationId xmlns:a16="http://schemas.microsoft.com/office/drawing/2014/main" id="{18E8F079-2AAD-9F72-3F6A-B88F70E6A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154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07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6FCCB61-B925-5035-2504-7B4A9AAEB7BF}"/>
                </a:ext>
              </a:extLst>
            </p:cNvPr>
            <p:cNvSpPr txBox="1"/>
            <p:nvPr/>
          </p:nvSpPr>
          <p:spPr>
            <a:xfrm>
              <a:off x="353531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993798D7-272E-7917-B465-88561485C2A1}"/>
                </a:ext>
              </a:extLst>
            </p:cNvPr>
            <p:cNvSpPr txBox="1"/>
            <p:nvPr/>
          </p:nvSpPr>
          <p:spPr>
            <a:xfrm>
              <a:off x="414689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" name="Rectangle 7">
              <a:extLst>
                <a:ext uri="{FF2B5EF4-FFF2-40B4-BE49-F238E27FC236}">
                  <a16:creationId xmlns:a16="http://schemas.microsoft.com/office/drawing/2014/main" id="{27C10A03-A540-E3F7-C840-01D7AD7FD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021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" name="Rectangle 7">
              <a:extLst>
                <a:ext uri="{FF2B5EF4-FFF2-40B4-BE49-F238E27FC236}">
                  <a16:creationId xmlns:a16="http://schemas.microsoft.com/office/drawing/2014/main" id="{9C7BFFDE-BF0A-D014-5B37-011BB6896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525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C7B1494C-6468-3E0E-971D-4D4090860B79}"/>
                </a:ext>
              </a:extLst>
            </p:cNvPr>
            <p:cNvSpPr txBox="1"/>
            <p:nvPr/>
          </p:nvSpPr>
          <p:spPr>
            <a:xfrm>
              <a:off x="492868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42C66255-BB27-68D0-A565-511CD7D30CE6}"/>
                </a:ext>
              </a:extLst>
            </p:cNvPr>
            <p:cNvSpPr txBox="1"/>
            <p:nvPr/>
          </p:nvSpPr>
          <p:spPr>
            <a:xfrm>
              <a:off x="55402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9317169A-B313-D233-74C7-4721D3AC4368}"/>
                </a:ext>
              </a:extLst>
            </p:cNvPr>
            <p:cNvSpPr txBox="1"/>
            <p:nvPr/>
          </p:nvSpPr>
          <p:spPr>
            <a:xfrm>
              <a:off x="83201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" name="Rectangle 7">
              <a:extLst>
                <a:ext uri="{FF2B5EF4-FFF2-40B4-BE49-F238E27FC236}">
                  <a16:creationId xmlns:a16="http://schemas.microsoft.com/office/drawing/2014/main" id="{06EC0AD2-E190-6879-9C2C-F4796270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400" y="4203577"/>
              <a:ext cx="376908" cy="235442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EE900F42-3730-2407-E778-5ED34EE6F93D}"/>
              </a:ext>
            </a:extLst>
          </p:cNvPr>
          <p:cNvGrpSpPr/>
          <p:nvPr/>
        </p:nvGrpSpPr>
        <p:grpSpPr>
          <a:xfrm>
            <a:off x="3250154" y="5215099"/>
            <a:ext cx="5410721" cy="262004"/>
            <a:chOff x="3250154" y="4181526"/>
            <a:chExt cx="5410721" cy="262004"/>
          </a:xfrm>
        </p:grpSpPr>
        <p:sp>
          <p:nvSpPr>
            <p:cNvPr id="139" name="Rectangle 7">
              <a:extLst>
                <a:ext uri="{FF2B5EF4-FFF2-40B4-BE49-F238E27FC236}">
                  <a16:creationId xmlns:a16="http://schemas.microsoft.com/office/drawing/2014/main" id="{01DCAAD1-A513-6516-5167-727B1F141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650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0A172D89-9077-925C-6332-9E583BE38127}"/>
                </a:ext>
              </a:extLst>
            </p:cNvPr>
            <p:cNvSpPr/>
            <p:nvPr/>
          </p:nvSpPr>
          <p:spPr bwMode="auto">
            <a:xfrm>
              <a:off x="4416824" y="4181526"/>
              <a:ext cx="290594" cy="249222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rPr>
                <a:t>~</a:t>
              </a: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41" name="Rectangle 7">
              <a:extLst>
                <a:ext uri="{FF2B5EF4-FFF2-40B4-BE49-F238E27FC236}">
                  <a16:creationId xmlns:a16="http://schemas.microsoft.com/office/drawing/2014/main" id="{79363422-FCF0-0A43-E663-794E82368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154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05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AC16E7C9-C82C-1FE3-6F1D-CA1C6DEF3AF1}"/>
                </a:ext>
              </a:extLst>
            </p:cNvPr>
            <p:cNvSpPr txBox="1"/>
            <p:nvPr/>
          </p:nvSpPr>
          <p:spPr>
            <a:xfrm>
              <a:off x="353531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46E9FC42-5E55-8F89-838F-A9A51DDB7CD0}"/>
                </a:ext>
              </a:extLst>
            </p:cNvPr>
            <p:cNvSpPr txBox="1"/>
            <p:nvPr/>
          </p:nvSpPr>
          <p:spPr>
            <a:xfrm>
              <a:off x="4146897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" name="Rectangle 7">
              <a:extLst>
                <a:ext uri="{FF2B5EF4-FFF2-40B4-BE49-F238E27FC236}">
                  <a16:creationId xmlns:a16="http://schemas.microsoft.com/office/drawing/2014/main" id="{5881D6DB-8870-13C0-84EA-80778FFC8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021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00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Rectangle 7">
              <a:extLst>
                <a:ext uri="{FF2B5EF4-FFF2-40B4-BE49-F238E27FC236}">
                  <a16:creationId xmlns:a16="http://schemas.microsoft.com/office/drawing/2014/main" id="{5CC0A6DA-42D3-D422-1F01-E332E8F5E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525" y="4192250"/>
              <a:ext cx="345521" cy="230260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3503EB2F-B17D-87C0-267A-9C13E17CC55E}"/>
                </a:ext>
              </a:extLst>
            </p:cNvPr>
            <p:cNvSpPr txBox="1"/>
            <p:nvPr/>
          </p:nvSpPr>
          <p:spPr>
            <a:xfrm>
              <a:off x="492868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C95B6C05-DB56-FC03-D66B-93B098D4517C}"/>
                </a:ext>
              </a:extLst>
            </p:cNvPr>
            <p:cNvSpPr txBox="1"/>
            <p:nvPr/>
          </p:nvSpPr>
          <p:spPr>
            <a:xfrm>
              <a:off x="55402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1D9F9E57-50BE-BE8E-7ED4-5403F8CCB247}"/>
                </a:ext>
              </a:extLst>
            </p:cNvPr>
            <p:cNvSpPr txBox="1"/>
            <p:nvPr/>
          </p:nvSpPr>
          <p:spPr>
            <a:xfrm>
              <a:off x="8320168" y="4197309"/>
              <a:ext cx="340707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" name="Rectangle 7">
              <a:extLst>
                <a:ext uri="{FF2B5EF4-FFF2-40B4-BE49-F238E27FC236}">
                  <a16:creationId xmlns:a16="http://schemas.microsoft.com/office/drawing/2014/main" id="{F9D7AEFA-36F7-8FB5-ACF0-5F415560F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400" y="4203577"/>
              <a:ext cx="376908" cy="235442"/>
            </a:xfrm>
            <a:prstGeom prst="rect">
              <a:avLst/>
            </a:prstGeom>
            <a:solidFill>
              <a:sysClr val="window" lastClr="FFFFFF"/>
            </a:solidFill>
            <a:ln w="3175">
              <a:noFill/>
              <a:round/>
              <a:headEnd/>
              <a:tailEnd/>
            </a:ln>
          </p:spPr>
          <p:txBody>
            <a:bodyPr wrap="square" lIns="72000" tIns="72000" rIns="72000" bIns="72000" anchor="ctr">
              <a:noAutofit/>
            </a:bodyPr>
            <a:lstStyle/>
            <a:p>
              <a:pPr marL="0" marR="0" lvl="0" indent="0" algn="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kern="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kumimoji="0" lang="ko-KR" altLang="en-US" sz="80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78E6BC3-83FE-44C9-E065-1CE976304C1B}"/>
              </a:ext>
            </a:extLst>
          </p:cNvPr>
          <p:cNvSpPr/>
          <p:nvPr/>
        </p:nvSpPr>
        <p:spPr bwMode="auto">
          <a:xfrm>
            <a:off x="2434590" y="5934233"/>
            <a:ext cx="858714" cy="283864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B55A08F-098E-21B7-2A7E-1470BA017FB6}"/>
              </a:ext>
            </a:extLst>
          </p:cNvPr>
          <p:cNvSpPr/>
          <p:nvPr/>
        </p:nvSpPr>
        <p:spPr bwMode="auto">
          <a:xfrm>
            <a:off x="3630930" y="5934233"/>
            <a:ext cx="858714" cy="283864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AFE168F7-74DA-8E0E-2583-8DA24EE458D7}"/>
              </a:ext>
            </a:extLst>
          </p:cNvPr>
          <p:cNvSpPr/>
          <p:nvPr/>
        </p:nvSpPr>
        <p:spPr bwMode="auto">
          <a:xfrm>
            <a:off x="4827270" y="5934233"/>
            <a:ext cx="858714" cy="283864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BEE7CA70-C6E9-BF38-8D73-F01DDD9B7D27}"/>
              </a:ext>
            </a:extLst>
          </p:cNvPr>
          <p:cNvSpPr/>
          <p:nvPr/>
        </p:nvSpPr>
        <p:spPr bwMode="auto">
          <a:xfrm>
            <a:off x="6023610" y="5934233"/>
            <a:ext cx="858714" cy="283864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B7C7F487-5D2C-3EDD-ACDC-3C984A884A04}"/>
              </a:ext>
            </a:extLst>
          </p:cNvPr>
          <p:cNvSpPr/>
          <p:nvPr/>
        </p:nvSpPr>
        <p:spPr bwMode="auto">
          <a:xfrm>
            <a:off x="7219950" y="5934233"/>
            <a:ext cx="858714" cy="283864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ko-KR" altLang="en-US" sz="12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1" lang="ko-KR" altLang="en-US" sz="12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7" name="AutoShape 55">
            <a:extLst>
              <a:ext uri="{FF2B5EF4-FFF2-40B4-BE49-F238E27FC236}">
                <a16:creationId xmlns:a16="http://schemas.microsoft.com/office/drawing/2014/main" id="{FA722670-552A-5EEA-E6DF-44D92A429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6897" y="6982469"/>
            <a:ext cx="1640642" cy="329089"/>
          </a:xfrm>
          <a:prstGeom prst="rect">
            <a:avLst/>
          </a:prstGeom>
          <a:solidFill>
            <a:schemeClr val="tx1"/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252000" tIns="108000" rIns="252000" bIns="10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</a:t>
            </a:r>
          </a:p>
        </p:txBody>
      </p:sp>
    </p:spTree>
    <p:extLst>
      <p:ext uri="{BB962C8B-B14F-4D97-AF65-F5344CB8AC3E}">
        <p14:creationId xmlns:p14="http://schemas.microsoft.com/office/powerpoint/2010/main" val="314978777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2C2F-8AF5-94D0-2199-512C3BE9A6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직사각형 343">
            <a:extLst>
              <a:ext uri="{FF2B5EF4-FFF2-40B4-BE49-F238E27FC236}">
                <a16:creationId xmlns:a16="http://schemas.microsoft.com/office/drawing/2014/main" id="{2A7D25E6-6A7B-65AE-CC12-5FF76FFC62C8}"/>
              </a:ext>
            </a:extLst>
          </p:cNvPr>
          <p:cNvSpPr/>
          <p:nvPr/>
        </p:nvSpPr>
        <p:spPr bwMode="auto">
          <a:xfrm>
            <a:off x="-1721209" y="-606302"/>
            <a:ext cx="13246457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75384BA1-FC95-7624-C665-73CE0EA713B5}"/>
              </a:ext>
            </a:extLst>
          </p:cNvPr>
          <p:cNvSpPr txBox="1"/>
          <p:nvPr/>
        </p:nvSpPr>
        <p:spPr>
          <a:xfrm>
            <a:off x="-1610090" y="-571684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시뮬레이션 결과 메인 화면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0" name="직사각형 889">
            <a:extLst>
              <a:ext uri="{FF2B5EF4-FFF2-40B4-BE49-F238E27FC236}">
                <a16:creationId xmlns:a16="http://schemas.microsoft.com/office/drawing/2014/main" id="{82167AEC-774A-B36F-58A1-104829B001C2}"/>
              </a:ext>
            </a:extLst>
          </p:cNvPr>
          <p:cNvSpPr/>
          <p:nvPr/>
        </p:nvSpPr>
        <p:spPr bwMode="auto">
          <a:xfrm>
            <a:off x="-1721208" y="-156411"/>
            <a:ext cx="13269517" cy="8373979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2E43BA7-5158-B981-269C-D7CF3139B7F9}"/>
              </a:ext>
            </a:extLst>
          </p:cNvPr>
          <p:cNvSpPr/>
          <p:nvPr/>
        </p:nvSpPr>
        <p:spPr bwMode="auto">
          <a:xfrm>
            <a:off x="-1744268" y="-122682"/>
            <a:ext cx="13269517" cy="8373979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13" name="Rectangle 7">
            <a:extLst>
              <a:ext uri="{FF2B5EF4-FFF2-40B4-BE49-F238E27FC236}">
                <a16:creationId xmlns:a16="http://schemas.microsoft.com/office/drawing/2014/main" id="{5D60A403-D4AA-6586-1D72-3B01BB1BD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0150" y="2179944"/>
            <a:ext cx="6442854" cy="5805946"/>
          </a:xfrm>
          <a:prstGeom prst="roundRect">
            <a:avLst>
              <a:gd name="adj" fmla="val 0"/>
            </a:avLst>
          </a:prstGeom>
          <a:solidFill>
            <a:schemeClr val="accent3">
              <a:lumMod val="95000"/>
            </a:schemeClr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14" name="Rectangle 7">
            <a:extLst>
              <a:ext uri="{FF2B5EF4-FFF2-40B4-BE49-F238E27FC236}">
                <a16:creationId xmlns:a16="http://schemas.microsoft.com/office/drawing/2014/main" id="{58F9C131-7F54-5933-E5B7-107A691ED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543050" y="2179943"/>
            <a:ext cx="6442854" cy="5805947"/>
          </a:xfrm>
          <a:prstGeom prst="roundRect">
            <a:avLst>
              <a:gd name="adj" fmla="val 0"/>
            </a:avLst>
          </a:prstGeom>
          <a:solidFill>
            <a:schemeClr val="accent3">
              <a:lumMod val="95000"/>
            </a:schemeClr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15" name="Multipe Users">
            <a:extLst>
              <a:ext uri="{FF2B5EF4-FFF2-40B4-BE49-F238E27FC236}">
                <a16:creationId xmlns:a16="http://schemas.microsoft.com/office/drawing/2014/main" id="{9497FC91-0053-CFB1-29C5-EA1DD3CF22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1227063" y="2540359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16" name="Rectangle 43">
            <a:extLst>
              <a:ext uri="{FF2B5EF4-FFF2-40B4-BE49-F238E27FC236}">
                <a16:creationId xmlns:a16="http://schemas.microsoft.com/office/drawing/2014/main" id="{11D66B80-D646-0968-E74E-EDF9B08886DB}"/>
              </a:ext>
            </a:extLst>
          </p:cNvPr>
          <p:cNvSpPr/>
          <p:nvPr/>
        </p:nvSpPr>
        <p:spPr>
          <a:xfrm>
            <a:off x="-1442798" y="3111090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17" name="TextBox 1616">
            <a:extLst>
              <a:ext uri="{FF2B5EF4-FFF2-40B4-BE49-F238E27FC236}">
                <a16:creationId xmlns:a16="http://schemas.microsoft.com/office/drawing/2014/main" id="{FA588104-3254-B463-9778-A5D31572773C}"/>
              </a:ext>
            </a:extLst>
          </p:cNvPr>
          <p:cNvSpPr txBox="1"/>
          <p:nvPr/>
        </p:nvSpPr>
        <p:spPr>
          <a:xfrm>
            <a:off x="-746246" y="3281378"/>
            <a:ext cx="1103933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12,423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1100" b="1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18" name="AutoShape 55">
            <a:extLst>
              <a:ext uri="{FF2B5EF4-FFF2-40B4-BE49-F238E27FC236}">
                <a16:creationId xmlns:a16="http://schemas.microsoft.com/office/drawing/2014/main" id="{0C919FA1-A420-4F22-5170-CF05EFE21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302836" y="3194743"/>
            <a:ext cx="284400" cy="283906"/>
          </a:xfrm>
          <a:prstGeom prst="ellipse">
            <a:avLst/>
          </a:prstGeom>
          <a:solidFill>
            <a:srgbClr val="242852">
              <a:lumMod val="20000"/>
              <a:lumOff val="80000"/>
            </a:srgbClr>
          </a:solidFill>
          <a:ln w="3175">
            <a:noFill/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19" name="Multipe Users">
            <a:extLst>
              <a:ext uri="{FF2B5EF4-FFF2-40B4-BE49-F238E27FC236}">
                <a16:creationId xmlns:a16="http://schemas.microsoft.com/office/drawing/2014/main" id="{46077A5A-4C2E-AD5F-A8F2-0F308724C3C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1227063" y="3280588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20" name="Rectangle 7">
            <a:extLst>
              <a:ext uri="{FF2B5EF4-FFF2-40B4-BE49-F238E27FC236}">
                <a16:creationId xmlns:a16="http://schemas.microsoft.com/office/drawing/2014/main" id="{F40062E2-EF93-3F5A-F5C7-090C41320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371600" y="4330920"/>
            <a:ext cx="2935706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1" name="TextBox 1620">
            <a:extLst>
              <a:ext uri="{FF2B5EF4-FFF2-40B4-BE49-F238E27FC236}">
                <a16:creationId xmlns:a16="http://schemas.microsoft.com/office/drawing/2014/main" id="{CCE488A1-087D-CE3E-7671-B13A533E5CA0}"/>
              </a:ext>
            </a:extLst>
          </p:cNvPr>
          <p:cNvSpPr txBox="1"/>
          <p:nvPr/>
        </p:nvSpPr>
        <p:spPr>
          <a:xfrm>
            <a:off x="-1279304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</a:t>
            </a:r>
          </a:p>
        </p:txBody>
      </p:sp>
      <p:grpSp>
        <p:nvGrpSpPr>
          <p:cNvPr id="1622" name="그룹 1621">
            <a:extLst>
              <a:ext uri="{FF2B5EF4-FFF2-40B4-BE49-F238E27FC236}">
                <a16:creationId xmlns:a16="http://schemas.microsoft.com/office/drawing/2014/main" id="{AD16813E-B812-DDED-CAF6-60B4B2BD75EB}"/>
              </a:ext>
            </a:extLst>
          </p:cNvPr>
          <p:cNvGrpSpPr/>
          <p:nvPr/>
        </p:nvGrpSpPr>
        <p:grpSpPr>
          <a:xfrm>
            <a:off x="-1426297" y="5809306"/>
            <a:ext cx="1082304" cy="847725"/>
            <a:chOff x="-1051388" y="5181600"/>
            <a:chExt cx="1082304" cy="847725"/>
          </a:xfrm>
        </p:grpSpPr>
        <p:sp>
          <p:nvSpPr>
            <p:cNvPr id="1623" name="사각형: 둥근 모서리 1622">
              <a:extLst>
                <a:ext uri="{FF2B5EF4-FFF2-40B4-BE49-F238E27FC236}">
                  <a16:creationId xmlns:a16="http://schemas.microsoft.com/office/drawing/2014/main" id="{F12A363D-7EC1-4890-382E-CC5410F465C7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24" name="TextBox 1623">
              <a:extLst>
                <a:ext uri="{FF2B5EF4-FFF2-40B4-BE49-F238E27FC236}">
                  <a16:creationId xmlns:a16="http://schemas.microsoft.com/office/drawing/2014/main" id="{E5E4550E-8D3E-54CC-76C2-049AAF924C28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625" name="그룹 1624">
              <a:extLst>
                <a:ext uri="{FF2B5EF4-FFF2-40B4-BE49-F238E27FC236}">
                  <a16:creationId xmlns:a16="http://schemas.microsoft.com/office/drawing/2014/main" id="{1A5EBC33-5BD9-52D1-5ABC-4474AB44053A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1626" name="AutoShape 55">
                <a:extLst>
                  <a:ext uri="{FF2B5EF4-FFF2-40B4-BE49-F238E27FC236}">
                    <a16:creationId xmlns:a16="http://schemas.microsoft.com/office/drawing/2014/main" id="{BA254746-3C09-2ADA-3BA7-09FB3E275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27" name="원호 1626">
                <a:extLst>
                  <a:ext uri="{FF2B5EF4-FFF2-40B4-BE49-F238E27FC236}">
                    <a16:creationId xmlns:a16="http://schemas.microsoft.com/office/drawing/2014/main" id="{031744AE-B0AB-789F-B8DF-FA5E86C60DB6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628" name="그룹 1627">
            <a:extLst>
              <a:ext uri="{FF2B5EF4-FFF2-40B4-BE49-F238E27FC236}">
                <a16:creationId xmlns:a16="http://schemas.microsoft.com/office/drawing/2014/main" id="{47562767-D39D-5EE8-1B01-F8630A8FA5C6}"/>
              </a:ext>
            </a:extLst>
          </p:cNvPr>
          <p:cNvGrpSpPr/>
          <p:nvPr/>
        </p:nvGrpSpPr>
        <p:grpSpPr>
          <a:xfrm>
            <a:off x="557927" y="5809306"/>
            <a:ext cx="1082304" cy="847725"/>
            <a:chOff x="-1119299" y="5248018"/>
            <a:chExt cx="1082304" cy="847725"/>
          </a:xfrm>
        </p:grpSpPr>
        <p:sp>
          <p:nvSpPr>
            <p:cNvPr id="1629" name="사각형: 둥근 모서리 1628">
              <a:extLst>
                <a:ext uri="{FF2B5EF4-FFF2-40B4-BE49-F238E27FC236}">
                  <a16:creationId xmlns:a16="http://schemas.microsoft.com/office/drawing/2014/main" id="{0D586D7F-E387-4BBD-DC64-71BAB381F4A9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30" name="TextBox 1629">
              <a:extLst>
                <a:ext uri="{FF2B5EF4-FFF2-40B4-BE49-F238E27FC236}">
                  <a16:creationId xmlns:a16="http://schemas.microsoft.com/office/drawing/2014/main" id="{14FFB8A0-5A45-A2E2-F50A-3B4AE3B4157A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631" name="그룹 1630">
              <a:extLst>
                <a:ext uri="{FF2B5EF4-FFF2-40B4-BE49-F238E27FC236}">
                  <a16:creationId xmlns:a16="http://schemas.microsoft.com/office/drawing/2014/main" id="{B5607B05-69FD-F9F7-87D9-40FD5D896BC5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1632" name="AutoShape 55">
                <a:extLst>
                  <a:ext uri="{FF2B5EF4-FFF2-40B4-BE49-F238E27FC236}">
                    <a16:creationId xmlns:a16="http://schemas.microsoft.com/office/drawing/2014/main" id="{92E30C9C-514E-6C49-CEDB-C9C84D906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1633" name="원호 1632">
                <a:extLst>
                  <a:ext uri="{FF2B5EF4-FFF2-40B4-BE49-F238E27FC236}">
                    <a16:creationId xmlns:a16="http://schemas.microsoft.com/office/drawing/2014/main" id="{67819E58-BC4A-9558-0324-9BEBF2D5EC35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634" name="그룹 1633">
            <a:extLst>
              <a:ext uri="{FF2B5EF4-FFF2-40B4-BE49-F238E27FC236}">
                <a16:creationId xmlns:a16="http://schemas.microsoft.com/office/drawing/2014/main" id="{C545B149-0BF2-8B65-834B-F6C879A167AF}"/>
              </a:ext>
            </a:extLst>
          </p:cNvPr>
          <p:cNvGrpSpPr/>
          <p:nvPr/>
        </p:nvGrpSpPr>
        <p:grpSpPr>
          <a:xfrm>
            <a:off x="-483867" y="5809306"/>
            <a:ext cx="1181100" cy="1001068"/>
            <a:chOff x="-1276350" y="4713932"/>
            <a:chExt cx="1181100" cy="1001068"/>
          </a:xfrm>
        </p:grpSpPr>
        <p:sp>
          <p:nvSpPr>
            <p:cNvPr id="1635" name="사각형: 둥근 모서리 1634">
              <a:extLst>
                <a:ext uri="{FF2B5EF4-FFF2-40B4-BE49-F238E27FC236}">
                  <a16:creationId xmlns:a16="http://schemas.microsoft.com/office/drawing/2014/main" id="{3B5C1C74-0064-B3AC-ED6F-271E5DD4AC9A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36" name="AutoShape 55">
              <a:extLst>
                <a:ext uri="{FF2B5EF4-FFF2-40B4-BE49-F238E27FC236}">
                  <a16:creationId xmlns:a16="http://schemas.microsoft.com/office/drawing/2014/main" id="{6C8A8A63-25AD-5A1D-E6BE-0533B1DC0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071E1EAF-DC92-540B-CF20-CC0565026871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대한항공</a:t>
              </a:r>
              <a:endPara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r>
                <a:rPr lang="ko-KR" altLang="en-US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배정 필요</a:t>
              </a:r>
            </a:p>
          </p:txBody>
        </p:sp>
      </p:grpSp>
      <p:cxnSp>
        <p:nvCxnSpPr>
          <p:cNvPr id="1638" name="직선 연결선 1637">
            <a:extLst>
              <a:ext uri="{FF2B5EF4-FFF2-40B4-BE49-F238E27FC236}">
                <a16:creationId xmlns:a16="http://schemas.microsoft.com/office/drawing/2014/main" id="{CF4548CF-8DEF-71F7-20EA-87B5AB11E941}"/>
              </a:ext>
            </a:extLst>
          </p:cNvPr>
          <p:cNvCxnSpPr>
            <a:cxnSpLocks/>
          </p:cNvCxnSpPr>
          <p:nvPr/>
        </p:nvCxnSpPr>
        <p:spPr bwMode="auto">
          <a:xfrm>
            <a:off x="-1333606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639" name="사각형: 둥근 모서리 1638">
            <a:extLst>
              <a:ext uri="{FF2B5EF4-FFF2-40B4-BE49-F238E27FC236}">
                <a16:creationId xmlns:a16="http://schemas.microsoft.com/office/drawing/2014/main" id="{F16CAFA1-8AE6-747E-F541-D319735948A0}"/>
              </a:ext>
            </a:extLst>
          </p:cNvPr>
          <p:cNvSpPr/>
          <p:nvPr/>
        </p:nvSpPr>
        <p:spPr bwMode="auto">
          <a:xfrm>
            <a:off x="-1073367" y="4806579"/>
            <a:ext cx="2350387" cy="835918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640" name="TextBox 1639">
            <a:extLst>
              <a:ext uri="{FF2B5EF4-FFF2-40B4-BE49-F238E27FC236}">
                <a16:creationId xmlns:a16="http://schemas.microsoft.com/office/drawing/2014/main" id="{9415028E-CBE2-57F7-434D-A20357DA51E8}"/>
              </a:ext>
            </a:extLst>
          </p:cNvPr>
          <p:cNvSpPr txBox="1"/>
          <p:nvPr/>
        </p:nvSpPr>
        <p:spPr>
          <a:xfrm>
            <a:off x="-990570" y="4890030"/>
            <a:ext cx="22247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아일랜드</a:t>
            </a:r>
            <a:b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1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B4~B8)</a:t>
            </a:r>
            <a:endParaRPr lang="ko-KR" altLang="en-US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41" name="그룹 1640">
            <a:extLst>
              <a:ext uri="{FF2B5EF4-FFF2-40B4-BE49-F238E27FC236}">
                <a16:creationId xmlns:a16="http://schemas.microsoft.com/office/drawing/2014/main" id="{2BF66E71-14CD-B7D5-E312-450A5794A4A4}"/>
              </a:ext>
            </a:extLst>
          </p:cNvPr>
          <p:cNvGrpSpPr/>
          <p:nvPr/>
        </p:nvGrpSpPr>
        <p:grpSpPr>
          <a:xfrm>
            <a:off x="1465576" y="5546638"/>
            <a:ext cx="184761" cy="184761"/>
            <a:chOff x="-1420568" y="2626905"/>
            <a:chExt cx="184761" cy="184761"/>
          </a:xfrm>
        </p:grpSpPr>
        <p:sp>
          <p:nvSpPr>
            <p:cNvPr id="1642" name="타원 1641">
              <a:extLst>
                <a:ext uri="{FF2B5EF4-FFF2-40B4-BE49-F238E27FC236}">
                  <a16:creationId xmlns:a16="http://schemas.microsoft.com/office/drawing/2014/main" id="{5EA45671-64DB-43A2-0C9D-E528FAA7DDA5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643" name="Chevron Right">
              <a:extLst>
                <a:ext uri="{FF2B5EF4-FFF2-40B4-BE49-F238E27FC236}">
                  <a16:creationId xmlns:a16="http://schemas.microsoft.com/office/drawing/2014/main" id="{898E6398-4A27-89AC-B6C3-CC5457344D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44" name="그룹 1643">
            <a:extLst>
              <a:ext uri="{FF2B5EF4-FFF2-40B4-BE49-F238E27FC236}">
                <a16:creationId xmlns:a16="http://schemas.microsoft.com/office/drawing/2014/main" id="{32007977-F927-F19A-E2BB-EA08864E31F2}"/>
              </a:ext>
            </a:extLst>
          </p:cNvPr>
          <p:cNvGrpSpPr/>
          <p:nvPr/>
        </p:nvGrpSpPr>
        <p:grpSpPr>
          <a:xfrm>
            <a:off x="-1448977" y="5533327"/>
            <a:ext cx="184761" cy="184761"/>
            <a:chOff x="-1420568" y="3549256"/>
            <a:chExt cx="184761" cy="184761"/>
          </a:xfrm>
        </p:grpSpPr>
        <p:sp>
          <p:nvSpPr>
            <p:cNvPr id="1645" name="타원 1644">
              <a:extLst>
                <a:ext uri="{FF2B5EF4-FFF2-40B4-BE49-F238E27FC236}">
                  <a16:creationId xmlns:a16="http://schemas.microsoft.com/office/drawing/2014/main" id="{780CBCF4-E1EE-EB8B-E347-83080A865C76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646" name="Chevron Left">
              <a:extLst>
                <a:ext uri="{FF2B5EF4-FFF2-40B4-BE49-F238E27FC236}">
                  <a16:creationId xmlns:a16="http://schemas.microsoft.com/office/drawing/2014/main" id="{787C4A5B-34FF-ECD9-3320-37F1375F27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47" name="직사각형 1646">
            <a:extLst>
              <a:ext uri="{FF2B5EF4-FFF2-40B4-BE49-F238E27FC236}">
                <a16:creationId xmlns:a16="http://schemas.microsoft.com/office/drawing/2014/main" id="{CC73C971-120B-AA61-DA98-91278CD9FBF5}"/>
              </a:ext>
            </a:extLst>
          </p:cNvPr>
          <p:cNvSpPr/>
          <p:nvPr/>
        </p:nvSpPr>
        <p:spPr bwMode="auto">
          <a:xfrm>
            <a:off x="-1264346" y="7277169"/>
            <a:ext cx="2711503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48" name="직사각형 1647">
            <a:extLst>
              <a:ext uri="{FF2B5EF4-FFF2-40B4-BE49-F238E27FC236}">
                <a16:creationId xmlns:a16="http://schemas.microsoft.com/office/drawing/2014/main" id="{FFAFD5FB-5A1F-33CD-E534-21C76C7130E4}"/>
              </a:ext>
            </a:extLst>
          </p:cNvPr>
          <p:cNvSpPr/>
          <p:nvPr/>
        </p:nvSpPr>
        <p:spPr bwMode="auto">
          <a:xfrm>
            <a:off x="-856058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49" name="직사각형 1648">
            <a:extLst>
              <a:ext uri="{FF2B5EF4-FFF2-40B4-BE49-F238E27FC236}">
                <a16:creationId xmlns:a16="http://schemas.microsoft.com/office/drawing/2014/main" id="{9FA1998A-58BE-4819-9A4B-86A81A90EC27}"/>
              </a:ext>
            </a:extLst>
          </p:cNvPr>
          <p:cNvSpPr/>
          <p:nvPr/>
        </p:nvSpPr>
        <p:spPr bwMode="auto">
          <a:xfrm>
            <a:off x="763192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50" name="직사각형 1649">
            <a:extLst>
              <a:ext uri="{FF2B5EF4-FFF2-40B4-BE49-F238E27FC236}">
                <a16:creationId xmlns:a16="http://schemas.microsoft.com/office/drawing/2014/main" id="{CC9D033E-7A14-A714-6929-29C5256E73FF}"/>
              </a:ext>
            </a:extLst>
          </p:cNvPr>
          <p:cNvSpPr/>
          <p:nvPr/>
        </p:nvSpPr>
        <p:spPr bwMode="auto">
          <a:xfrm>
            <a:off x="-107885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1" name="직사각형 1650">
            <a:extLst>
              <a:ext uri="{FF2B5EF4-FFF2-40B4-BE49-F238E27FC236}">
                <a16:creationId xmlns:a16="http://schemas.microsoft.com/office/drawing/2014/main" id="{2CF1A134-62AA-DBA1-CCE3-4275BDCF1EAB}"/>
              </a:ext>
            </a:extLst>
          </p:cNvPr>
          <p:cNvSpPr/>
          <p:nvPr/>
        </p:nvSpPr>
        <p:spPr bwMode="auto">
          <a:xfrm>
            <a:off x="-905990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3FD67B6E-9E5A-58AA-4D99-FCF6B78D27F9}"/>
              </a:ext>
            </a:extLst>
          </p:cNvPr>
          <p:cNvSpPr/>
          <p:nvPr/>
        </p:nvSpPr>
        <p:spPr bwMode="auto">
          <a:xfrm>
            <a:off x="-733130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3" name="직사각형 1652">
            <a:extLst>
              <a:ext uri="{FF2B5EF4-FFF2-40B4-BE49-F238E27FC236}">
                <a16:creationId xmlns:a16="http://schemas.microsoft.com/office/drawing/2014/main" id="{F9355B2A-0211-021A-55E9-25C2559CCFB0}"/>
              </a:ext>
            </a:extLst>
          </p:cNvPr>
          <p:cNvSpPr/>
          <p:nvPr/>
        </p:nvSpPr>
        <p:spPr bwMode="auto">
          <a:xfrm>
            <a:off x="64975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4" name="직사각형 1653">
            <a:extLst>
              <a:ext uri="{FF2B5EF4-FFF2-40B4-BE49-F238E27FC236}">
                <a16:creationId xmlns:a16="http://schemas.microsoft.com/office/drawing/2014/main" id="{2B8234EE-955E-D08E-58C0-802F87B881B9}"/>
              </a:ext>
            </a:extLst>
          </p:cNvPr>
          <p:cNvSpPr/>
          <p:nvPr/>
        </p:nvSpPr>
        <p:spPr bwMode="auto">
          <a:xfrm>
            <a:off x="82261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5" name="직사각형 1654">
            <a:extLst>
              <a:ext uri="{FF2B5EF4-FFF2-40B4-BE49-F238E27FC236}">
                <a16:creationId xmlns:a16="http://schemas.microsoft.com/office/drawing/2014/main" id="{7A92B334-91A9-71CF-56B0-16C7476CDB9E}"/>
              </a:ext>
            </a:extLst>
          </p:cNvPr>
          <p:cNvSpPr/>
          <p:nvPr/>
        </p:nvSpPr>
        <p:spPr bwMode="auto">
          <a:xfrm>
            <a:off x="1168327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6" name="직사각형 1655">
            <a:extLst>
              <a:ext uri="{FF2B5EF4-FFF2-40B4-BE49-F238E27FC236}">
                <a16:creationId xmlns:a16="http://schemas.microsoft.com/office/drawing/2014/main" id="{7B6CE6A7-4E28-935A-BD4E-07D8BFDB87D9}"/>
              </a:ext>
            </a:extLst>
          </p:cNvPr>
          <p:cNvSpPr/>
          <p:nvPr/>
        </p:nvSpPr>
        <p:spPr bwMode="auto">
          <a:xfrm>
            <a:off x="-560270" y="7474238"/>
            <a:ext cx="128625" cy="166912"/>
          </a:xfrm>
          <a:prstGeom prst="rect">
            <a:avLst/>
          </a:prstGeom>
          <a:solidFill>
            <a:srgbClr val="F99D1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7" name="직사각형 1656">
            <a:extLst>
              <a:ext uri="{FF2B5EF4-FFF2-40B4-BE49-F238E27FC236}">
                <a16:creationId xmlns:a16="http://schemas.microsoft.com/office/drawing/2014/main" id="{C880A87A-99EA-AED7-9293-5347FF2058A7}"/>
              </a:ext>
            </a:extLst>
          </p:cNvPr>
          <p:cNvSpPr/>
          <p:nvPr/>
        </p:nvSpPr>
        <p:spPr bwMode="auto">
          <a:xfrm>
            <a:off x="-38741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8" name="직사각형 1657">
            <a:extLst>
              <a:ext uri="{FF2B5EF4-FFF2-40B4-BE49-F238E27FC236}">
                <a16:creationId xmlns:a16="http://schemas.microsoft.com/office/drawing/2014/main" id="{14BA7EBC-91F5-1D4E-C69D-06E53A142661}"/>
              </a:ext>
            </a:extLst>
          </p:cNvPr>
          <p:cNvSpPr/>
          <p:nvPr/>
        </p:nvSpPr>
        <p:spPr bwMode="auto">
          <a:xfrm>
            <a:off x="-21455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9" name="직사각형 1658">
            <a:extLst>
              <a:ext uri="{FF2B5EF4-FFF2-40B4-BE49-F238E27FC236}">
                <a16:creationId xmlns:a16="http://schemas.microsoft.com/office/drawing/2014/main" id="{80159ABE-E8C4-0BB4-BA92-85E2B73E33BA}"/>
              </a:ext>
            </a:extLst>
          </p:cNvPr>
          <p:cNvSpPr/>
          <p:nvPr/>
        </p:nvSpPr>
        <p:spPr bwMode="auto">
          <a:xfrm>
            <a:off x="-4169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0" name="직사각형 1659">
            <a:extLst>
              <a:ext uri="{FF2B5EF4-FFF2-40B4-BE49-F238E27FC236}">
                <a16:creationId xmlns:a16="http://schemas.microsoft.com/office/drawing/2014/main" id="{95DC4E96-B128-BFF6-574D-44A2D0B3D821}"/>
              </a:ext>
            </a:extLst>
          </p:cNvPr>
          <p:cNvSpPr/>
          <p:nvPr/>
        </p:nvSpPr>
        <p:spPr bwMode="auto">
          <a:xfrm>
            <a:off x="131170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1" name="직사각형 1660">
            <a:extLst>
              <a:ext uri="{FF2B5EF4-FFF2-40B4-BE49-F238E27FC236}">
                <a16:creationId xmlns:a16="http://schemas.microsoft.com/office/drawing/2014/main" id="{FDC4E9AB-0D75-D525-2EB3-BC9893945DB3}"/>
              </a:ext>
            </a:extLst>
          </p:cNvPr>
          <p:cNvSpPr/>
          <p:nvPr/>
        </p:nvSpPr>
        <p:spPr bwMode="auto">
          <a:xfrm>
            <a:off x="30403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2" name="직사각형 1661">
            <a:extLst>
              <a:ext uri="{FF2B5EF4-FFF2-40B4-BE49-F238E27FC236}">
                <a16:creationId xmlns:a16="http://schemas.microsoft.com/office/drawing/2014/main" id="{3BADEC4B-8E02-F81D-089D-705977B3C0AE}"/>
              </a:ext>
            </a:extLst>
          </p:cNvPr>
          <p:cNvSpPr/>
          <p:nvPr/>
        </p:nvSpPr>
        <p:spPr bwMode="auto">
          <a:xfrm>
            <a:off x="47689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3" name="직사각형 1662">
            <a:extLst>
              <a:ext uri="{FF2B5EF4-FFF2-40B4-BE49-F238E27FC236}">
                <a16:creationId xmlns:a16="http://schemas.microsoft.com/office/drawing/2014/main" id="{DCA25652-0346-7AC3-A7AD-F9B9D5840F20}"/>
              </a:ext>
            </a:extLst>
          </p:cNvPr>
          <p:cNvSpPr/>
          <p:nvPr/>
        </p:nvSpPr>
        <p:spPr bwMode="auto">
          <a:xfrm>
            <a:off x="995470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4" name="Rectangle 7">
            <a:extLst>
              <a:ext uri="{FF2B5EF4-FFF2-40B4-BE49-F238E27FC236}">
                <a16:creationId xmlns:a16="http://schemas.microsoft.com/office/drawing/2014/main" id="{4C9107CC-D5C7-05E0-D7A0-C6585A686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737" y="4330920"/>
            <a:ext cx="2947737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5" name="TextBox 1664">
            <a:extLst>
              <a:ext uri="{FF2B5EF4-FFF2-40B4-BE49-F238E27FC236}">
                <a16:creationId xmlns:a16="http://schemas.microsoft.com/office/drawing/2014/main" id="{BB2F2F2A-21D9-69BF-055A-3974098896EE}"/>
              </a:ext>
            </a:extLst>
          </p:cNvPr>
          <p:cNvSpPr txBox="1"/>
          <p:nvPr/>
        </p:nvSpPr>
        <p:spPr>
          <a:xfrm>
            <a:off x="1902046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</a:p>
        </p:txBody>
      </p:sp>
      <p:grpSp>
        <p:nvGrpSpPr>
          <p:cNvPr id="1666" name="그룹 1665">
            <a:extLst>
              <a:ext uri="{FF2B5EF4-FFF2-40B4-BE49-F238E27FC236}">
                <a16:creationId xmlns:a16="http://schemas.microsoft.com/office/drawing/2014/main" id="{0194071B-425F-63E9-BF1F-B4456CBE70C1}"/>
              </a:ext>
            </a:extLst>
          </p:cNvPr>
          <p:cNvGrpSpPr/>
          <p:nvPr/>
        </p:nvGrpSpPr>
        <p:grpSpPr>
          <a:xfrm>
            <a:off x="1755053" y="5809306"/>
            <a:ext cx="1082304" cy="847725"/>
            <a:chOff x="-1051388" y="5181600"/>
            <a:chExt cx="1082304" cy="847725"/>
          </a:xfrm>
        </p:grpSpPr>
        <p:sp>
          <p:nvSpPr>
            <p:cNvPr id="1667" name="사각형: 둥근 모서리 1666">
              <a:extLst>
                <a:ext uri="{FF2B5EF4-FFF2-40B4-BE49-F238E27FC236}">
                  <a16:creationId xmlns:a16="http://schemas.microsoft.com/office/drawing/2014/main" id="{10C9DF59-4044-B3F7-388E-F444BD3F5426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FF9AD4EA-1947-9033-B09F-BABF7A86BEB0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669" name="그룹 1668">
              <a:extLst>
                <a:ext uri="{FF2B5EF4-FFF2-40B4-BE49-F238E27FC236}">
                  <a16:creationId xmlns:a16="http://schemas.microsoft.com/office/drawing/2014/main" id="{7ACCF1F2-0B79-F1A2-D474-781E7F4F04B9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1670" name="AutoShape 55">
                <a:extLst>
                  <a:ext uri="{FF2B5EF4-FFF2-40B4-BE49-F238E27FC236}">
                    <a16:creationId xmlns:a16="http://schemas.microsoft.com/office/drawing/2014/main" id="{260435BF-C6AE-1780-472A-606CEE88B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71" name="원호 1670">
                <a:extLst>
                  <a:ext uri="{FF2B5EF4-FFF2-40B4-BE49-F238E27FC236}">
                    <a16:creationId xmlns:a16="http://schemas.microsoft.com/office/drawing/2014/main" id="{252D6FEF-ECCE-DF78-7CFC-1BEADCD366F3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672" name="그룹 1671">
            <a:extLst>
              <a:ext uri="{FF2B5EF4-FFF2-40B4-BE49-F238E27FC236}">
                <a16:creationId xmlns:a16="http://schemas.microsoft.com/office/drawing/2014/main" id="{A68C56D0-FFC5-6980-481B-74E854CE9511}"/>
              </a:ext>
            </a:extLst>
          </p:cNvPr>
          <p:cNvGrpSpPr/>
          <p:nvPr/>
        </p:nvGrpSpPr>
        <p:grpSpPr>
          <a:xfrm>
            <a:off x="3739277" y="5809306"/>
            <a:ext cx="1082304" cy="847725"/>
            <a:chOff x="-1119299" y="5248018"/>
            <a:chExt cx="1082304" cy="847725"/>
          </a:xfrm>
        </p:grpSpPr>
        <p:sp>
          <p:nvSpPr>
            <p:cNvPr id="1673" name="사각형: 둥근 모서리 1672">
              <a:extLst>
                <a:ext uri="{FF2B5EF4-FFF2-40B4-BE49-F238E27FC236}">
                  <a16:creationId xmlns:a16="http://schemas.microsoft.com/office/drawing/2014/main" id="{57C3B505-914D-5F0D-D614-579127C89D3D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74" name="TextBox 1673">
              <a:extLst>
                <a:ext uri="{FF2B5EF4-FFF2-40B4-BE49-F238E27FC236}">
                  <a16:creationId xmlns:a16="http://schemas.microsoft.com/office/drawing/2014/main" id="{AAAB3032-6F76-6A2F-74A5-8D42988ADA74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675" name="그룹 1674">
              <a:extLst>
                <a:ext uri="{FF2B5EF4-FFF2-40B4-BE49-F238E27FC236}">
                  <a16:creationId xmlns:a16="http://schemas.microsoft.com/office/drawing/2014/main" id="{B64212B2-7756-256D-9A99-5DD8BF76221F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1676" name="AutoShape 55">
                <a:extLst>
                  <a:ext uri="{FF2B5EF4-FFF2-40B4-BE49-F238E27FC236}">
                    <a16:creationId xmlns:a16="http://schemas.microsoft.com/office/drawing/2014/main" id="{B2B3582B-EAD6-BC86-6552-A69063BDD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1677" name="원호 1676">
                <a:extLst>
                  <a:ext uri="{FF2B5EF4-FFF2-40B4-BE49-F238E27FC236}">
                    <a16:creationId xmlns:a16="http://schemas.microsoft.com/office/drawing/2014/main" id="{1762B9DF-345D-A04A-D4CD-0D8E373DF4F2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678" name="그룹 1677">
            <a:extLst>
              <a:ext uri="{FF2B5EF4-FFF2-40B4-BE49-F238E27FC236}">
                <a16:creationId xmlns:a16="http://schemas.microsoft.com/office/drawing/2014/main" id="{8EC72AC3-3AAB-B8D4-62B0-5B3689D8F121}"/>
              </a:ext>
            </a:extLst>
          </p:cNvPr>
          <p:cNvGrpSpPr/>
          <p:nvPr/>
        </p:nvGrpSpPr>
        <p:grpSpPr>
          <a:xfrm>
            <a:off x="2697483" y="5809306"/>
            <a:ext cx="1181100" cy="1001068"/>
            <a:chOff x="-1276350" y="4713932"/>
            <a:chExt cx="1181100" cy="1001068"/>
          </a:xfrm>
        </p:grpSpPr>
        <p:sp>
          <p:nvSpPr>
            <p:cNvPr id="1679" name="사각형: 둥근 모서리 1678">
              <a:extLst>
                <a:ext uri="{FF2B5EF4-FFF2-40B4-BE49-F238E27FC236}">
                  <a16:creationId xmlns:a16="http://schemas.microsoft.com/office/drawing/2014/main" id="{9C8934A4-3763-319D-E918-94EC25E0D2BC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680" name="AutoShape 55">
              <a:extLst>
                <a:ext uri="{FF2B5EF4-FFF2-40B4-BE49-F238E27FC236}">
                  <a16:creationId xmlns:a16="http://schemas.microsoft.com/office/drawing/2014/main" id="{F07A8886-0E2C-7D9F-2FF2-114368F83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5C98914A-A47A-30CA-9389-904BE34ADAE7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보안검색대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en-US" altLang="ko-KR" sz="14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소요</a:t>
              </a:r>
            </a:p>
          </p:txBody>
        </p:sp>
      </p:grp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47C8F701-ECF4-EF4E-B40A-2464AD4AA965}"/>
              </a:ext>
            </a:extLst>
          </p:cNvPr>
          <p:cNvCxnSpPr>
            <a:cxnSpLocks/>
          </p:cNvCxnSpPr>
          <p:nvPr/>
        </p:nvCxnSpPr>
        <p:spPr bwMode="auto">
          <a:xfrm>
            <a:off x="1847744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683" name="사각형: 둥근 모서리 1682">
            <a:extLst>
              <a:ext uri="{FF2B5EF4-FFF2-40B4-BE49-F238E27FC236}">
                <a16:creationId xmlns:a16="http://schemas.microsoft.com/office/drawing/2014/main" id="{69BBE66C-C7DE-465D-10AA-B70A0CAF7128}"/>
              </a:ext>
            </a:extLst>
          </p:cNvPr>
          <p:cNvSpPr/>
          <p:nvPr/>
        </p:nvSpPr>
        <p:spPr bwMode="auto">
          <a:xfrm>
            <a:off x="2107983" y="4806579"/>
            <a:ext cx="2350387" cy="83591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684" name="TextBox 1683">
            <a:extLst>
              <a:ext uri="{FF2B5EF4-FFF2-40B4-BE49-F238E27FC236}">
                <a16:creationId xmlns:a16="http://schemas.microsoft.com/office/drawing/2014/main" id="{37492DAD-276E-DA6B-0F0C-ABD3FA850153}"/>
              </a:ext>
            </a:extLst>
          </p:cNvPr>
          <p:cNvSpPr txBox="1"/>
          <p:nvPr/>
        </p:nvSpPr>
        <p:spPr>
          <a:xfrm>
            <a:off x="2168111" y="4854003"/>
            <a:ext cx="22247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</a:t>
            </a:r>
            <a:endParaRPr lang="en-US" altLang="ko-KR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6" name="직사각형 1685">
            <a:extLst>
              <a:ext uri="{FF2B5EF4-FFF2-40B4-BE49-F238E27FC236}">
                <a16:creationId xmlns:a16="http://schemas.microsoft.com/office/drawing/2014/main" id="{0E437827-A4AF-0A1B-C6FF-ACD4F7CA6BAF}"/>
              </a:ext>
            </a:extLst>
          </p:cNvPr>
          <p:cNvSpPr/>
          <p:nvPr/>
        </p:nvSpPr>
        <p:spPr bwMode="auto">
          <a:xfrm>
            <a:off x="2325292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87" name="직사각형 1686">
            <a:extLst>
              <a:ext uri="{FF2B5EF4-FFF2-40B4-BE49-F238E27FC236}">
                <a16:creationId xmlns:a16="http://schemas.microsoft.com/office/drawing/2014/main" id="{64D27125-DB41-097B-9987-10C5FDE692E3}"/>
              </a:ext>
            </a:extLst>
          </p:cNvPr>
          <p:cNvSpPr/>
          <p:nvPr/>
        </p:nvSpPr>
        <p:spPr bwMode="auto">
          <a:xfrm>
            <a:off x="3944542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1688" name="그룹 1687">
            <a:extLst>
              <a:ext uri="{FF2B5EF4-FFF2-40B4-BE49-F238E27FC236}">
                <a16:creationId xmlns:a16="http://schemas.microsoft.com/office/drawing/2014/main" id="{F4789A5F-F6E2-3502-690B-074EB6B47F99}"/>
              </a:ext>
            </a:extLst>
          </p:cNvPr>
          <p:cNvGrpSpPr/>
          <p:nvPr/>
        </p:nvGrpSpPr>
        <p:grpSpPr>
          <a:xfrm>
            <a:off x="605515" y="2370862"/>
            <a:ext cx="4287357" cy="1417460"/>
            <a:chOff x="2226772" y="1470389"/>
            <a:chExt cx="2666100" cy="1417460"/>
          </a:xfrm>
        </p:grpSpPr>
        <p:sp>
          <p:nvSpPr>
            <p:cNvPr id="1689" name="Rectangle 43">
              <a:extLst>
                <a:ext uri="{FF2B5EF4-FFF2-40B4-BE49-F238E27FC236}">
                  <a16:creationId xmlns:a16="http://schemas.microsoft.com/office/drawing/2014/main" id="{EFF509BA-0115-4CC6-E702-352A2ED078D6}"/>
                </a:ext>
              </a:extLst>
            </p:cNvPr>
            <p:cNvSpPr/>
            <p:nvPr/>
          </p:nvSpPr>
          <p:spPr>
            <a:xfrm>
              <a:off x="2226772" y="1470389"/>
              <a:ext cx="2621453" cy="1417460"/>
            </a:xfrm>
            <a:prstGeom prst="roundRect">
              <a:avLst>
                <a:gd name="adj" fmla="val 3831"/>
              </a:avLst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180000" tIns="180000" rIns="180000" bIns="180000" rtlCol="0" anchor="t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690" name="그림 1689">
              <a:extLst>
                <a:ext uri="{FF2B5EF4-FFF2-40B4-BE49-F238E27FC236}">
                  <a16:creationId xmlns:a16="http://schemas.microsoft.com/office/drawing/2014/main" id="{198F0389-3140-2BD7-C87D-07136201AF9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8472"/>
            <a:stretch/>
          </p:blipFill>
          <p:spPr>
            <a:xfrm>
              <a:off x="2268347" y="1543050"/>
              <a:ext cx="2541777" cy="981122"/>
            </a:xfrm>
            <a:prstGeom prst="rect">
              <a:avLst/>
            </a:prstGeom>
          </p:spPr>
        </p:pic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C99BCA-9CA9-A6F0-BC24-04B85828CF40}"/>
                </a:ext>
              </a:extLst>
            </p:cNvPr>
            <p:cNvSpPr txBox="1"/>
            <p:nvPr/>
          </p:nvSpPr>
          <p:spPr>
            <a:xfrm>
              <a:off x="2311756" y="2485843"/>
              <a:ext cx="25811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hangingPunct="0"/>
              <a:r>
                <a:rPr lang="en-US" altLang="ko-KR" sz="6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04             09               12              15                21            02</a:t>
              </a:r>
              <a:endParaRPr lang="ko-KR" altLang="en-US" sz="6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77B8BFD2-01AB-D68E-AD40-C84A1A38099D}"/>
                </a:ext>
              </a:extLst>
            </p:cNvPr>
            <p:cNvSpPr txBox="1"/>
            <p:nvPr/>
          </p:nvSpPr>
          <p:spPr>
            <a:xfrm>
              <a:off x="2873930" y="2616418"/>
              <a:ext cx="132185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&lt;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예측 처리 정보</a:t>
              </a:r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&gt;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693" name="AutoShape 55">
            <a:extLst>
              <a:ext uri="{FF2B5EF4-FFF2-40B4-BE49-F238E27FC236}">
                <a16:creationId xmlns:a16="http://schemas.microsoft.com/office/drawing/2014/main" id="{4D9CC66E-5C64-9AB9-4686-6B0CA0A9F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439644" y="1985928"/>
            <a:ext cx="6249767" cy="295653"/>
          </a:xfrm>
          <a:prstGeom prst="roundRect">
            <a:avLst/>
          </a:prstGeom>
          <a:solidFill>
            <a:srgbClr val="61AACB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latinLnBrk="1"/>
            <a:r>
              <a:rPr lang="ko-KR" altLang="en-US" sz="12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시뮬레이션 요약</a:t>
            </a:r>
          </a:p>
        </p:txBody>
      </p:sp>
      <p:sp>
        <p:nvSpPr>
          <p:cNvPr id="1694" name="AutoShape 55">
            <a:extLst>
              <a:ext uri="{FF2B5EF4-FFF2-40B4-BE49-F238E27FC236}">
                <a16:creationId xmlns:a16="http://schemas.microsoft.com/office/drawing/2014/main" id="{FDF955CA-3BD0-C6EA-2E9D-33CD09EDF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386623" y="2015236"/>
            <a:ext cx="336651" cy="203897"/>
          </a:xfrm>
          <a:prstGeom prst="roundRect">
            <a:avLst/>
          </a:prstGeom>
          <a:solidFill>
            <a:srgbClr val="5786C5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latinLnBrk="1"/>
            <a:r>
              <a:rPr lang="en-US" altLang="ko-KR" b="1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T1</a:t>
            </a:r>
            <a:endParaRPr lang="ko-KR" altLang="en-US" b="1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95" name="AutoShape 55">
            <a:extLst>
              <a:ext uri="{FF2B5EF4-FFF2-40B4-BE49-F238E27FC236}">
                <a16:creationId xmlns:a16="http://schemas.microsoft.com/office/drawing/2014/main" id="{7287F584-EEA7-6C9B-6B3E-DEFAEC2A1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3556" y="1985928"/>
            <a:ext cx="6249767" cy="295653"/>
          </a:xfrm>
          <a:prstGeom prst="roundRect">
            <a:avLst/>
          </a:prstGeom>
          <a:solidFill>
            <a:srgbClr val="5786C5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latinLnBrk="1"/>
            <a:r>
              <a:rPr lang="ko-KR" altLang="en-US" sz="12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시뮬레이션 요약</a:t>
            </a:r>
          </a:p>
        </p:txBody>
      </p:sp>
      <p:sp>
        <p:nvSpPr>
          <p:cNvPr id="1696" name="AutoShape 55">
            <a:extLst>
              <a:ext uri="{FF2B5EF4-FFF2-40B4-BE49-F238E27FC236}">
                <a16:creationId xmlns:a16="http://schemas.microsoft.com/office/drawing/2014/main" id="{35DD3AB9-23CE-6731-FF20-358B27196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6577" y="2015236"/>
            <a:ext cx="336651" cy="203897"/>
          </a:xfrm>
          <a:prstGeom prst="roundRect">
            <a:avLst/>
          </a:prstGeom>
          <a:solidFill>
            <a:srgbClr val="61AACB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latinLnBrk="1"/>
            <a:r>
              <a:rPr lang="en-US" altLang="ko-KR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T2</a:t>
            </a:r>
            <a:endParaRPr lang="ko-KR" altLang="en-US" b="1" dirty="0">
              <a:solidFill>
                <a:prstClr val="white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18" name="TextBox 1717">
            <a:extLst>
              <a:ext uri="{FF2B5EF4-FFF2-40B4-BE49-F238E27FC236}">
                <a16:creationId xmlns:a16="http://schemas.microsoft.com/office/drawing/2014/main" id="{1D39737F-2197-3DB5-C49F-8AD561753A84}"/>
              </a:ext>
            </a:extLst>
          </p:cNvPr>
          <p:cNvSpPr txBox="1"/>
          <p:nvPr/>
        </p:nvSpPr>
        <p:spPr>
          <a:xfrm>
            <a:off x="5673372" y="1381052"/>
            <a:ext cx="5442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19" name="그룹 1718">
            <a:extLst>
              <a:ext uri="{FF2B5EF4-FFF2-40B4-BE49-F238E27FC236}">
                <a16:creationId xmlns:a16="http://schemas.microsoft.com/office/drawing/2014/main" id="{13FE461C-8817-2F98-7C3F-79E0821F8743}"/>
              </a:ext>
            </a:extLst>
          </p:cNvPr>
          <p:cNvGrpSpPr/>
          <p:nvPr/>
        </p:nvGrpSpPr>
        <p:grpSpPr>
          <a:xfrm>
            <a:off x="1411356" y="3957938"/>
            <a:ext cx="1502863" cy="287258"/>
            <a:chOff x="-4886596" y="3312869"/>
            <a:chExt cx="1502863" cy="287258"/>
          </a:xfrm>
        </p:grpSpPr>
        <p:sp>
          <p:nvSpPr>
            <p:cNvPr id="1720" name="Hour">
              <a:extLst>
                <a:ext uri="{FF2B5EF4-FFF2-40B4-BE49-F238E27FC236}">
                  <a16:creationId xmlns:a16="http://schemas.microsoft.com/office/drawing/2014/main" id="{A6B591F0-A4F2-382B-48F0-50698643CECF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</a:p>
          </p:txBody>
        </p:sp>
        <p:sp>
          <p:nvSpPr>
            <p:cNvPr id="1721" name="Minute">
              <a:extLst>
                <a:ext uri="{FF2B5EF4-FFF2-40B4-BE49-F238E27FC236}">
                  <a16:creationId xmlns:a16="http://schemas.microsoft.com/office/drawing/2014/main" id="{F7622AF0-359E-A281-6B52-D0B584300258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00</a:t>
              </a:r>
            </a:p>
          </p:txBody>
        </p:sp>
        <p:sp>
          <p:nvSpPr>
            <p:cNvPr id="1722" name="AM/PM">
              <a:extLst>
                <a:ext uri="{FF2B5EF4-FFF2-40B4-BE49-F238E27FC236}">
                  <a16:creationId xmlns:a16="http://schemas.microsoft.com/office/drawing/2014/main" id="{0D848A38-36CC-9EE0-34FF-632DE52FA42B}"/>
                </a:ext>
              </a:extLst>
            </p:cNvPr>
            <p:cNvSpPr/>
            <p:nvPr/>
          </p:nvSpPr>
          <p:spPr>
            <a:xfrm>
              <a:off x="-36909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AM</a:t>
              </a:r>
            </a:p>
          </p:txBody>
        </p:sp>
        <p:sp>
          <p:nvSpPr>
            <p:cNvPr id="1723" name="Colon">
              <a:extLst>
                <a:ext uri="{FF2B5EF4-FFF2-40B4-BE49-F238E27FC236}">
                  <a16:creationId xmlns:a16="http://schemas.microsoft.com/office/drawing/2014/main" id="{CAE98F37-601B-AF5C-DC59-24800A7F84DC}"/>
                </a:ext>
              </a:extLst>
            </p:cNvPr>
            <p:cNvSpPr txBox="1"/>
            <p:nvPr/>
          </p:nvSpPr>
          <p:spPr>
            <a:xfrm>
              <a:off x="-4538258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  <p:sp>
          <p:nvSpPr>
            <p:cNvPr id="1724" name="Colon">
              <a:extLst>
                <a:ext uri="{FF2B5EF4-FFF2-40B4-BE49-F238E27FC236}">
                  <a16:creationId xmlns:a16="http://schemas.microsoft.com/office/drawing/2014/main" id="{64F09DE6-F60D-AC32-7E32-CFEE5DD5D8B6}"/>
                </a:ext>
              </a:extLst>
            </p:cNvPr>
            <p:cNvSpPr txBox="1"/>
            <p:nvPr/>
          </p:nvSpPr>
          <p:spPr>
            <a:xfrm>
              <a:off x="-3935969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</p:grpSp>
      <p:sp>
        <p:nvSpPr>
          <p:cNvPr id="1725" name="TextBox 1724">
            <a:extLst>
              <a:ext uri="{FF2B5EF4-FFF2-40B4-BE49-F238E27FC236}">
                <a16:creationId xmlns:a16="http://schemas.microsoft.com/office/drawing/2014/main" id="{080E43CB-6915-10EE-9542-24DBE71C1655}"/>
              </a:ext>
            </a:extLst>
          </p:cNvPr>
          <p:cNvSpPr txBox="1"/>
          <p:nvPr/>
        </p:nvSpPr>
        <p:spPr>
          <a:xfrm>
            <a:off x="131170" y="400522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 FRI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26" name="Rectangle 7">
            <a:extLst>
              <a:ext uri="{FF2B5EF4-FFF2-40B4-BE49-F238E27FC236}">
                <a16:creationId xmlns:a16="http://schemas.microsoft.com/office/drawing/2014/main" id="{58523154-9C71-3CEC-ABAB-88A8919AA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87757" y="34461"/>
            <a:ext cx="6723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727" name="AutoShape 55">
            <a:extLst>
              <a:ext uri="{FF2B5EF4-FFF2-40B4-BE49-F238E27FC236}">
                <a16:creationId xmlns:a16="http://schemas.microsoft.com/office/drawing/2014/main" id="{7D766127-21A1-C634-3CEE-0DC79DA5C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6190" y="-501"/>
            <a:ext cx="534060" cy="283906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252000" tIns="72000" rIns="108000" bIns="72000" anchor="ctr">
            <a:spAutoFit/>
          </a:bodyPr>
          <a:lstStyle/>
          <a:p>
            <a:endParaRPr lang="en-US" altLang="ko-KR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28" name="AutoShape 55">
            <a:extLst>
              <a:ext uri="{FF2B5EF4-FFF2-40B4-BE49-F238E27FC236}">
                <a16:creationId xmlns:a16="http://schemas.microsoft.com/office/drawing/2014/main" id="{8D8E38E0-6AEA-B2B0-2B61-1E0142735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973" y="614375"/>
            <a:ext cx="1574291" cy="314324"/>
          </a:xfrm>
          <a:prstGeom prst="roundRect">
            <a:avLst/>
          </a:prstGeom>
          <a:noFill/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rgbClr val="013A8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터미널에 여객수가 가장 많을 때</a:t>
            </a:r>
          </a:p>
        </p:txBody>
      </p:sp>
      <p:sp>
        <p:nvSpPr>
          <p:cNvPr id="1729" name="AutoShape 55">
            <a:extLst>
              <a:ext uri="{FF2B5EF4-FFF2-40B4-BE49-F238E27FC236}">
                <a16:creationId xmlns:a16="http://schemas.microsoft.com/office/drawing/2014/main" id="{D96AF547-0C21-48CC-8B76-2BDD36A7F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064" y="611785"/>
            <a:ext cx="1574291" cy="314324"/>
          </a:xfrm>
          <a:prstGeom prst="roundRect">
            <a:avLst/>
          </a:prstGeom>
          <a:noFill/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13A8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체크인카운터가 가장 혼잡할 때</a:t>
            </a:r>
          </a:p>
        </p:txBody>
      </p:sp>
      <p:sp>
        <p:nvSpPr>
          <p:cNvPr id="1730" name="AutoShape 55">
            <a:extLst>
              <a:ext uri="{FF2B5EF4-FFF2-40B4-BE49-F238E27FC236}">
                <a16:creationId xmlns:a16="http://schemas.microsoft.com/office/drawing/2014/main" id="{E34A86E6-F1C5-61EE-6842-A4519DFC7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095" y="611785"/>
            <a:ext cx="1262480" cy="314324"/>
          </a:xfrm>
          <a:prstGeom prst="roundRect">
            <a:avLst/>
          </a:prstGeom>
          <a:solidFill>
            <a:schemeClr val="tx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kern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출국장이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가장 혼잡할 때</a:t>
            </a:r>
          </a:p>
        </p:txBody>
      </p:sp>
      <p:sp>
        <p:nvSpPr>
          <p:cNvPr id="1731" name="TextBox 1730">
            <a:extLst>
              <a:ext uri="{FF2B5EF4-FFF2-40B4-BE49-F238E27FC236}">
                <a16:creationId xmlns:a16="http://schemas.microsoft.com/office/drawing/2014/main" id="{096EF203-2B8E-69BF-39E8-A5A838EF07D3}"/>
              </a:ext>
            </a:extLst>
          </p:cNvPr>
          <p:cNvSpPr txBox="1"/>
          <p:nvPr/>
        </p:nvSpPr>
        <p:spPr>
          <a:xfrm>
            <a:off x="4285434" y="644217"/>
            <a:ext cx="91090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추천 검색어</a:t>
            </a:r>
          </a:p>
        </p:txBody>
      </p:sp>
      <p:sp>
        <p:nvSpPr>
          <p:cNvPr id="1732" name="AutoShape 55">
            <a:extLst>
              <a:ext uri="{FF2B5EF4-FFF2-40B4-BE49-F238E27FC236}">
                <a16:creationId xmlns:a16="http://schemas.microsoft.com/office/drawing/2014/main" id="{44DBF465-D25E-C839-8FC5-D1B2654CE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5027" y="611785"/>
            <a:ext cx="1507837" cy="314324"/>
          </a:xfrm>
          <a:prstGeom prst="roundRect">
            <a:avLst/>
          </a:prstGeom>
          <a:noFill/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13A8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보안검색대가 가장 혼잡할 때</a:t>
            </a:r>
          </a:p>
        </p:txBody>
      </p:sp>
      <p:sp>
        <p:nvSpPr>
          <p:cNvPr id="1733" name="Calendar">
            <a:extLst>
              <a:ext uri="{FF2B5EF4-FFF2-40B4-BE49-F238E27FC236}">
                <a16:creationId xmlns:a16="http://schemas.microsoft.com/office/drawing/2014/main" id="{89B382AF-898B-88B4-C7F7-D2D2148E63E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260473" y="60617"/>
            <a:ext cx="141856" cy="141856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72000" tIns="72000" rIns="72000" bIns="7200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34" name="Hour">
            <a:extLst>
              <a:ext uri="{FF2B5EF4-FFF2-40B4-BE49-F238E27FC236}">
                <a16:creationId xmlns:a16="http://schemas.microsoft.com/office/drawing/2014/main" id="{990FA511-26C4-3C16-0CF9-2827B693BE06}"/>
              </a:ext>
            </a:extLst>
          </p:cNvPr>
          <p:cNvSpPr/>
          <p:nvPr/>
        </p:nvSpPr>
        <p:spPr>
          <a:xfrm>
            <a:off x="26282" y="14053"/>
            <a:ext cx="307263" cy="225703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735" name="AutoShape 89">
            <a:extLst>
              <a:ext uri="{FF2B5EF4-FFF2-40B4-BE49-F238E27FC236}">
                <a16:creationId xmlns:a16="http://schemas.microsoft.com/office/drawing/2014/main" id="{5999DF6F-4A71-9FE9-83DB-3970A0939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246" y="-269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736" name="TextBox 1735">
            <a:extLst>
              <a:ext uri="{FF2B5EF4-FFF2-40B4-BE49-F238E27FC236}">
                <a16:creationId xmlns:a16="http://schemas.microsoft.com/office/drawing/2014/main" id="{604C1B76-89CB-7EAC-6B63-20D488BC0D81}"/>
              </a:ext>
            </a:extLst>
          </p:cNvPr>
          <p:cNvSpPr txBox="1"/>
          <p:nvPr/>
        </p:nvSpPr>
        <p:spPr>
          <a:xfrm>
            <a:off x="-20347" y="19182"/>
            <a:ext cx="3366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10</a:t>
            </a:r>
            <a:endParaRPr lang="ko-KR" altLang="en-US" sz="800" dirty="0"/>
          </a:p>
        </p:txBody>
      </p:sp>
      <p:sp>
        <p:nvSpPr>
          <p:cNvPr id="1737" name="TextBox 1736">
            <a:extLst>
              <a:ext uri="{FF2B5EF4-FFF2-40B4-BE49-F238E27FC236}">
                <a16:creationId xmlns:a16="http://schemas.microsoft.com/office/drawing/2014/main" id="{E3CA3177-6944-2343-7F9F-48D2271B83F8}"/>
              </a:ext>
            </a:extLst>
          </p:cNvPr>
          <p:cNvSpPr txBox="1"/>
          <p:nvPr/>
        </p:nvSpPr>
        <p:spPr>
          <a:xfrm>
            <a:off x="366898" y="84398"/>
            <a:ext cx="136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</a:t>
            </a:r>
          </a:p>
        </p:txBody>
      </p:sp>
      <p:sp>
        <p:nvSpPr>
          <p:cNvPr id="1738" name="Hour">
            <a:extLst>
              <a:ext uri="{FF2B5EF4-FFF2-40B4-BE49-F238E27FC236}">
                <a16:creationId xmlns:a16="http://schemas.microsoft.com/office/drawing/2014/main" id="{3A85B18B-0E06-5677-DCCD-56E5CFDB5D0A}"/>
              </a:ext>
            </a:extLst>
          </p:cNvPr>
          <p:cNvSpPr/>
          <p:nvPr/>
        </p:nvSpPr>
        <p:spPr>
          <a:xfrm>
            <a:off x="614063" y="14053"/>
            <a:ext cx="307263" cy="225703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27432" tIns="50800" rIns="27432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739" name="AutoShape 89">
            <a:extLst>
              <a:ext uri="{FF2B5EF4-FFF2-40B4-BE49-F238E27FC236}">
                <a16:creationId xmlns:a16="http://schemas.microsoft.com/office/drawing/2014/main" id="{719477D0-717C-DC9C-62E7-03BE29FD0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027" y="-269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740" name="TextBox 1739">
            <a:extLst>
              <a:ext uri="{FF2B5EF4-FFF2-40B4-BE49-F238E27FC236}">
                <a16:creationId xmlns:a16="http://schemas.microsoft.com/office/drawing/2014/main" id="{B52DCC04-3971-22F9-5D06-EE5E18BE69BF}"/>
              </a:ext>
            </a:extLst>
          </p:cNvPr>
          <p:cNvSpPr txBox="1"/>
          <p:nvPr/>
        </p:nvSpPr>
        <p:spPr>
          <a:xfrm>
            <a:off x="567434" y="19182"/>
            <a:ext cx="3366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00</a:t>
            </a:r>
            <a:endParaRPr lang="ko-KR" altLang="en-US" sz="800" dirty="0"/>
          </a:p>
        </p:txBody>
      </p:sp>
      <p:sp>
        <p:nvSpPr>
          <p:cNvPr id="1741" name="TextBox 1740">
            <a:extLst>
              <a:ext uri="{FF2B5EF4-FFF2-40B4-BE49-F238E27FC236}">
                <a16:creationId xmlns:a16="http://schemas.microsoft.com/office/drawing/2014/main" id="{0AF8DAAE-5873-384E-69E9-870694AAEB2E}"/>
              </a:ext>
            </a:extLst>
          </p:cNvPr>
          <p:cNvSpPr txBox="1"/>
          <p:nvPr/>
        </p:nvSpPr>
        <p:spPr>
          <a:xfrm>
            <a:off x="946109" y="84398"/>
            <a:ext cx="136428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</a:t>
            </a:r>
          </a:p>
        </p:txBody>
      </p:sp>
      <p:sp>
        <p:nvSpPr>
          <p:cNvPr id="1742" name="TextBox 1741">
            <a:extLst>
              <a:ext uri="{FF2B5EF4-FFF2-40B4-BE49-F238E27FC236}">
                <a16:creationId xmlns:a16="http://schemas.microsoft.com/office/drawing/2014/main" id="{3EECA582-FA67-15C1-5ECE-EEEE6144562E}"/>
              </a:ext>
            </a:extLst>
          </p:cNvPr>
          <p:cNvSpPr txBox="1"/>
          <p:nvPr/>
        </p:nvSpPr>
        <p:spPr>
          <a:xfrm>
            <a:off x="1495637" y="84398"/>
            <a:ext cx="241423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9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</a:t>
            </a:r>
          </a:p>
        </p:txBody>
      </p:sp>
      <p:sp>
        <p:nvSpPr>
          <p:cNvPr id="1743" name="직사각형 1742">
            <a:extLst>
              <a:ext uri="{FF2B5EF4-FFF2-40B4-BE49-F238E27FC236}">
                <a16:creationId xmlns:a16="http://schemas.microsoft.com/office/drawing/2014/main" id="{A0EEE0DC-DD3D-EB46-24E3-72C98667FB61}"/>
              </a:ext>
            </a:extLst>
          </p:cNvPr>
          <p:cNvSpPr/>
          <p:nvPr/>
        </p:nvSpPr>
        <p:spPr bwMode="auto">
          <a:xfrm>
            <a:off x="-1619250" y="-93727"/>
            <a:ext cx="3627207" cy="457200"/>
          </a:xfrm>
          <a:prstGeom prst="rect">
            <a:avLst/>
          </a:prstGeom>
          <a:noFill/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744" name="TextBox 1743">
            <a:extLst>
              <a:ext uri="{FF2B5EF4-FFF2-40B4-BE49-F238E27FC236}">
                <a16:creationId xmlns:a16="http://schemas.microsoft.com/office/drawing/2014/main" id="{E0664BFB-E8CA-365E-C0E3-A77C063CB214}"/>
              </a:ext>
            </a:extLst>
          </p:cNvPr>
          <p:cNvSpPr txBox="1"/>
          <p:nvPr/>
        </p:nvSpPr>
        <p:spPr>
          <a:xfrm>
            <a:off x="-1617024" y="45713"/>
            <a:ext cx="60128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기준일자</a:t>
            </a:r>
          </a:p>
        </p:txBody>
      </p:sp>
      <p:sp>
        <p:nvSpPr>
          <p:cNvPr id="1745" name="직사각형 1744">
            <a:extLst>
              <a:ext uri="{FF2B5EF4-FFF2-40B4-BE49-F238E27FC236}">
                <a16:creationId xmlns:a16="http://schemas.microsoft.com/office/drawing/2014/main" id="{7086EB4C-5113-1EC4-F482-1FCBDF6E6B60}"/>
              </a:ext>
            </a:extLst>
          </p:cNvPr>
          <p:cNvSpPr/>
          <p:nvPr/>
        </p:nvSpPr>
        <p:spPr bwMode="auto">
          <a:xfrm>
            <a:off x="4311614" y="542856"/>
            <a:ext cx="7058025" cy="457200"/>
          </a:xfrm>
          <a:prstGeom prst="rect">
            <a:avLst/>
          </a:prstGeom>
          <a:noFill/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746" name="Rectangle 43">
            <a:extLst>
              <a:ext uri="{FF2B5EF4-FFF2-40B4-BE49-F238E27FC236}">
                <a16:creationId xmlns:a16="http://schemas.microsoft.com/office/drawing/2014/main" id="{2CFC36B1-8F01-DC80-A536-A21A9CE087B9}"/>
              </a:ext>
            </a:extLst>
          </p:cNvPr>
          <p:cNvSpPr/>
          <p:nvPr/>
        </p:nvSpPr>
        <p:spPr>
          <a:xfrm>
            <a:off x="-541422" y="503488"/>
            <a:ext cx="1818441" cy="440110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47" name="AutoShape 55">
            <a:extLst>
              <a:ext uri="{FF2B5EF4-FFF2-40B4-BE49-F238E27FC236}">
                <a16:creationId xmlns:a16="http://schemas.microsoft.com/office/drawing/2014/main" id="{EEAF1679-F90C-D541-3726-FE6797460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43433" y="524146"/>
            <a:ext cx="284400" cy="283906"/>
          </a:xfrm>
          <a:prstGeom prst="ellipse">
            <a:avLst/>
          </a:prstGeom>
          <a:solidFill>
            <a:srgbClr val="242852">
              <a:lumMod val="60000"/>
              <a:lumOff val="40000"/>
            </a:srgbClr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8" name="Rectangle 43">
            <a:extLst>
              <a:ext uri="{FF2B5EF4-FFF2-40B4-BE49-F238E27FC236}">
                <a16:creationId xmlns:a16="http://schemas.microsoft.com/office/drawing/2014/main" id="{F3CB7638-CCCD-3504-0C5D-4E992CD8EFB5}"/>
              </a:ext>
            </a:extLst>
          </p:cNvPr>
          <p:cNvSpPr/>
          <p:nvPr/>
        </p:nvSpPr>
        <p:spPr>
          <a:xfrm>
            <a:off x="1348616" y="482728"/>
            <a:ext cx="1953351" cy="460870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49" name="TextBox 1748">
            <a:extLst>
              <a:ext uri="{FF2B5EF4-FFF2-40B4-BE49-F238E27FC236}">
                <a16:creationId xmlns:a16="http://schemas.microsoft.com/office/drawing/2014/main" id="{C5A466B3-4A14-BA37-FB67-CADAE75DDB58}"/>
              </a:ext>
            </a:extLst>
          </p:cNvPr>
          <p:cNvSpPr txBox="1"/>
          <p:nvPr/>
        </p:nvSpPr>
        <p:spPr>
          <a:xfrm>
            <a:off x="2100394" y="546812"/>
            <a:ext cx="1125998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223,582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1100" b="1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0" name="AutoShape 55">
            <a:extLst>
              <a:ext uri="{FF2B5EF4-FFF2-40B4-BE49-F238E27FC236}">
                <a16:creationId xmlns:a16="http://schemas.microsoft.com/office/drawing/2014/main" id="{293252D6-B037-2055-2F99-61BF10837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0576" y="520920"/>
            <a:ext cx="284400" cy="283906"/>
          </a:xfrm>
          <a:prstGeom prst="ellipse">
            <a:avLst/>
          </a:prstGeom>
          <a:solidFill>
            <a:srgbClr val="242852">
              <a:lumMod val="20000"/>
              <a:lumOff val="80000"/>
            </a:srgbClr>
          </a:solidFill>
          <a:ln w="3175">
            <a:noFill/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1" name="Multipe Users">
            <a:extLst>
              <a:ext uri="{FF2B5EF4-FFF2-40B4-BE49-F238E27FC236}">
                <a16:creationId xmlns:a16="http://schemas.microsoft.com/office/drawing/2014/main" id="{43235B2D-463F-16E6-7C8F-17F327BACD5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16349" y="606765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52" name="TextBox 1751">
            <a:extLst>
              <a:ext uri="{FF2B5EF4-FFF2-40B4-BE49-F238E27FC236}">
                <a16:creationId xmlns:a16="http://schemas.microsoft.com/office/drawing/2014/main" id="{E593E7BB-D8BD-6FE9-96F2-91079EB190B9}"/>
              </a:ext>
            </a:extLst>
          </p:cNvPr>
          <p:cNvSpPr txBox="1"/>
          <p:nvPr/>
        </p:nvSpPr>
        <p:spPr>
          <a:xfrm>
            <a:off x="283672" y="555876"/>
            <a:ext cx="91440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1,354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3" name="Airplane">
            <a:extLst>
              <a:ext uri="{FF2B5EF4-FFF2-40B4-BE49-F238E27FC236}">
                <a16:creationId xmlns:a16="http://schemas.microsoft.com/office/drawing/2014/main" id="{39326838-8CD1-9D60-40D3-46B5231D70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280652" y="578390"/>
            <a:ext cx="192006" cy="167772"/>
          </a:xfrm>
          <a:custGeom>
            <a:avLst/>
            <a:gdLst>
              <a:gd name="T0" fmla="*/ 169 w 671"/>
              <a:gd name="T1" fmla="*/ 0 h 586"/>
              <a:gd name="T2" fmla="*/ 149 w 671"/>
              <a:gd name="T3" fmla="*/ 28 h 586"/>
              <a:gd name="T4" fmla="*/ 230 w 671"/>
              <a:gd name="T5" fmla="*/ 227 h 586"/>
              <a:gd name="T6" fmla="*/ 88 w 671"/>
              <a:gd name="T7" fmla="*/ 227 h 586"/>
              <a:gd name="T8" fmla="*/ 54 w 671"/>
              <a:gd name="T9" fmla="*/ 160 h 586"/>
              <a:gd name="T10" fmla="*/ 40 w 671"/>
              <a:gd name="T11" fmla="*/ 149 h 586"/>
              <a:gd name="T12" fmla="*/ 0 w 671"/>
              <a:gd name="T13" fmla="*/ 166 h 586"/>
              <a:gd name="T14" fmla="*/ 26 w 671"/>
              <a:gd name="T15" fmla="*/ 293 h 586"/>
              <a:gd name="T16" fmla="*/ 0 w 671"/>
              <a:gd name="T17" fmla="*/ 419 h 586"/>
              <a:gd name="T18" fmla="*/ 51 w 671"/>
              <a:gd name="T19" fmla="*/ 431 h 586"/>
              <a:gd name="T20" fmla="*/ 54 w 671"/>
              <a:gd name="T21" fmla="*/ 427 h 586"/>
              <a:gd name="T22" fmla="*/ 54 w 671"/>
              <a:gd name="T23" fmla="*/ 427 h 586"/>
              <a:gd name="T24" fmla="*/ 88 w 671"/>
              <a:gd name="T25" fmla="*/ 360 h 586"/>
              <a:gd name="T26" fmla="*/ 230 w 671"/>
              <a:gd name="T27" fmla="*/ 360 h 586"/>
              <a:gd name="T28" fmla="*/ 149 w 671"/>
              <a:gd name="T29" fmla="*/ 558 h 586"/>
              <a:gd name="T30" fmla="*/ 169 w 671"/>
              <a:gd name="T31" fmla="*/ 586 h 586"/>
              <a:gd name="T32" fmla="*/ 200 w 671"/>
              <a:gd name="T33" fmla="*/ 583 h 586"/>
              <a:gd name="T34" fmla="*/ 200 w 671"/>
              <a:gd name="T35" fmla="*/ 583 h 586"/>
              <a:gd name="T36" fmla="*/ 224 w 671"/>
              <a:gd name="T37" fmla="*/ 569 h 586"/>
              <a:gd name="T38" fmla="*/ 388 w 671"/>
              <a:gd name="T39" fmla="*/ 360 h 586"/>
              <a:gd name="T40" fmla="*/ 583 w 671"/>
              <a:gd name="T41" fmla="*/ 360 h 586"/>
              <a:gd name="T42" fmla="*/ 646 w 671"/>
              <a:gd name="T43" fmla="*/ 334 h 586"/>
              <a:gd name="T44" fmla="*/ 646 w 671"/>
              <a:gd name="T45" fmla="*/ 253 h 586"/>
              <a:gd name="T46" fmla="*/ 583 w 671"/>
              <a:gd name="T47" fmla="*/ 227 h 586"/>
              <a:gd name="T48" fmla="*/ 388 w 671"/>
              <a:gd name="T49" fmla="*/ 227 h 586"/>
              <a:gd name="T50" fmla="*/ 224 w 671"/>
              <a:gd name="T51" fmla="*/ 17 h 586"/>
              <a:gd name="T52" fmla="*/ 169 w 671"/>
              <a:gd name="T53" fmla="*/ 0 h 586"/>
              <a:gd name="T54" fmla="*/ 177 w 671"/>
              <a:gd name="T55" fmla="*/ 28 h 586"/>
              <a:gd name="T56" fmla="*/ 197 w 671"/>
              <a:gd name="T57" fmla="*/ 30 h 586"/>
              <a:gd name="T58" fmla="*/ 211 w 671"/>
              <a:gd name="T59" fmla="*/ 44 h 586"/>
              <a:gd name="T60" fmla="*/ 375 w 671"/>
              <a:gd name="T61" fmla="*/ 253 h 586"/>
              <a:gd name="T62" fmla="*/ 583 w 671"/>
              <a:gd name="T63" fmla="*/ 253 h 586"/>
              <a:gd name="T64" fmla="*/ 627 w 671"/>
              <a:gd name="T65" fmla="*/ 271 h 586"/>
              <a:gd name="T66" fmla="*/ 627 w 671"/>
              <a:gd name="T67" fmla="*/ 316 h 586"/>
              <a:gd name="T68" fmla="*/ 583 w 671"/>
              <a:gd name="T69" fmla="*/ 333 h 586"/>
              <a:gd name="T70" fmla="*/ 375 w 671"/>
              <a:gd name="T71" fmla="*/ 333 h 586"/>
              <a:gd name="T72" fmla="*/ 203 w 671"/>
              <a:gd name="T73" fmla="*/ 552 h 586"/>
              <a:gd name="T74" fmla="*/ 197 w 671"/>
              <a:gd name="T75" fmla="*/ 556 h 586"/>
              <a:gd name="T76" fmla="*/ 177 w 671"/>
              <a:gd name="T77" fmla="*/ 558 h 586"/>
              <a:gd name="T78" fmla="*/ 270 w 671"/>
              <a:gd name="T79" fmla="*/ 333 h 586"/>
              <a:gd name="T80" fmla="*/ 72 w 671"/>
              <a:gd name="T81" fmla="*/ 333 h 586"/>
              <a:gd name="T82" fmla="*/ 29 w 671"/>
              <a:gd name="T83" fmla="*/ 413 h 586"/>
              <a:gd name="T84" fmla="*/ 53 w 671"/>
              <a:gd name="T85" fmla="*/ 293 h 586"/>
              <a:gd name="T86" fmla="*/ 29 w 671"/>
              <a:gd name="T87" fmla="*/ 174 h 586"/>
              <a:gd name="T88" fmla="*/ 72 w 671"/>
              <a:gd name="T89" fmla="*/ 253 h 586"/>
              <a:gd name="T90" fmla="*/ 270 w 671"/>
              <a:gd name="T91" fmla="*/ 253 h 586"/>
              <a:gd name="T92" fmla="*/ 177 w 671"/>
              <a:gd name="T93" fmla="*/ 28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71" h="586">
                <a:moveTo>
                  <a:pt x="169" y="0"/>
                </a:moveTo>
                <a:cubicBezTo>
                  <a:pt x="150" y="1"/>
                  <a:pt x="147" y="12"/>
                  <a:pt x="149" y="28"/>
                </a:cubicBezTo>
                <a:cubicBezTo>
                  <a:pt x="175" y="93"/>
                  <a:pt x="201" y="157"/>
                  <a:pt x="230" y="227"/>
                </a:cubicBezTo>
                <a:lnTo>
                  <a:pt x="88" y="227"/>
                </a:lnTo>
                <a:cubicBezTo>
                  <a:pt x="83" y="217"/>
                  <a:pt x="59" y="170"/>
                  <a:pt x="54" y="160"/>
                </a:cubicBezTo>
                <a:cubicBezTo>
                  <a:pt x="51" y="155"/>
                  <a:pt x="45" y="150"/>
                  <a:pt x="40" y="149"/>
                </a:cubicBezTo>
                <a:cubicBezTo>
                  <a:pt x="20" y="144"/>
                  <a:pt x="5" y="144"/>
                  <a:pt x="0" y="166"/>
                </a:cubicBezTo>
                <a:cubicBezTo>
                  <a:pt x="8" y="208"/>
                  <a:pt x="18" y="256"/>
                  <a:pt x="26" y="293"/>
                </a:cubicBezTo>
                <a:cubicBezTo>
                  <a:pt x="25" y="298"/>
                  <a:pt x="1" y="414"/>
                  <a:pt x="0" y="419"/>
                </a:cubicBezTo>
                <a:cubicBezTo>
                  <a:pt x="3" y="446"/>
                  <a:pt x="35" y="444"/>
                  <a:pt x="51" y="431"/>
                </a:cubicBezTo>
                <a:cubicBezTo>
                  <a:pt x="53" y="429"/>
                  <a:pt x="53" y="428"/>
                  <a:pt x="54" y="427"/>
                </a:cubicBezTo>
                <a:lnTo>
                  <a:pt x="54" y="427"/>
                </a:lnTo>
                <a:cubicBezTo>
                  <a:pt x="59" y="417"/>
                  <a:pt x="83" y="370"/>
                  <a:pt x="88" y="360"/>
                </a:cubicBezTo>
                <a:lnTo>
                  <a:pt x="230" y="360"/>
                </a:lnTo>
                <a:cubicBezTo>
                  <a:pt x="202" y="429"/>
                  <a:pt x="178" y="486"/>
                  <a:pt x="149" y="558"/>
                </a:cubicBezTo>
                <a:cubicBezTo>
                  <a:pt x="145" y="577"/>
                  <a:pt x="152" y="583"/>
                  <a:pt x="169" y="586"/>
                </a:cubicBezTo>
                <a:cubicBezTo>
                  <a:pt x="174" y="586"/>
                  <a:pt x="189" y="584"/>
                  <a:pt x="200" y="583"/>
                </a:cubicBezTo>
                <a:lnTo>
                  <a:pt x="200" y="583"/>
                </a:lnTo>
                <a:cubicBezTo>
                  <a:pt x="214" y="582"/>
                  <a:pt x="222" y="572"/>
                  <a:pt x="224" y="569"/>
                </a:cubicBezTo>
                <a:cubicBezTo>
                  <a:pt x="278" y="501"/>
                  <a:pt x="337" y="425"/>
                  <a:pt x="388" y="360"/>
                </a:cubicBezTo>
                <a:lnTo>
                  <a:pt x="583" y="360"/>
                </a:lnTo>
                <a:cubicBezTo>
                  <a:pt x="612" y="360"/>
                  <a:pt x="633" y="348"/>
                  <a:pt x="646" y="334"/>
                </a:cubicBezTo>
                <a:cubicBezTo>
                  <a:pt x="671" y="309"/>
                  <a:pt x="668" y="275"/>
                  <a:pt x="646" y="253"/>
                </a:cubicBezTo>
                <a:cubicBezTo>
                  <a:pt x="633" y="239"/>
                  <a:pt x="611" y="227"/>
                  <a:pt x="583" y="227"/>
                </a:cubicBezTo>
                <a:lnTo>
                  <a:pt x="388" y="227"/>
                </a:lnTo>
                <a:cubicBezTo>
                  <a:pt x="327" y="149"/>
                  <a:pt x="278" y="85"/>
                  <a:pt x="224" y="17"/>
                </a:cubicBezTo>
                <a:cubicBezTo>
                  <a:pt x="208" y="1"/>
                  <a:pt x="190" y="2"/>
                  <a:pt x="169" y="0"/>
                </a:cubicBezTo>
                <a:close/>
                <a:moveTo>
                  <a:pt x="177" y="28"/>
                </a:moveTo>
                <a:cubicBezTo>
                  <a:pt x="184" y="29"/>
                  <a:pt x="190" y="29"/>
                  <a:pt x="197" y="30"/>
                </a:cubicBezTo>
                <a:cubicBezTo>
                  <a:pt x="204" y="32"/>
                  <a:pt x="206" y="38"/>
                  <a:pt x="211" y="44"/>
                </a:cubicBezTo>
                <a:cubicBezTo>
                  <a:pt x="269" y="118"/>
                  <a:pt x="326" y="191"/>
                  <a:pt x="375" y="253"/>
                </a:cubicBezTo>
                <a:lnTo>
                  <a:pt x="583" y="253"/>
                </a:lnTo>
                <a:cubicBezTo>
                  <a:pt x="604" y="253"/>
                  <a:pt x="618" y="261"/>
                  <a:pt x="627" y="271"/>
                </a:cubicBezTo>
                <a:cubicBezTo>
                  <a:pt x="642" y="286"/>
                  <a:pt x="642" y="301"/>
                  <a:pt x="627" y="316"/>
                </a:cubicBezTo>
                <a:cubicBezTo>
                  <a:pt x="618" y="325"/>
                  <a:pt x="604" y="333"/>
                  <a:pt x="583" y="333"/>
                </a:cubicBezTo>
                <a:lnTo>
                  <a:pt x="375" y="333"/>
                </a:lnTo>
                <a:cubicBezTo>
                  <a:pt x="315" y="411"/>
                  <a:pt x="255" y="486"/>
                  <a:pt x="203" y="552"/>
                </a:cubicBezTo>
                <a:cubicBezTo>
                  <a:pt x="200" y="557"/>
                  <a:pt x="203" y="556"/>
                  <a:pt x="197" y="556"/>
                </a:cubicBezTo>
                <a:cubicBezTo>
                  <a:pt x="190" y="557"/>
                  <a:pt x="184" y="558"/>
                  <a:pt x="177" y="558"/>
                </a:cubicBezTo>
                <a:cubicBezTo>
                  <a:pt x="207" y="486"/>
                  <a:pt x="241" y="402"/>
                  <a:pt x="270" y="333"/>
                </a:cubicBezTo>
                <a:lnTo>
                  <a:pt x="72" y="333"/>
                </a:lnTo>
                <a:cubicBezTo>
                  <a:pt x="58" y="362"/>
                  <a:pt x="42" y="391"/>
                  <a:pt x="29" y="413"/>
                </a:cubicBezTo>
                <a:cubicBezTo>
                  <a:pt x="37" y="373"/>
                  <a:pt x="45" y="333"/>
                  <a:pt x="53" y="293"/>
                </a:cubicBezTo>
                <a:cubicBezTo>
                  <a:pt x="45" y="252"/>
                  <a:pt x="36" y="212"/>
                  <a:pt x="29" y="174"/>
                </a:cubicBezTo>
                <a:cubicBezTo>
                  <a:pt x="45" y="198"/>
                  <a:pt x="60" y="230"/>
                  <a:pt x="72" y="253"/>
                </a:cubicBezTo>
                <a:lnTo>
                  <a:pt x="270" y="253"/>
                </a:lnTo>
                <a:cubicBezTo>
                  <a:pt x="236" y="171"/>
                  <a:pt x="207" y="102"/>
                  <a:pt x="177" y="28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sz="731" dirty="0">
              <a:solidFill>
                <a:prstClr val="black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4" name="TextBox 1753">
            <a:extLst>
              <a:ext uri="{FF2B5EF4-FFF2-40B4-BE49-F238E27FC236}">
                <a16:creationId xmlns:a16="http://schemas.microsoft.com/office/drawing/2014/main" id="{6EAA6BBD-6BDA-183F-808E-91670799EC30}"/>
              </a:ext>
            </a:extLst>
          </p:cNvPr>
          <p:cNvSpPr txBox="1"/>
          <p:nvPr/>
        </p:nvSpPr>
        <p:spPr>
          <a:xfrm>
            <a:off x="-630612" y="824259"/>
            <a:ext cx="9144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운항편</a:t>
            </a:r>
          </a:p>
        </p:txBody>
      </p:sp>
      <p:sp>
        <p:nvSpPr>
          <p:cNvPr id="1755" name="TextBox 1754">
            <a:extLst>
              <a:ext uri="{FF2B5EF4-FFF2-40B4-BE49-F238E27FC236}">
                <a16:creationId xmlns:a16="http://schemas.microsoft.com/office/drawing/2014/main" id="{D201252F-A6EB-D656-ED0D-91CF24B50624}"/>
              </a:ext>
            </a:extLst>
          </p:cNvPr>
          <p:cNvSpPr txBox="1"/>
          <p:nvPr/>
        </p:nvSpPr>
        <p:spPr>
          <a:xfrm>
            <a:off x="1257694" y="824259"/>
            <a:ext cx="914400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총 여객수</a:t>
            </a:r>
          </a:p>
        </p:txBody>
      </p:sp>
      <p:sp>
        <p:nvSpPr>
          <p:cNvPr id="1756" name="Rectangle 43">
            <a:extLst>
              <a:ext uri="{FF2B5EF4-FFF2-40B4-BE49-F238E27FC236}">
                <a16:creationId xmlns:a16="http://schemas.microsoft.com/office/drawing/2014/main" id="{566FE824-50AB-248D-7EAF-CB26A79E70A3}"/>
              </a:ext>
            </a:extLst>
          </p:cNvPr>
          <p:cNvSpPr/>
          <p:nvPr/>
        </p:nvSpPr>
        <p:spPr>
          <a:xfrm>
            <a:off x="-1442799" y="2374136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7" name="AutoShape 55">
            <a:extLst>
              <a:ext uri="{FF2B5EF4-FFF2-40B4-BE49-F238E27FC236}">
                <a16:creationId xmlns:a16="http://schemas.microsoft.com/office/drawing/2014/main" id="{CA55B6D7-ABA6-5526-4EC6-CDD0024A5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299711" y="2461015"/>
            <a:ext cx="322901" cy="283906"/>
          </a:xfrm>
          <a:prstGeom prst="ellipse">
            <a:avLst/>
          </a:prstGeom>
          <a:solidFill>
            <a:srgbClr val="242852">
              <a:lumMod val="60000"/>
              <a:lumOff val="40000"/>
            </a:srgbClr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8" name="TextBox 1757">
            <a:extLst>
              <a:ext uri="{FF2B5EF4-FFF2-40B4-BE49-F238E27FC236}">
                <a16:creationId xmlns:a16="http://schemas.microsoft.com/office/drawing/2014/main" id="{601CD70B-720A-19D3-DB8F-2646F0F837AE}"/>
              </a:ext>
            </a:extLst>
          </p:cNvPr>
          <p:cNvSpPr txBox="1"/>
          <p:nvPr/>
        </p:nvSpPr>
        <p:spPr>
          <a:xfrm>
            <a:off x="-721972" y="2552299"/>
            <a:ext cx="90496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270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9" name="Airplane">
            <a:extLst>
              <a:ext uri="{FF2B5EF4-FFF2-40B4-BE49-F238E27FC236}">
                <a16:creationId xmlns:a16="http://schemas.microsoft.com/office/drawing/2014/main" id="{E647F751-D8F5-C49B-718B-46216B5038F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-1236930" y="2515259"/>
            <a:ext cx="217999" cy="167772"/>
          </a:xfrm>
          <a:custGeom>
            <a:avLst/>
            <a:gdLst>
              <a:gd name="T0" fmla="*/ 169 w 671"/>
              <a:gd name="T1" fmla="*/ 0 h 586"/>
              <a:gd name="T2" fmla="*/ 149 w 671"/>
              <a:gd name="T3" fmla="*/ 28 h 586"/>
              <a:gd name="T4" fmla="*/ 230 w 671"/>
              <a:gd name="T5" fmla="*/ 227 h 586"/>
              <a:gd name="T6" fmla="*/ 88 w 671"/>
              <a:gd name="T7" fmla="*/ 227 h 586"/>
              <a:gd name="T8" fmla="*/ 54 w 671"/>
              <a:gd name="T9" fmla="*/ 160 h 586"/>
              <a:gd name="T10" fmla="*/ 40 w 671"/>
              <a:gd name="T11" fmla="*/ 149 h 586"/>
              <a:gd name="T12" fmla="*/ 0 w 671"/>
              <a:gd name="T13" fmla="*/ 166 h 586"/>
              <a:gd name="T14" fmla="*/ 26 w 671"/>
              <a:gd name="T15" fmla="*/ 293 h 586"/>
              <a:gd name="T16" fmla="*/ 0 w 671"/>
              <a:gd name="T17" fmla="*/ 419 h 586"/>
              <a:gd name="T18" fmla="*/ 51 w 671"/>
              <a:gd name="T19" fmla="*/ 431 h 586"/>
              <a:gd name="T20" fmla="*/ 54 w 671"/>
              <a:gd name="T21" fmla="*/ 427 h 586"/>
              <a:gd name="T22" fmla="*/ 54 w 671"/>
              <a:gd name="T23" fmla="*/ 427 h 586"/>
              <a:gd name="T24" fmla="*/ 88 w 671"/>
              <a:gd name="T25" fmla="*/ 360 h 586"/>
              <a:gd name="T26" fmla="*/ 230 w 671"/>
              <a:gd name="T27" fmla="*/ 360 h 586"/>
              <a:gd name="T28" fmla="*/ 149 w 671"/>
              <a:gd name="T29" fmla="*/ 558 h 586"/>
              <a:gd name="T30" fmla="*/ 169 w 671"/>
              <a:gd name="T31" fmla="*/ 586 h 586"/>
              <a:gd name="T32" fmla="*/ 200 w 671"/>
              <a:gd name="T33" fmla="*/ 583 h 586"/>
              <a:gd name="T34" fmla="*/ 200 w 671"/>
              <a:gd name="T35" fmla="*/ 583 h 586"/>
              <a:gd name="T36" fmla="*/ 224 w 671"/>
              <a:gd name="T37" fmla="*/ 569 h 586"/>
              <a:gd name="T38" fmla="*/ 388 w 671"/>
              <a:gd name="T39" fmla="*/ 360 h 586"/>
              <a:gd name="T40" fmla="*/ 583 w 671"/>
              <a:gd name="T41" fmla="*/ 360 h 586"/>
              <a:gd name="T42" fmla="*/ 646 w 671"/>
              <a:gd name="T43" fmla="*/ 334 h 586"/>
              <a:gd name="T44" fmla="*/ 646 w 671"/>
              <a:gd name="T45" fmla="*/ 253 h 586"/>
              <a:gd name="T46" fmla="*/ 583 w 671"/>
              <a:gd name="T47" fmla="*/ 227 h 586"/>
              <a:gd name="T48" fmla="*/ 388 w 671"/>
              <a:gd name="T49" fmla="*/ 227 h 586"/>
              <a:gd name="T50" fmla="*/ 224 w 671"/>
              <a:gd name="T51" fmla="*/ 17 h 586"/>
              <a:gd name="T52" fmla="*/ 169 w 671"/>
              <a:gd name="T53" fmla="*/ 0 h 586"/>
              <a:gd name="T54" fmla="*/ 177 w 671"/>
              <a:gd name="T55" fmla="*/ 28 h 586"/>
              <a:gd name="T56" fmla="*/ 197 w 671"/>
              <a:gd name="T57" fmla="*/ 30 h 586"/>
              <a:gd name="T58" fmla="*/ 211 w 671"/>
              <a:gd name="T59" fmla="*/ 44 h 586"/>
              <a:gd name="T60" fmla="*/ 375 w 671"/>
              <a:gd name="T61" fmla="*/ 253 h 586"/>
              <a:gd name="T62" fmla="*/ 583 w 671"/>
              <a:gd name="T63" fmla="*/ 253 h 586"/>
              <a:gd name="T64" fmla="*/ 627 w 671"/>
              <a:gd name="T65" fmla="*/ 271 h 586"/>
              <a:gd name="T66" fmla="*/ 627 w 671"/>
              <a:gd name="T67" fmla="*/ 316 h 586"/>
              <a:gd name="T68" fmla="*/ 583 w 671"/>
              <a:gd name="T69" fmla="*/ 333 h 586"/>
              <a:gd name="T70" fmla="*/ 375 w 671"/>
              <a:gd name="T71" fmla="*/ 333 h 586"/>
              <a:gd name="T72" fmla="*/ 203 w 671"/>
              <a:gd name="T73" fmla="*/ 552 h 586"/>
              <a:gd name="T74" fmla="*/ 197 w 671"/>
              <a:gd name="T75" fmla="*/ 556 h 586"/>
              <a:gd name="T76" fmla="*/ 177 w 671"/>
              <a:gd name="T77" fmla="*/ 558 h 586"/>
              <a:gd name="T78" fmla="*/ 270 w 671"/>
              <a:gd name="T79" fmla="*/ 333 h 586"/>
              <a:gd name="T80" fmla="*/ 72 w 671"/>
              <a:gd name="T81" fmla="*/ 333 h 586"/>
              <a:gd name="T82" fmla="*/ 29 w 671"/>
              <a:gd name="T83" fmla="*/ 413 h 586"/>
              <a:gd name="T84" fmla="*/ 53 w 671"/>
              <a:gd name="T85" fmla="*/ 293 h 586"/>
              <a:gd name="T86" fmla="*/ 29 w 671"/>
              <a:gd name="T87" fmla="*/ 174 h 586"/>
              <a:gd name="T88" fmla="*/ 72 w 671"/>
              <a:gd name="T89" fmla="*/ 253 h 586"/>
              <a:gd name="T90" fmla="*/ 270 w 671"/>
              <a:gd name="T91" fmla="*/ 253 h 586"/>
              <a:gd name="T92" fmla="*/ 177 w 671"/>
              <a:gd name="T93" fmla="*/ 28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71" h="586">
                <a:moveTo>
                  <a:pt x="169" y="0"/>
                </a:moveTo>
                <a:cubicBezTo>
                  <a:pt x="150" y="1"/>
                  <a:pt x="147" y="12"/>
                  <a:pt x="149" y="28"/>
                </a:cubicBezTo>
                <a:cubicBezTo>
                  <a:pt x="175" y="93"/>
                  <a:pt x="201" y="157"/>
                  <a:pt x="230" y="227"/>
                </a:cubicBezTo>
                <a:lnTo>
                  <a:pt x="88" y="227"/>
                </a:lnTo>
                <a:cubicBezTo>
                  <a:pt x="83" y="217"/>
                  <a:pt x="59" y="170"/>
                  <a:pt x="54" y="160"/>
                </a:cubicBezTo>
                <a:cubicBezTo>
                  <a:pt x="51" y="155"/>
                  <a:pt x="45" y="150"/>
                  <a:pt x="40" y="149"/>
                </a:cubicBezTo>
                <a:cubicBezTo>
                  <a:pt x="20" y="144"/>
                  <a:pt x="5" y="144"/>
                  <a:pt x="0" y="166"/>
                </a:cubicBezTo>
                <a:cubicBezTo>
                  <a:pt x="8" y="208"/>
                  <a:pt x="18" y="256"/>
                  <a:pt x="26" y="293"/>
                </a:cubicBezTo>
                <a:cubicBezTo>
                  <a:pt x="25" y="298"/>
                  <a:pt x="1" y="414"/>
                  <a:pt x="0" y="419"/>
                </a:cubicBezTo>
                <a:cubicBezTo>
                  <a:pt x="3" y="446"/>
                  <a:pt x="35" y="444"/>
                  <a:pt x="51" y="431"/>
                </a:cubicBezTo>
                <a:cubicBezTo>
                  <a:pt x="53" y="429"/>
                  <a:pt x="53" y="428"/>
                  <a:pt x="54" y="427"/>
                </a:cubicBezTo>
                <a:lnTo>
                  <a:pt x="54" y="427"/>
                </a:lnTo>
                <a:cubicBezTo>
                  <a:pt x="59" y="417"/>
                  <a:pt x="83" y="370"/>
                  <a:pt x="88" y="360"/>
                </a:cubicBezTo>
                <a:lnTo>
                  <a:pt x="230" y="360"/>
                </a:lnTo>
                <a:cubicBezTo>
                  <a:pt x="202" y="429"/>
                  <a:pt x="178" y="486"/>
                  <a:pt x="149" y="558"/>
                </a:cubicBezTo>
                <a:cubicBezTo>
                  <a:pt x="145" y="577"/>
                  <a:pt x="152" y="583"/>
                  <a:pt x="169" y="586"/>
                </a:cubicBezTo>
                <a:cubicBezTo>
                  <a:pt x="174" y="586"/>
                  <a:pt x="189" y="584"/>
                  <a:pt x="200" y="583"/>
                </a:cubicBezTo>
                <a:lnTo>
                  <a:pt x="200" y="583"/>
                </a:lnTo>
                <a:cubicBezTo>
                  <a:pt x="214" y="582"/>
                  <a:pt x="222" y="572"/>
                  <a:pt x="224" y="569"/>
                </a:cubicBezTo>
                <a:cubicBezTo>
                  <a:pt x="278" y="501"/>
                  <a:pt x="337" y="425"/>
                  <a:pt x="388" y="360"/>
                </a:cubicBezTo>
                <a:lnTo>
                  <a:pt x="583" y="360"/>
                </a:lnTo>
                <a:cubicBezTo>
                  <a:pt x="612" y="360"/>
                  <a:pt x="633" y="348"/>
                  <a:pt x="646" y="334"/>
                </a:cubicBezTo>
                <a:cubicBezTo>
                  <a:pt x="671" y="309"/>
                  <a:pt x="668" y="275"/>
                  <a:pt x="646" y="253"/>
                </a:cubicBezTo>
                <a:cubicBezTo>
                  <a:pt x="633" y="239"/>
                  <a:pt x="611" y="227"/>
                  <a:pt x="583" y="227"/>
                </a:cubicBezTo>
                <a:lnTo>
                  <a:pt x="388" y="227"/>
                </a:lnTo>
                <a:cubicBezTo>
                  <a:pt x="327" y="149"/>
                  <a:pt x="278" y="85"/>
                  <a:pt x="224" y="17"/>
                </a:cubicBezTo>
                <a:cubicBezTo>
                  <a:pt x="208" y="1"/>
                  <a:pt x="190" y="2"/>
                  <a:pt x="169" y="0"/>
                </a:cubicBezTo>
                <a:close/>
                <a:moveTo>
                  <a:pt x="177" y="28"/>
                </a:moveTo>
                <a:cubicBezTo>
                  <a:pt x="184" y="29"/>
                  <a:pt x="190" y="29"/>
                  <a:pt x="197" y="30"/>
                </a:cubicBezTo>
                <a:cubicBezTo>
                  <a:pt x="204" y="32"/>
                  <a:pt x="206" y="38"/>
                  <a:pt x="211" y="44"/>
                </a:cubicBezTo>
                <a:cubicBezTo>
                  <a:pt x="269" y="118"/>
                  <a:pt x="326" y="191"/>
                  <a:pt x="375" y="253"/>
                </a:cubicBezTo>
                <a:lnTo>
                  <a:pt x="583" y="253"/>
                </a:lnTo>
                <a:cubicBezTo>
                  <a:pt x="604" y="253"/>
                  <a:pt x="618" y="261"/>
                  <a:pt x="627" y="271"/>
                </a:cubicBezTo>
                <a:cubicBezTo>
                  <a:pt x="642" y="286"/>
                  <a:pt x="642" y="301"/>
                  <a:pt x="627" y="316"/>
                </a:cubicBezTo>
                <a:cubicBezTo>
                  <a:pt x="618" y="325"/>
                  <a:pt x="604" y="333"/>
                  <a:pt x="583" y="333"/>
                </a:cubicBezTo>
                <a:lnTo>
                  <a:pt x="375" y="333"/>
                </a:lnTo>
                <a:cubicBezTo>
                  <a:pt x="315" y="411"/>
                  <a:pt x="255" y="486"/>
                  <a:pt x="203" y="552"/>
                </a:cubicBezTo>
                <a:cubicBezTo>
                  <a:pt x="200" y="557"/>
                  <a:pt x="203" y="556"/>
                  <a:pt x="197" y="556"/>
                </a:cubicBezTo>
                <a:cubicBezTo>
                  <a:pt x="190" y="557"/>
                  <a:pt x="184" y="558"/>
                  <a:pt x="177" y="558"/>
                </a:cubicBezTo>
                <a:cubicBezTo>
                  <a:pt x="207" y="486"/>
                  <a:pt x="241" y="402"/>
                  <a:pt x="270" y="333"/>
                </a:cubicBezTo>
                <a:lnTo>
                  <a:pt x="72" y="333"/>
                </a:lnTo>
                <a:cubicBezTo>
                  <a:pt x="58" y="362"/>
                  <a:pt x="42" y="391"/>
                  <a:pt x="29" y="413"/>
                </a:cubicBezTo>
                <a:cubicBezTo>
                  <a:pt x="37" y="373"/>
                  <a:pt x="45" y="333"/>
                  <a:pt x="53" y="293"/>
                </a:cubicBezTo>
                <a:cubicBezTo>
                  <a:pt x="45" y="252"/>
                  <a:pt x="36" y="212"/>
                  <a:pt x="29" y="174"/>
                </a:cubicBezTo>
                <a:cubicBezTo>
                  <a:pt x="45" y="198"/>
                  <a:pt x="60" y="230"/>
                  <a:pt x="72" y="253"/>
                </a:cubicBezTo>
                <a:lnTo>
                  <a:pt x="270" y="253"/>
                </a:lnTo>
                <a:cubicBezTo>
                  <a:pt x="236" y="171"/>
                  <a:pt x="207" y="102"/>
                  <a:pt x="177" y="28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sz="731" dirty="0">
              <a:solidFill>
                <a:prstClr val="black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1" name="TextBox 1760">
            <a:extLst>
              <a:ext uri="{FF2B5EF4-FFF2-40B4-BE49-F238E27FC236}">
                <a16:creationId xmlns:a16="http://schemas.microsoft.com/office/drawing/2014/main" id="{44B53135-D9D1-01F2-B9C4-3B72D7389BB0}"/>
              </a:ext>
            </a:extLst>
          </p:cNvPr>
          <p:cNvSpPr txBox="1"/>
          <p:nvPr/>
        </p:nvSpPr>
        <p:spPr>
          <a:xfrm>
            <a:off x="-1020791" y="1395108"/>
            <a:ext cx="5442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23" name="TextBox 1822">
            <a:extLst>
              <a:ext uri="{FF2B5EF4-FFF2-40B4-BE49-F238E27FC236}">
                <a16:creationId xmlns:a16="http://schemas.microsoft.com/office/drawing/2014/main" id="{D8529372-10A7-FB6D-8EEF-7FD135ADB3B2}"/>
              </a:ext>
            </a:extLst>
          </p:cNvPr>
          <p:cNvSpPr txBox="1"/>
          <p:nvPr/>
        </p:nvSpPr>
        <p:spPr>
          <a:xfrm>
            <a:off x="-1068285" y="5357871"/>
            <a:ext cx="23024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   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14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대기열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24" name="TextBox 1823">
            <a:extLst>
              <a:ext uri="{FF2B5EF4-FFF2-40B4-BE49-F238E27FC236}">
                <a16:creationId xmlns:a16="http://schemas.microsoft.com/office/drawing/2014/main" id="{8805A7FC-9D99-A4F0-717E-C8409ABC7424}"/>
              </a:ext>
            </a:extLst>
          </p:cNvPr>
          <p:cNvSpPr txBox="1"/>
          <p:nvPr/>
        </p:nvSpPr>
        <p:spPr>
          <a:xfrm>
            <a:off x="2145052" y="5340710"/>
            <a:ext cx="227085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   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 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대기열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34" name="TextBox 1833">
            <a:extLst>
              <a:ext uri="{FF2B5EF4-FFF2-40B4-BE49-F238E27FC236}">
                <a16:creationId xmlns:a16="http://schemas.microsoft.com/office/drawing/2014/main" id="{3676FB80-B7F5-7FE2-3E72-77DC35ED9ECA}"/>
              </a:ext>
            </a:extLst>
          </p:cNvPr>
          <p:cNvSpPr txBox="1"/>
          <p:nvPr/>
        </p:nvSpPr>
        <p:spPr>
          <a:xfrm>
            <a:off x="7889874" y="-79370"/>
            <a:ext cx="240512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1"/>
            <a:r>
              <a:rPr lang="en-US" altLang="ko-KR" sz="10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T2</a:t>
            </a:r>
            <a:r>
              <a:rPr lang="ko-KR" altLang="en-US" sz="10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시간대별 출발여객</a:t>
            </a:r>
          </a:p>
        </p:txBody>
      </p:sp>
      <p:pic>
        <p:nvPicPr>
          <p:cNvPr id="1835" name="그림 1834">
            <a:extLst>
              <a:ext uri="{FF2B5EF4-FFF2-40B4-BE49-F238E27FC236}">
                <a16:creationId xmlns:a16="http://schemas.microsoft.com/office/drawing/2014/main" id="{5FD10764-9407-FAC2-FF88-44986A9BD72A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-1782" t="21345" r="89884" b="16773"/>
          <a:stretch/>
        </p:blipFill>
        <p:spPr>
          <a:xfrm>
            <a:off x="-1555151" y="1342148"/>
            <a:ext cx="522513" cy="383177"/>
          </a:xfrm>
          <a:prstGeom prst="rect">
            <a:avLst/>
          </a:prstGeom>
        </p:spPr>
      </p:pic>
      <p:pic>
        <p:nvPicPr>
          <p:cNvPr id="1836" name="그림 1835">
            <a:extLst>
              <a:ext uri="{FF2B5EF4-FFF2-40B4-BE49-F238E27FC236}">
                <a16:creationId xmlns:a16="http://schemas.microsoft.com/office/drawing/2014/main" id="{B53AFE0A-5BAE-0AB2-0A6C-2C8C76A0FFB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313768" y="1240550"/>
            <a:ext cx="390580" cy="523948"/>
          </a:xfrm>
          <a:prstGeom prst="rect">
            <a:avLst/>
          </a:prstGeom>
        </p:spPr>
      </p:pic>
      <p:sp>
        <p:nvSpPr>
          <p:cNvPr id="1840" name="Rectangle 43">
            <a:extLst>
              <a:ext uri="{FF2B5EF4-FFF2-40B4-BE49-F238E27FC236}">
                <a16:creationId xmlns:a16="http://schemas.microsoft.com/office/drawing/2014/main" id="{B2DBC724-0AC2-78A8-E9FB-648104B3D51F}"/>
              </a:ext>
            </a:extLst>
          </p:cNvPr>
          <p:cNvSpPr/>
          <p:nvPr/>
        </p:nvSpPr>
        <p:spPr>
          <a:xfrm>
            <a:off x="-1600200" y="508140"/>
            <a:ext cx="988261" cy="435458"/>
          </a:xfrm>
          <a:prstGeom prst="roundRect">
            <a:avLst>
              <a:gd name="adj" fmla="val 3831"/>
            </a:avLst>
          </a:prstGeom>
          <a:solidFill>
            <a:schemeClr val="bg1">
              <a:lumMod val="95000"/>
            </a:schemeClr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41" name="TextBox 1840">
            <a:extLst>
              <a:ext uri="{FF2B5EF4-FFF2-40B4-BE49-F238E27FC236}">
                <a16:creationId xmlns:a16="http://schemas.microsoft.com/office/drawing/2014/main" id="{76E2D765-B8AF-277D-6BB5-6201F0083FEA}"/>
              </a:ext>
            </a:extLst>
          </p:cNvPr>
          <p:cNvSpPr txBox="1"/>
          <p:nvPr/>
        </p:nvSpPr>
        <p:spPr>
          <a:xfrm>
            <a:off x="-1512643" y="579964"/>
            <a:ext cx="8675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운항계획</a:t>
            </a:r>
          </a:p>
        </p:txBody>
      </p:sp>
      <p:grpSp>
        <p:nvGrpSpPr>
          <p:cNvPr id="1846" name="그룹 1845">
            <a:extLst>
              <a:ext uri="{FF2B5EF4-FFF2-40B4-BE49-F238E27FC236}">
                <a16:creationId xmlns:a16="http://schemas.microsoft.com/office/drawing/2014/main" id="{D2CFA229-6239-0B0B-F74A-872A3CBA9CD6}"/>
              </a:ext>
            </a:extLst>
          </p:cNvPr>
          <p:cNvGrpSpPr/>
          <p:nvPr/>
        </p:nvGrpSpPr>
        <p:grpSpPr>
          <a:xfrm>
            <a:off x="4643487" y="5546638"/>
            <a:ext cx="184761" cy="184761"/>
            <a:chOff x="-1420568" y="2626905"/>
            <a:chExt cx="184761" cy="184761"/>
          </a:xfrm>
        </p:grpSpPr>
        <p:sp>
          <p:nvSpPr>
            <p:cNvPr id="1847" name="타원 1846">
              <a:extLst>
                <a:ext uri="{FF2B5EF4-FFF2-40B4-BE49-F238E27FC236}">
                  <a16:creationId xmlns:a16="http://schemas.microsoft.com/office/drawing/2014/main" id="{18CDEE05-A5A4-99C6-9F69-90453FB4BFF0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848" name="Chevron Right">
              <a:extLst>
                <a:ext uri="{FF2B5EF4-FFF2-40B4-BE49-F238E27FC236}">
                  <a16:creationId xmlns:a16="http://schemas.microsoft.com/office/drawing/2014/main" id="{7A18D7B8-0161-D486-5386-23D0D382B4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849" name="그룹 1848">
            <a:extLst>
              <a:ext uri="{FF2B5EF4-FFF2-40B4-BE49-F238E27FC236}">
                <a16:creationId xmlns:a16="http://schemas.microsoft.com/office/drawing/2014/main" id="{52CBD071-9E3F-F5AD-CEBD-3C1C82D5AB02}"/>
              </a:ext>
            </a:extLst>
          </p:cNvPr>
          <p:cNvGrpSpPr/>
          <p:nvPr/>
        </p:nvGrpSpPr>
        <p:grpSpPr>
          <a:xfrm>
            <a:off x="1703297" y="5546113"/>
            <a:ext cx="184761" cy="184761"/>
            <a:chOff x="-1420568" y="3549256"/>
            <a:chExt cx="184761" cy="184761"/>
          </a:xfrm>
        </p:grpSpPr>
        <p:sp>
          <p:nvSpPr>
            <p:cNvPr id="1850" name="타원 1849">
              <a:extLst>
                <a:ext uri="{FF2B5EF4-FFF2-40B4-BE49-F238E27FC236}">
                  <a16:creationId xmlns:a16="http://schemas.microsoft.com/office/drawing/2014/main" id="{CA2C037B-6C02-0E82-CBFE-0B058CDA9B13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851" name="Chevron Left">
              <a:extLst>
                <a:ext uri="{FF2B5EF4-FFF2-40B4-BE49-F238E27FC236}">
                  <a16:creationId xmlns:a16="http://schemas.microsoft.com/office/drawing/2014/main" id="{A42FC4D3-765B-D8BF-4602-90AC618C8E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2" name="TextBox 1851">
            <a:extLst>
              <a:ext uri="{FF2B5EF4-FFF2-40B4-BE49-F238E27FC236}">
                <a16:creationId xmlns:a16="http://schemas.microsoft.com/office/drawing/2014/main" id="{AD98C930-0ECB-344E-2F68-3743355C30CA}"/>
              </a:ext>
            </a:extLst>
          </p:cNvPr>
          <p:cNvSpPr txBox="1"/>
          <p:nvPr/>
        </p:nvSpPr>
        <p:spPr>
          <a:xfrm>
            <a:off x="-150238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1853" name="TextBox 1852">
            <a:extLst>
              <a:ext uri="{FF2B5EF4-FFF2-40B4-BE49-F238E27FC236}">
                <a16:creationId xmlns:a16="http://schemas.microsoft.com/office/drawing/2014/main" id="{93A9D0D5-545E-EF0B-C224-17999E5BCA87}"/>
              </a:ext>
            </a:extLst>
          </p:cNvPr>
          <p:cNvSpPr txBox="1"/>
          <p:nvPr/>
        </p:nvSpPr>
        <p:spPr>
          <a:xfrm>
            <a:off x="2608972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1854" name="직사각형 1853">
            <a:extLst>
              <a:ext uri="{FF2B5EF4-FFF2-40B4-BE49-F238E27FC236}">
                <a16:creationId xmlns:a16="http://schemas.microsoft.com/office/drawing/2014/main" id="{C7920794-8171-F261-3E1A-4EF01FA45A9F}"/>
              </a:ext>
            </a:extLst>
          </p:cNvPr>
          <p:cNvSpPr/>
          <p:nvPr/>
        </p:nvSpPr>
        <p:spPr bwMode="auto">
          <a:xfrm>
            <a:off x="1300989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5" name="직사각형 1854">
            <a:extLst>
              <a:ext uri="{FF2B5EF4-FFF2-40B4-BE49-F238E27FC236}">
                <a16:creationId xmlns:a16="http://schemas.microsoft.com/office/drawing/2014/main" id="{5326E88E-0955-0DB8-67E6-6E7E20B1DD54}"/>
              </a:ext>
            </a:extLst>
          </p:cNvPr>
          <p:cNvSpPr/>
          <p:nvPr/>
        </p:nvSpPr>
        <p:spPr bwMode="auto">
          <a:xfrm>
            <a:off x="4489357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6" name="직사각형 1855">
            <a:extLst>
              <a:ext uri="{FF2B5EF4-FFF2-40B4-BE49-F238E27FC236}">
                <a16:creationId xmlns:a16="http://schemas.microsoft.com/office/drawing/2014/main" id="{E61806D4-F76C-9781-57BB-63DDC170B67F}"/>
              </a:ext>
            </a:extLst>
          </p:cNvPr>
          <p:cNvSpPr/>
          <p:nvPr/>
        </p:nvSpPr>
        <p:spPr bwMode="auto">
          <a:xfrm>
            <a:off x="4539485" y="2033895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7" name="직사각형 1856">
            <a:extLst>
              <a:ext uri="{FF2B5EF4-FFF2-40B4-BE49-F238E27FC236}">
                <a16:creationId xmlns:a16="http://schemas.microsoft.com/office/drawing/2014/main" id="{01CBDEB2-EFCB-86AB-80DE-A9A3DDB3A14A}"/>
              </a:ext>
            </a:extLst>
          </p:cNvPr>
          <p:cNvSpPr/>
          <p:nvPr/>
        </p:nvSpPr>
        <p:spPr bwMode="auto">
          <a:xfrm>
            <a:off x="11084664" y="2033895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9" name="Multipe Users">
            <a:extLst>
              <a:ext uri="{FF2B5EF4-FFF2-40B4-BE49-F238E27FC236}">
                <a16:creationId xmlns:a16="http://schemas.microsoft.com/office/drawing/2014/main" id="{516E0DC8-27E9-17B2-1795-ABABBE97B0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18111" y="2540359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0" name="Rectangle 43">
            <a:extLst>
              <a:ext uri="{FF2B5EF4-FFF2-40B4-BE49-F238E27FC236}">
                <a16:creationId xmlns:a16="http://schemas.microsoft.com/office/drawing/2014/main" id="{057F7634-10B4-931F-111A-C5E6D4410F39}"/>
              </a:ext>
            </a:extLst>
          </p:cNvPr>
          <p:cNvSpPr/>
          <p:nvPr/>
        </p:nvSpPr>
        <p:spPr>
          <a:xfrm>
            <a:off x="5102376" y="3111090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61" name="TextBox 1860">
            <a:extLst>
              <a:ext uri="{FF2B5EF4-FFF2-40B4-BE49-F238E27FC236}">
                <a16:creationId xmlns:a16="http://schemas.microsoft.com/office/drawing/2014/main" id="{006705B5-77FC-DB34-2FD6-BB5F00486538}"/>
              </a:ext>
            </a:extLst>
          </p:cNvPr>
          <p:cNvSpPr txBox="1"/>
          <p:nvPr/>
        </p:nvSpPr>
        <p:spPr>
          <a:xfrm>
            <a:off x="5798928" y="3281378"/>
            <a:ext cx="1103933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B0F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12,423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en-US" altLang="ko-KR" sz="1100" b="1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62" name="AutoShape 55">
            <a:extLst>
              <a:ext uri="{FF2B5EF4-FFF2-40B4-BE49-F238E27FC236}">
                <a16:creationId xmlns:a16="http://schemas.microsoft.com/office/drawing/2014/main" id="{31FA7E3A-E8FA-1D04-C532-7555B4EB8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2338" y="3194743"/>
            <a:ext cx="284400" cy="283906"/>
          </a:xfrm>
          <a:prstGeom prst="ellipse">
            <a:avLst/>
          </a:prstGeom>
          <a:solidFill>
            <a:srgbClr val="242852">
              <a:lumMod val="20000"/>
              <a:lumOff val="80000"/>
            </a:srgbClr>
          </a:solidFill>
          <a:ln w="3175">
            <a:noFill/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63" name="Multipe Users">
            <a:extLst>
              <a:ext uri="{FF2B5EF4-FFF2-40B4-BE49-F238E27FC236}">
                <a16:creationId xmlns:a16="http://schemas.microsoft.com/office/drawing/2014/main" id="{EAE422A7-7D31-385C-362D-9B1D2BA3363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18111" y="3280588"/>
            <a:ext cx="132854" cy="112217"/>
          </a:xfrm>
          <a:custGeom>
            <a:avLst/>
            <a:gdLst>
              <a:gd name="T0" fmla="*/ 146 w 669"/>
              <a:gd name="T1" fmla="*/ 198 h 568"/>
              <a:gd name="T2" fmla="*/ 162 w 669"/>
              <a:gd name="T3" fmla="*/ 274 h 568"/>
              <a:gd name="T4" fmla="*/ 191 w 669"/>
              <a:gd name="T5" fmla="*/ 337 h 568"/>
              <a:gd name="T6" fmla="*/ 97 w 669"/>
              <a:gd name="T7" fmla="*/ 437 h 568"/>
              <a:gd name="T8" fmla="*/ 0 w 669"/>
              <a:gd name="T9" fmla="*/ 568 h 568"/>
              <a:gd name="T10" fmla="*/ 516 w 669"/>
              <a:gd name="T11" fmla="*/ 496 h 568"/>
              <a:gd name="T12" fmla="*/ 640 w 669"/>
              <a:gd name="T13" fmla="*/ 416 h 568"/>
              <a:gd name="T14" fmla="*/ 510 w 669"/>
              <a:gd name="T15" fmla="*/ 338 h 568"/>
              <a:gd name="T16" fmla="*/ 522 w 669"/>
              <a:gd name="T17" fmla="*/ 281 h 568"/>
              <a:gd name="T18" fmla="*/ 554 w 669"/>
              <a:gd name="T19" fmla="*/ 210 h 568"/>
              <a:gd name="T20" fmla="*/ 541 w 669"/>
              <a:gd name="T21" fmla="*/ 60 h 568"/>
              <a:gd name="T22" fmla="*/ 440 w 669"/>
              <a:gd name="T23" fmla="*/ 13 h 568"/>
              <a:gd name="T24" fmla="*/ 267 w 669"/>
              <a:gd name="T25" fmla="*/ 0 h 568"/>
              <a:gd name="T26" fmla="*/ 316 w 669"/>
              <a:gd name="T27" fmla="*/ 43 h 568"/>
              <a:gd name="T28" fmla="*/ 363 w 669"/>
              <a:gd name="T29" fmla="*/ 70 h 568"/>
              <a:gd name="T30" fmla="*/ 360 w 669"/>
              <a:gd name="T31" fmla="*/ 208 h 568"/>
              <a:gd name="T32" fmla="*/ 365 w 669"/>
              <a:gd name="T33" fmla="*/ 251 h 568"/>
              <a:gd name="T34" fmla="*/ 349 w 669"/>
              <a:gd name="T35" fmla="*/ 266 h 568"/>
              <a:gd name="T36" fmla="*/ 326 w 669"/>
              <a:gd name="T37" fmla="*/ 320 h 568"/>
              <a:gd name="T38" fmla="*/ 320 w 669"/>
              <a:gd name="T39" fmla="*/ 389 h 568"/>
              <a:gd name="T40" fmla="*/ 366 w 669"/>
              <a:gd name="T41" fmla="*/ 436 h 568"/>
              <a:gd name="T42" fmla="*/ 482 w 669"/>
              <a:gd name="T43" fmla="*/ 495 h 568"/>
              <a:gd name="T44" fmla="*/ 31 w 669"/>
              <a:gd name="T45" fmla="*/ 541 h 568"/>
              <a:gd name="T46" fmla="*/ 171 w 669"/>
              <a:gd name="T47" fmla="*/ 436 h 568"/>
              <a:gd name="T48" fmla="*/ 216 w 669"/>
              <a:gd name="T49" fmla="*/ 389 h 568"/>
              <a:gd name="T50" fmla="*/ 210 w 669"/>
              <a:gd name="T51" fmla="*/ 320 h 568"/>
              <a:gd name="T52" fmla="*/ 186 w 669"/>
              <a:gd name="T53" fmla="*/ 266 h 568"/>
              <a:gd name="T54" fmla="*/ 171 w 669"/>
              <a:gd name="T55" fmla="*/ 251 h 568"/>
              <a:gd name="T56" fmla="*/ 176 w 669"/>
              <a:gd name="T57" fmla="*/ 208 h 568"/>
              <a:gd name="T58" fmla="*/ 267 w 669"/>
              <a:gd name="T59" fmla="*/ 26 h 568"/>
              <a:gd name="T60" fmla="*/ 483 w 669"/>
              <a:gd name="T61" fmla="*/ 58 h 568"/>
              <a:gd name="T62" fmla="*/ 530 w 669"/>
              <a:gd name="T63" fmla="*/ 109 h 568"/>
              <a:gd name="T64" fmla="*/ 525 w 669"/>
              <a:gd name="T65" fmla="*/ 197 h 568"/>
              <a:gd name="T66" fmla="*/ 520 w 669"/>
              <a:gd name="T67" fmla="*/ 227 h 568"/>
              <a:gd name="T68" fmla="*/ 498 w 669"/>
              <a:gd name="T69" fmla="*/ 269 h 568"/>
              <a:gd name="T70" fmla="*/ 482 w 669"/>
              <a:gd name="T71" fmla="*/ 287 h 568"/>
              <a:gd name="T72" fmla="*/ 483 w 669"/>
              <a:gd name="T73" fmla="*/ 345 h 568"/>
              <a:gd name="T74" fmla="*/ 575 w 669"/>
              <a:gd name="T75" fmla="*/ 406 h 568"/>
              <a:gd name="T76" fmla="*/ 493 w 669"/>
              <a:gd name="T77" fmla="*/ 469 h 568"/>
              <a:gd name="T78" fmla="*/ 347 w 669"/>
              <a:gd name="T79" fmla="*/ 385 h 568"/>
              <a:gd name="T80" fmla="*/ 362 w 669"/>
              <a:gd name="T81" fmla="*/ 314 h 568"/>
              <a:gd name="T82" fmla="*/ 399 w 669"/>
              <a:gd name="T83" fmla="*/ 231 h 568"/>
              <a:gd name="T84" fmla="*/ 384 w 669"/>
              <a:gd name="T85" fmla="*/ 54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9" h="568">
                <a:moveTo>
                  <a:pt x="266" y="0"/>
                </a:moveTo>
                <a:cubicBezTo>
                  <a:pt x="204" y="1"/>
                  <a:pt x="164" y="26"/>
                  <a:pt x="147" y="66"/>
                </a:cubicBezTo>
                <a:cubicBezTo>
                  <a:pt x="131" y="103"/>
                  <a:pt x="134" y="150"/>
                  <a:pt x="146" y="198"/>
                </a:cubicBezTo>
                <a:cubicBezTo>
                  <a:pt x="140" y="206"/>
                  <a:pt x="135" y="216"/>
                  <a:pt x="137" y="231"/>
                </a:cubicBezTo>
                <a:cubicBezTo>
                  <a:pt x="138" y="245"/>
                  <a:pt x="144" y="257"/>
                  <a:pt x="150" y="267"/>
                </a:cubicBezTo>
                <a:cubicBezTo>
                  <a:pt x="153" y="272"/>
                  <a:pt x="158" y="272"/>
                  <a:pt x="162" y="274"/>
                </a:cubicBezTo>
                <a:cubicBezTo>
                  <a:pt x="164" y="288"/>
                  <a:pt x="168" y="302"/>
                  <a:pt x="174" y="314"/>
                </a:cubicBezTo>
                <a:cubicBezTo>
                  <a:pt x="178" y="321"/>
                  <a:pt x="181" y="327"/>
                  <a:pt x="185" y="332"/>
                </a:cubicBezTo>
                <a:cubicBezTo>
                  <a:pt x="186" y="334"/>
                  <a:pt x="189" y="335"/>
                  <a:pt x="191" y="337"/>
                </a:cubicBezTo>
                <a:cubicBezTo>
                  <a:pt x="191" y="354"/>
                  <a:pt x="191" y="367"/>
                  <a:pt x="190" y="385"/>
                </a:cubicBezTo>
                <a:cubicBezTo>
                  <a:pt x="185" y="395"/>
                  <a:pt x="175" y="404"/>
                  <a:pt x="159" y="412"/>
                </a:cubicBezTo>
                <a:cubicBezTo>
                  <a:pt x="142" y="420"/>
                  <a:pt x="120" y="428"/>
                  <a:pt x="97" y="437"/>
                </a:cubicBezTo>
                <a:cubicBezTo>
                  <a:pt x="75" y="447"/>
                  <a:pt x="52" y="459"/>
                  <a:pt x="34" y="477"/>
                </a:cubicBezTo>
                <a:cubicBezTo>
                  <a:pt x="16" y="495"/>
                  <a:pt x="3" y="521"/>
                  <a:pt x="1" y="554"/>
                </a:cubicBezTo>
                <a:lnTo>
                  <a:pt x="0" y="568"/>
                </a:lnTo>
                <a:lnTo>
                  <a:pt x="535" y="568"/>
                </a:lnTo>
                <a:lnTo>
                  <a:pt x="535" y="554"/>
                </a:lnTo>
                <a:cubicBezTo>
                  <a:pt x="533" y="531"/>
                  <a:pt x="526" y="511"/>
                  <a:pt x="516" y="496"/>
                </a:cubicBezTo>
                <a:lnTo>
                  <a:pt x="669" y="496"/>
                </a:lnTo>
                <a:lnTo>
                  <a:pt x="668" y="482"/>
                </a:lnTo>
                <a:cubicBezTo>
                  <a:pt x="666" y="453"/>
                  <a:pt x="655" y="431"/>
                  <a:pt x="640" y="416"/>
                </a:cubicBezTo>
                <a:cubicBezTo>
                  <a:pt x="624" y="400"/>
                  <a:pt x="605" y="390"/>
                  <a:pt x="586" y="382"/>
                </a:cubicBezTo>
                <a:cubicBezTo>
                  <a:pt x="567" y="374"/>
                  <a:pt x="549" y="367"/>
                  <a:pt x="535" y="360"/>
                </a:cubicBezTo>
                <a:cubicBezTo>
                  <a:pt x="521" y="353"/>
                  <a:pt x="513" y="347"/>
                  <a:pt x="510" y="338"/>
                </a:cubicBezTo>
                <a:cubicBezTo>
                  <a:pt x="509" y="325"/>
                  <a:pt x="509" y="313"/>
                  <a:pt x="509" y="300"/>
                </a:cubicBezTo>
                <a:cubicBezTo>
                  <a:pt x="510" y="299"/>
                  <a:pt x="512" y="297"/>
                  <a:pt x="513" y="296"/>
                </a:cubicBezTo>
                <a:cubicBezTo>
                  <a:pt x="517" y="291"/>
                  <a:pt x="520" y="286"/>
                  <a:pt x="522" y="281"/>
                </a:cubicBezTo>
                <a:cubicBezTo>
                  <a:pt x="527" y="271"/>
                  <a:pt x="530" y="259"/>
                  <a:pt x="532" y="248"/>
                </a:cubicBezTo>
                <a:cubicBezTo>
                  <a:pt x="536" y="246"/>
                  <a:pt x="540" y="245"/>
                  <a:pt x="543" y="242"/>
                </a:cubicBezTo>
                <a:cubicBezTo>
                  <a:pt x="548" y="234"/>
                  <a:pt x="552" y="224"/>
                  <a:pt x="554" y="210"/>
                </a:cubicBezTo>
                <a:cubicBezTo>
                  <a:pt x="555" y="199"/>
                  <a:pt x="550" y="190"/>
                  <a:pt x="546" y="183"/>
                </a:cubicBezTo>
                <a:cubicBezTo>
                  <a:pt x="552" y="164"/>
                  <a:pt x="558" y="136"/>
                  <a:pt x="556" y="107"/>
                </a:cubicBezTo>
                <a:cubicBezTo>
                  <a:pt x="555" y="90"/>
                  <a:pt x="551" y="74"/>
                  <a:pt x="541" y="60"/>
                </a:cubicBezTo>
                <a:cubicBezTo>
                  <a:pt x="531" y="47"/>
                  <a:pt x="516" y="37"/>
                  <a:pt x="496" y="34"/>
                </a:cubicBezTo>
                <a:cubicBezTo>
                  <a:pt x="483" y="20"/>
                  <a:pt x="464" y="13"/>
                  <a:pt x="440" y="13"/>
                </a:cubicBezTo>
                <a:lnTo>
                  <a:pt x="440" y="13"/>
                </a:lnTo>
                <a:cubicBezTo>
                  <a:pt x="407" y="14"/>
                  <a:pt x="382" y="22"/>
                  <a:pt x="364" y="36"/>
                </a:cubicBezTo>
                <a:cubicBezTo>
                  <a:pt x="356" y="31"/>
                  <a:pt x="346" y="27"/>
                  <a:pt x="335" y="25"/>
                </a:cubicBezTo>
                <a:cubicBezTo>
                  <a:pt x="321" y="7"/>
                  <a:pt x="296" y="0"/>
                  <a:pt x="267" y="0"/>
                </a:cubicBezTo>
                <a:lnTo>
                  <a:pt x="266" y="0"/>
                </a:lnTo>
                <a:close/>
                <a:moveTo>
                  <a:pt x="267" y="26"/>
                </a:moveTo>
                <a:cubicBezTo>
                  <a:pt x="294" y="26"/>
                  <a:pt x="311" y="34"/>
                  <a:pt x="316" y="43"/>
                </a:cubicBezTo>
                <a:lnTo>
                  <a:pt x="319" y="49"/>
                </a:lnTo>
                <a:lnTo>
                  <a:pt x="326" y="50"/>
                </a:lnTo>
                <a:cubicBezTo>
                  <a:pt x="344" y="52"/>
                  <a:pt x="355" y="60"/>
                  <a:pt x="363" y="70"/>
                </a:cubicBezTo>
                <a:cubicBezTo>
                  <a:pt x="370" y="80"/>
                  <a:pt x="374" y="95"/>
                  <a:pt x="375" y="111"/>
                </a:cubicBezTo>
                <a:cubicBezTo>
                  <a:pt x="378" y="143"/>
                  <a:pt x="369" y="180"/>
                  <a:pt x="363" y="198"/>
                </a:cubicBezTo>
                <a:lnTo>
                  <a:pt x="360" y="208"/>
                </a:lnTo>
                <a:lnTo>
                  <a:pt x="369" y="213"/>
                </a:lnTo>
                <a:cubicBezTo>
                  <a:pt x="368" y="213"/>
                  <a:pt x="374" y="217"/>
                  <a:pt x="373" y="228"/>
                </a:cubicBezTo>
                <a:cubicBezTo>
                  <a:pt x="371" y="241"/>
                  <a:pt x="368" y="248"/>
                  <a:pt x="365" y="251"/>
                </a:cubicBezTo>
                <a:cubicBezTo>
                  <a:pt x="363" y="254"/>
                  <a:pt x="362" y="254"/>
                  <a:pt x="361" y="254"/>
                </a:cubicBezTo>
                <a:lnTo>
                  <a:pt x="351" y="255"/>
                </a:lnTo>
                <a:lnTo>
                  <a:pt x="349" y="266"/>
                </a:lnTo>
                <a:cubicBezTo>
                  <a:pt x="348" y="277"/>
                  <a:pt x="343" y="291"/>
                  <a:pt x="338" y="302"/>
                </a:cubicBezTo>
                <a:cubicBezTo>
                  <a:pt x="335" y="308"/>
                  <a:pt x="333" y="312"/>
                  <a:pt x="330" y="316"/>
                </a:cubicBezTo>
                <a:cubicBezTo>
                  <a:pt x="328" y="319"/>
                  <a:pt x="325" y="321"/>
                  <a:pt x="326" y="320"/>
                </a:cubicBezTo>
                <a:lnTo>
                  <a:pt x="319" y="324"/>
                </a:lnTo>
                <a:lnTo>
                  <a:pt x="319" y="332"/>
                </a:lnTo>
                <a:cubicBezTo>
                  <a:pt x="319" y="351"/>
                  <a:pt x="318" y="367"/>
                  <a:pt x="320" y="389"/>
                </a:cubicBezTo>
                <a:lnTo>
                  <a:pt x="321" y="391"/>
                </a:lnTo>
                <a:lnTo>
                  <a:pt x="321" y="393"/>
                </a:lnTo>
                <a:cubicBezTo>
                  <a:pt x="329" y="413"/>
                  <a:pt x="346" y="426"/>
                  <a:pt x="366" y="436"/>
                </a:cubicBezTo>
                <a:cubicBezTo>
                  <a:pt x="385" y="445"/>
                  <a:pt x="407" y="453"/>
                  <a:pt x="428" y="462"/>
                </a:cubicBezTo>
                <a:cubicBezTo>
                  <a:pt x="446" y="469"/>
                  <a:pt x="462" y="478"/>
                  <a:pt x="475" y="489"/>
                </a:cubicBezTo>
                <a:cubicBezTo>
                  <a:pt x="477" y="492"/>
                  <a:pt x="479" y="494"/>
                  <a:pt x="482" y="495"/>
                </a:cubicBezTo>
                <a:cubicBezTo>
                  <a:pt x="482" y="495"/>
                  <a:pt x="482" y="495"/>
                  <a:pt x="483" y="496"/>
                </a:cubicBezTo>
                <a:cubicBezTo>
                  <a:pt x="494" y="507"/>
                  <a:pt x="501" y="522"/>
                  <a:pt x="505" y="541"/>
                </a:cubicBezTo>
                <a:lnTo>
                  <a:pt x="31" y="541"/>
                </a:lnTo>
                <a:cubicBezTo>
                  <a:pt x="35" y="522"/>
                  <a:pt x="42" y="507"/>
                  <a:pt x="53" y="496"/>
                </a:cubicBezTo>
                <a:cubicBezTo>
                  <a:pt x="67" y="481"/>
                  <a:pt x="87" y="471"/>
                  <a:pt x="108" y="462"/>
                </a:cubicBezTo>
                <a:cubicBezTo>
                  <a:pt x="129" y="453"/>
                  <a:pt x="151" y="445"/>
                  <a:pt x="171" y="436"/>
                </a:cubicBezTo>
                <a:cubicBezTo>
                  <a:pt x="190" y="426"/>
                  <a:pt x="208" y="413"/>
                  <a:pt x="215" y="393"/>
                </a:cubicBezTo>
                <a:lnTo>
                  <a:pt x="216" y="391"/>
                </a:lnTo>
                <a:lnTo>
                  <a:pt x="216" y="389"/>
                </a:lnTo>
                <a:cubicBezTo>
                  <a:pt x="218" y="367"/>
                  <a:pt x="217" y="351"/>
                  <a:pt x="217" y="332"/>
                </a:cubicBezTo>
                <a:lnTo>
                  <a:pt x="217" y="324"/>
                </a:lnTo>
                <a:lnTo>
                  <a:pt x="210" y="320"/>
                </a:lnTo>
                <a:cubicBezTo>
                  <a:pt x="211" y="321"/>
                  <a:pt x="209" y="319"/>
                  <a:pt x="206" y="316"/>
                </a:cubicBezTo>
                <a:cubicBezTo>
                  <a:pt x="204" y="312"/>
                  <a:pt x="201" y="307"/>
                  <a:pt x="198" y="302"/>
                </a:cubicBezTo>
                <a:cubicBezTo>
                  <a:pt x="192" y="291"/>
                  <a:pt x="188" y="277"/>
                  <a:pt x="186" y="266"/>
                </a:cubicBezTo>
                <a:lnTo>
                  <a:pt x="185" y="255"/>
                </a:lnTo>
                <a:lnTo>
                  <a:pt x="174" y="254"/>
                </a:lnTo>
                <a:cubicBezTo>
                  <a:pt x="174" y="254"/>
                  <a:pt x="173" y="254"/>
                  <a:pt x="171" y="251"/>
                </a:cubicBezTo>
                <a:cubicBezTo>
                  <a:pt x="168" y="248"/>
                  <a:pt x="165" y="241"/>
                  <a:pt x="163" y="228"/>
                </a:cubicBezTo>
                <a:cubicBezTo>
                  <a:pt x="161" y="222"/>
                  <a:pt x="166" y="217"/>
                  <a:pt x="167" y="213"/>
                </a:cubicBezTo>
                <a:lnTo>
                  <a:pt x="176" y="208"/>
                </a:lnTo>
                <a:lnTo>
                  <a:pt x="173" y="198"/>
                </a:lnTo>
                <a:cubicBezTo>
                  <a:pt x="161" y="150"/>
                  <a:pt x="159" y="106"/>
                  <a:pt x="172" y="76"/>
                </a:cubicBezTo>
                <a:cubicBezTo>
                  <a:pt x="185" y="46"/>
                  <a:pt x="211" y="27"/>
                  <a:pt x="267" y="26"/>
                </a:cubicBezTo>
                <a:close/>
                <a:moveTo>
                  <a:pt x="440" y="40"/>
                </a:moveTo>
                <a:cubicBezTo>
                  <a:pt x="463" y="40"/>
                  <a:pt x="476" y="46"/>
                  <a:pt x="480" y="53"/>
                </a:cubicBezTo>
                <a:lnTo>
                  <a:pt x="483" y="58"/>
                </a:lnTo>
                <a:lnTo>
                  <a:pt x="490" y="59"/>
                </a:lnTo>
                <a:cubicBezTo>
                  <a:pt x="505" y="61"/>
                  <a:pt x="513" y="67"/>
                  <a:pt x="519" y="76"/>
                </a:cubicBezTo>
                <a:cubicBezTo>
                  <a:pt x="525" y="84"/>
                  <a:pt x="529" y="96"/>
                  <a:pt x="530" y="109"/>
                </a:cubicBezTo>
                <a:cubicBezTo>
                  <a:pt x="532" y="135"/>
                  <a:pt x="524" y="167"/>
                  <a:pt x="519" y="181"/>
                </a:cubicBezTo>
                <a:lnTo>
                  <a:pt x="516" y="191"/>
                </a:lnTo>
                <a:lnTo>
                  <a:pt x="525" y="197"/>
                </a:lnTo>
                <a:cubicBezTo>
                  <a:pt x="524" y="196"/>
                  <a:pt x="528" y="198"/>
                  <a:pt x="527" y="207"/>
                </a:cubicBezTo>
                <a:cubicBezTo>
                  <a:pt x="527" y="214"/>
                  <a:pt x="524" y="219"/>
                  <a:pt x="522" y="225"/>
                </a:cubicBezTo>
                <a:cubicBezTo>
                  <a:pt x="520" y="227"/>
                  <a:pt x="519" y="227"/>
                  <a:pt x="520" y="227"/>
                </a:cubicBezTo>
                <a:lnTo>
                  <a:pt x="509" y="228"/>
                </a:lnTo>
                <a:lnTo>
                  <a:pt x="508" y="239"/>
                </a:lnTo>
                <a:cubicBezTo>
                  <a:pt x="507" y="248"/>
                  <a:pt x="503" y="260"/>
                  <a:pt x="498" y="269"/>
                </a:cubicBezTo>
                <a:cubicBezTo>
                  <a:pt x="496" y="273"/>
                  <a:pt x="494" y="277"/>
                  <a:pt x="492" y="280"/>
                </a:cubicBezTo>
                <a:cubicBezTo>
                  <a:pt x="490" y="283"/>
                  <a:pt x="488" y="284"/>
                  <a:pt x="489" y="283"/>
                </a:cubicBezTo>
                <a:lnTo>
                  <a:pt x="482" y="287"/>
                </a:lnTo>
                <a:lnTo>
                  <a:pt x="482" y="295"/>
                </a:lnTo>
                <a:cubicBezTo>
                  <a:pt x="482" y="311"/>
                  <a:pt x="482" y="325"/>
                  <a:pt x="483" y="344"/>
                </a:cubicBezTo>
                <a:lnTo>
                  <a:pt x="483" y="345"/>
                </a:lnTo>
                <a:lnTo>
                  <a:pt x="484" y="347"/>
                </a:lnTo>
                <a:cubicBezTo>
                  <a:pt x="491" y="365"/>
                  <a:pt x="506" y="376"/>
                  <a:pt x="523" y="384"/>
                </a:cubicBezTo>
                <a:cubicBezTo>
                  <a:pt x="539" y="392"/>
                  <a:pt x="558" y="399"/>
                  <a:pt x="575" y="406"/>
                </a:cubicBezTo>
                <a:cubicBezTo>
                  <a:pt x="593" y="414"/>
                  <a:pt x="609" y="422"/>
                  <a:pt x="621" y="434"/>
                </a:cubicBezTo>
                <a:cubicBezTo>
                  <a:pt x="629" y="443"/>
                  <a:pt x="635" y="455"/>
                  <a:pt x="638" y="469"/>
                </a:cubicBezTo>
                <a:lnTo>
                  <a:pt x="493" y="469"/>
                </a:lnTo>
                <a:cubicBezTo>
                  <a:pt x="477" y="455"/>
                  <a:pt x="458" y="445"/>
                  <a:pt x="439" y="437"/>
                </a:cubicBezTo>
                <a:cubicBezTo>
                  <a:pt x="417" y="428"/>
                  <a:pt x="395" y="420"/>
                  <a:pt x="378" y="412"/>
                </a:cubicBezTo>
                <a:cubicBezTo>
                  <a:pt x="361" y="404"/>
                  <a:pt x="351" y="395"/>
                  <a:pt x="347" y="385"/>
                </a:cubicBezTo>
                <a:cubicBezTo>
                  <a:pt x="345" y="367"/>
                  <a:pt x="346" y="353"/>
                  <a:pt x="346" y="337"/>
                </a:cubicBezTo>
                <a:cubicBezTo>
                  <a:pt x="348" y="335"/>
                  <a:pt x="350" y="334"/>
                  <a:pt x="352" y="331"/>
                </a:cubicBezTo>
                <a:cubicBezTo>
                  <a:pt x="355" y="326"/>
                  <a:pt x="359" y="320"/>
                  <a:pt x="362" y="314"/>
                </a:cubicBezTo>
                <a:cubicBezTo>
                  <a:pt x="368" y="302"/>
                  <a:pt x="372" y="288"/>
                  <a:pt x="374" y="274"/>
                </a:cubicBezTo>
                <a:cubicBezTo>
                  <a:pt x="378" y="272"/>
                  <a:pt x="383" y="272"/>
                  <a:pt x="386" y="267"/>
                </a:cubicBezTo>
                <a:cubicBezTo>
                  <a:pt x="393" y="259"/>
                  <a:pt x="397" y="247"/>
                  <a:pt x="399" y="231"/>
                </a:cubicBezTo>
                <a:cubicBezTo>
                  <a:pt x="401" y="216"/>
                  <a:pt x="396" y="206"/>
                  <a:pt x="390" y="199"/>
                </a:cubicBezTo>
                <a:cubicBezTo>
                  <a:pt x="396" y="178"/>
                  <a:pt x="405" y="144"/>
                  <a:pt x="402" y="109"/>
                </a:cubicBezTo>
                <a:cubicBezTo>
                  <a:pt x="398" y="88"/>
                  <a:pt x="395" y="68"/>
                  <a:pt x="384" y="54"/>
                </a:cubicBezTo>
                <a:cubicBezTo>
                  <a:pt x="397" y="46"/>
                  <a:pt x="415" y="40"/>
                  <a:pt x="440" y="40"/>
                </a:cubicBezTo>
                <a:close/>
              </a:path>
            </a:pathLst>
          </a:custGeom>
          <a:solidFill>
            <a:sysClr val="window" lastClr="FFFFFF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31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4" name="Rectangle 7">
            <a:extLst>
              <a:ext uri="{FF2B5EF4-FFF2-40B4-BE49-F238E27FC236}">
                <a16:creationId xmlns:a16="http://schemas.microsoft.com/office/drawing/2014/main" id="{1D761251-29A2-C041-FB21-27E595F39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574" y="4330920"/>
            <a:ext cx="2935706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65" name="TextBox 1864">
            <a:extLst>
              <a:ext uri="{FF2B5EF4-FFF2-40B4-BE49-F238E27FC236}">
                <a16:creationId xmlns:a16="http://schemas.microsoft.com/office/drawing/2014/main" id="{9654132D-304C-B54A-3EA2-5583A9D3E477}"/>
              </a:ext>
            </a:extLst>
          </p:cNvPr>
          <p:cNvSpPr txBox="1"/>
          <p:nvPr/>
        </p:nvSpPr>
        <p:spPr>
          <a:xfrm>
            <a:off x="5265870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</a:t>
            </a:r>
          </a:p>
        </p:txBody>
      </p:sp>
      <p:grpSp>
        <p:nvGrpSpPr>
          <p:cNvPr id="1866" name="그룹 1865">
            <a:extLst>
              <a:ext uri="{FF2B5EF4-FFF2-40B4-BE49-F238E27FC236}">
                <a16:creationId xmlns:a16="http://schemas.microsoft.com/office/drawing/2014/main" id="{F74FA096-B5E6-C4A0-D165-A5343C391842}"/>
              </a:ext>
            </a:extLst>
          </p:cNvPr>
          <p:cNvGrpSpPr/>
          <p:nvPr/>
        </p:nvGrpSpPr>
        <p:grpSpPr>
          <a:xfrm>
            <a:off x="5118877" y="5809306"/>
            <a:ext cx="1082304" cy="847725"/>
            <a:chOff x="-1051388" y="5181600"/>
            <a:chExt cx="1082304" cy="847725"/>
          </a:xfrm>
        </p:grpSpPr>
        <p:sp>
          <p:nvSpPr>
            <p:cNvPr id="1867" name="사각형: 둥근 모서리 1866">
              <a:extLst>
                <a:ext uri="{FF2B5EF4-FFF2-40B4-BE49-F238E27FC236}">
                  <a16:creationId xmlns:a16="http://schemas.microsoft.com/office/drawing/2014/main" id="{F284D5FF-083B-2354-0808-443EF5AA6B75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9246DBF4-5F98-DDAB-3416-E8EFACE2A4B6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69" name="그룹 1868">
              <a:extLst>
                <a:ext uri="{FF2B5EF4-FFF2-40B4-BE49-F238E27FC236}">
                  <a16:creationId xmlns:a16="http://schemas.microsoft.com/office/drawing/2014/main" id="{663935E3-A14A-4D19-6B72-ED82DBA8084A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1870" name="AutoShape 55">
                <a:extLst>
                  <a:ext uri="{FF2B5EF4-FFF2-40B4-BE49-F238E27FC236}">
                    <a16:creationId xmlns:a16="http://schemas.microsoft.com/office/drawing/2014/main" id="{AA6DB4E9-18D3-A566-59B1-398301947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71" name="원호 1870">
                <a:extLst>
                  <a:ext uri="{FF2B5EF4-FFF2-40B4-BE49-F238E27FC236}">
                    <a16:creationId xmlns:a16="http://schemas.microsoft.com/office/drawing/2014/main" id="{2BA8AE17-8139-9C8E-9A09-AE3E4FFBFC2C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872" name="그룹 1871">
            <a:extLst>
              <a:ext uri="{FF2B5EF4-FFF2-40B4-BE49-F238E27FC236}">
                <a16:creationId xmlns:a16="http://schemas.microsoft.com/office/drawing/2014/main" id="{FB6CFA89-6FBF-4AC4-C1CD-26F0FA7B8E5B}"/>
              </a:ext>
            </a:extLst>
          </p:cNvPr>
          <p:cNvGrpSpPr/>
          <p:nvPr/>
        </p:nvGrpSpPr>
        <p:grpSpPr>
          <a:xfrm>
            <a:off x="7103101" y="5809306"/>
            <a:ext cx="1082304" cy="847725"/>
            <a:chOff x="-1119299" y="5248018"/>
            <a:chExt cx="1082304" cy="847725"/>
          </a:xfrm>
        </p:grpSpPr>
        <p:sp>
          <p:nvSpPr>
            <p:cNvPr id="1873" name="사각형: 둥근 모서리 1872">
              <a:extLst>
                <a:ext uri="{FF2B5EF4-FFF2-40B4-BE49-F238E27FC236}">
                  <a16:creationId xmlns:a16="http://schemas.microsoft.com/office/drawing/2014/main" id="{05E13B72-8B0F-4805-61C5-98EC18AAB3D2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850D677-17EE-B3F3-B0AC-69E4721388EC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75" name="그룹 1874">
              <a:extLst>
                <a:ext uri="{FF2B5EF4-FFF2-40B4-BE49-F238E27FC236}">
                  <a16:creationId xmlns:a16="http://schemas.microsoft.com/office/drawing/2014/main" id="{41F05CBD-F3F0-9A5B-D3E2-25518D5425C5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1876" name="AutoShape 55">
                <a:extLst>
                  <a:ext uri="{FF2B5EF4-FFF2-40B4-BE49-F238E27FC236}">
                    <a16:creationId xmlns:a16="http://schemas.microsoft.com/office/drawing/2014/main" id="{F758F759-F727-88A2-3D97-14B2FDC13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1877" name="원호 1876">
                <a:extLst>
                  <a:ext uri="{FF2B5EF4-FFF2-40B4-BE49-F238E27FC236}">
                    <a16:creationId xmlns:a16="http://schemas.microsoft.com/office/drawing/2014/main" id="{48382DB6-0428-B4F3-1BAB-D43D94979FC1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878" name="그룹 1877">
            <a:extLst>
              <a:ext uri="{FF2B5EF4-FFF2-40B4-BE49-F238E27FC236}">
                <a16:creationId xmlns:a16="http://schemas.microsoft.com/office/drawing/2014/main" id="{59E41BA5-920C-1F96-ED23-CB1B262E93B3}"/>
              </a:ext>
            </a:extLst>
          </p:cNvPr>
          <p:cNvGrpSpPr/>
          <p:nvPr/>
        </p:nvGrpSpPr>
        <p:grpSpPr>
          <a:xfrm>
            <a:off x="6061307" y="5809306"/>
            <a:ext cx="1181100" cy="1001068"/>
            <a:chOff x="-1276350" y="4713932"/>
            <a:chExt cx="1181100" cy="1001068"/>
          </a:xfrm>
        </p:grpSpPr>
        <p:sp>
          <p:nvSpPr>
            <p:cNvPr id="1879" name="사각형: 둥근 모서리 1878">
              <a:extLst>
                <a:ext uri="{FF2B5EF4-FFF2-40B4-BE49-F238E27FC236}">
                  <a16:creationId xmlns:a16="http://schemas.microsoft.com/office/drawing/2014/main" id="{005E4AD7-7E16-60A8-CC41-B07264EE4645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880" name="AutoShape 55">
              <a:extLst>
                <a:ext uri="{FF2B5EF4-FFF2-40B4-BE49-F238E27FC236}">
                  <a16:creationId xmlns:a16="http://schemas.microsoft.com/office/drawing/2014/main" id="{34A823D7-BAEE-E72A-0E76-E3F765087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EBE76D0-FA0B-6635-CD75-98141FF3268C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대한항공</a:t>
              </a:r>
              <a:endPara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r>
                <a:rPr lang="ko-KR" altLang="en-US" sz="1100" dirty="0">
                  <a:solidFill>
                    <a:srgbClr val="00B0F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배정 필요</a:t>
              </a:r>
            </a:p>
          </p:txBody>
        </p:sp>
      </p:grpSp>
      <p:cxnSp>
        <p:nvCxnSpPr>
          <p:cNvPr id="1882" name="직선 연결선 1881">
            <a:extLst>
              <a:ext uri="{FF2B5EF4-FFF2-40B4-BE49-F238E27FC236}">
                <a16:creationId xmlns:a16="http://schemas.microsoft.com/office/drawing/2014/main" id="{DF5ABF6C-5EAE-9E0D-C929-6CDD731D289C}"/>
              </a:ext>
            </a:extLst>
          </p:cNvPr>
          <p:cNvCxnSpPr>
            <a:cxnSpLocks/>
          </p:cNvCxnSpPr>
          <p:nvPr/>
        </p:nvCxnSpPr>
        <p:spPr bwMode="auto">
          <a:xfrm>
            <a:off x="5211568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883" name="사각형: 둥근 모서리 1882">
            <a:extLst>
              <a:ext uri="{FF2B5EF4-FFF2-40B4-BE49-F238E27FC236}">
                <a16:creationId xmlns:a16="http://schemas.microsoft.com/office/drawing/2014/main" id="{32DA33DC-79CF-DB8C-4212-F8E0D2D968AD}"/>
              </a:ext>
            </a:extLst>
          </p:cNvPr>
          <p:cNvSpPr/>
          <p:nvPr/>
        </p:nvSpPr>
        <p:spPr bwMode="auto">
          <a:xfrm>
            <a:off x="5471807" y="4806579"/>
            <a:ext cx="2350387" cy="835918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884" name="TextBox 1883">
            <a:extLst>
              <a:ext uri="{FF2B5EF4-FFF2-40B4-BE49-F238E27FC236}">
                <a16:creationId xmlns:a16="http://schemas.microsoft.com/office/drawing/2014/main" id="{522D3654-05C0-90EF-CB23-23BB5CC94ABF}"/>
              </a:ext>
            </a:extLst>
          </p:cNvPr>
          <p:cNvSpPr txBox="1"/>
          <p:nvPr/>
        </p:nvSpPr>
        <p:spPr>
          <a:xfrm>
            <a:off x="5554604" y="4890030"/>
            <a:ext cx="22247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아일랜드</a:t>
            </a:r>
            <a:br>
              <a:rPr lang="en-US" altLang="ko-KR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1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</a:t>
            </a:r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B4~B8)</a:t>
            </a:r>
            <a:endParaRPr lang="ko-KR" altLang="en-US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85" name="그룹 1884">
            <a:extLst>
              <a:ext uri="{FF2B5EF4-FFF2-40B4-BE49-F238E27FC236}">
                <a16:creationId xmlns:a16="http://schemas.microsoft.com/office/drawing/2014/main" id="{ABAFB3E9-D76C-9EEC-14B0-101E19E4C7C5}"/>
              </a:ext>
            </a:extLst>
          </p:cNvPr>
          <p:cNvGrpSpPr/>
          <p:nvPr/>
        </p:nvGrpSpPr>
        <p:grpSpPr>
          <a:xfrm>
            <a:off x="8010750" y="5546638"/>
            <a:ext cx="184761" cy="184761"/>
            <a:chOff x="-1420568" y="2626905"/>
            <a:chExt cx="184761" cy="184761"/>
          </a:xfrm>
        </p:grpSpPr>
        <p:sp>
          <p:nvSpPr>
            <p:cNvPr id="1886" name="타원 1885">
              <a:extLst>
                <a:ext uri="{FF2B5EF4-FFF2-40B4-BE49-F238E27FC236}">
                  <a16:creationId xmlns:a16="http://schemas.microsoft.com/office/drawing/2014/main" id="{693D9393-094A-477C-9C48-0D7F3EC14ACC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887" name="Chevron Right">
              <a:extLst>
                <a:ext uri="{FF2B5EF4-FFF2-40B4-BE49-F238E27FC236}">
                  <a16:creationId xmlns:a16="http://schemas.microsoft.com/office/drawing/2014/main" id="{1FFEEE6A-CD75-FD59-7718-74BB8D37A9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888" name="그룹 1887">
            <a:extLst>
              <a:ext uri="{FF2B5EF4-FFF2-40B4-BE49-F238E27FC236}">
                <a16:creationId xmlns:a16="http://schemas.microsoft.com/office/drawing/2014/main" id="{888973F3-2D3A-9120-7C1E-F5BA8470C4FF}"/>
              </a:ext>
            </a:extLst>
          </p:cNvPr>
          <p:cNvGrpSpPr/>
          <p:nvPr/>
        </p:nvGrpSpPr>
        <p:grpSpPr>
          <a:xfrm>
            <a:off x="5096197" y="5533327"/>
            <a:ext cx="184761" cy="184761"/>
            <a:chOff x="-1420568" y="3549256"/>
            <a:chExt cx="184761" cy="184761"/>
          </a:xfrm>
        </p:grpSpPr>
        <p:sp>
          <p:nvSpPr>
            <p:cNvPr id="1889" name="타원 1888">
              <a:extLst>
                <a:ext uri="{FF2B5EF4-FFF2-40B4-BE49-F238E27FC236}">
                  <a16:creationId xmlns:a16="http://schemas.microsoft.com/office/drawing/2014/main" id="{3892C29D-99C8-C7D5-1EFE-452832033A48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890" name="Chevron Left">
              <a:extLst>
                <a:ext uri="{FF2B5EF4-FFF2-40B4-BE49-F238E27FC236}">
                  <a16:creationId xmlns:a16="http://schemas.microsoft.com/office/drawing/2014/main" id="{A0345496-6D0C-7F61-79C1-F8F79BF55B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91" name="직사각형 1890">
            <a:extLst>
              <a:ext uri="{FF2B5EF4-FFF2-40B4-BE49-F238E27FC236}">
                <a16:creationId xmlns:a16="http://schemas.microsoft.com/office/drawing/2014/main" id="{3CEEA1F9-BD6F-6023-58F8-7A809A05D7D6}"/>
              </a:ext>
            </a:extLst>
          </p:cNvPr>
          <p:cNvSpPr/>
          <p:nvPr/>
        </p:nvSpPr>
        <p:spPr bwMode="auto">
          <a:xfrm>
            <a:off x="5280828" y="7277169"/>
            <a:ext cx="2711503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892" name="직사각형 1891">
            <a:extLst>
              <a:ext uri="{FF2B5EF4-FFF2-40B4-BE49-F238E27FC236}">
                <a16:creationId xmlns:a16="http://schemas.microsoft.com/office/drawing/2014/main" id="{C9F8E7F2-4E8B-BC7B-327A-7041CBD53C42}"/>
              </a:ext>
            </a:extLst>
          </p:cNvPr>
          <p:cNvSpPr/>
          <p:nvPr/>
        </p:nvSpPr>
        <p:spPr bwMode="auto">
          <a:xfrm>
            <a:off x="5689116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893" name="직사각형 1892">
            <a:extLst>
              <a:ext uri="{FF2B5EF4-FFF2-40B4-BE49-F238E27FC236}">
                <a16:creationId xmlns:a16="http://schemas.microsoft.com/office/drawing/2014/main" id="{BE9BF41B-3BAB-7B9C-ECB2-E3DB6CBF66B7}"/>
              </a:ext>
            </a:extLst>
          </p:cNvPr>
          <p:cNvSpPr/>
          <p:nvPr/>
        </p:nvSpPr>
        <p:spPr bwMode="auto">
          <a:xfrm>
            <a:off x="7308366" y="7028646"/>
            <a:ext cx="206353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894" name="직사각형 1893">
            <a:extLst>
              <a:ext uri="{FF2B5EF4-FFF2-40B4-BE49-F238E27FC236}">
                <a16:creationId xmlns:a16="http://schemas.microsoft.com/office/drawing/2014/main" id="{23D1D057-FDCD-E2FD-2360-803DEC0FB37D}"/>
              </a:ext>
            </a:extLst>
          </p:cNvPr>
          <p:cNvSpPr/>
          <p:nvPr/>
        </p:nvSpPr>
        <p:spPr bwMode="auto">
          <a:xfrm>
            <a:off x="546632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5" name="직사각형 1894">
            <a:extLst>
              <a:ext uri="{FF2B5EF4-FFF2-40B4-BE49-F238E27FC236}">
                <a16:creationId xmlns:a16="http://schemas.microsoft.com/office/drawing/2014/main" id="{7BF38AE7-DAE1-9957-3C94-F32A10909EE4}"/>
              </a:ext>
            </a:extLst>
          </p:cNvPr>
          <p:cNvSpPr/>
          <p:nvPr/>
        </p:nvSpPr>
        <p:spPr bwMode="auto">
          <a:xfrm>
            <a:off x="5639184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6" name="직사각형 1895">
            <a:extLst>
              <a:ext uri="{FF2B5EF4-FFF2-40B4-BE49-F238E27FC236}">
                <a16:creationId xmlns:a16="http://schemas.microsoft.com/office/drawing/2014/main" id="{FC2AD65F-3FA9-47CB-1466-2A90AAFDDDD7}"/>
              </a:ext>
            </a:extLst>
          </p:cNvPr>
          <p:cNvSpPr/>
          <p:nvPr/>
        </p:nvSpPr>
        <p:spPr bwMode="auto">
          <a:xfrm>
            <a:off x="5812044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7" name="직사각형 1896">
            <a:extLst>
              <a:ext uri="{FF2B5EF4-FFF2-40B4-BE49-F238E27FC236}">
                <a16:creationId xmlns:a16="http://schemas.microsoft.com/office/drawing/2014/main" id="{E0CF6536-21A5-69CB-DD49-E510994064A3}"/>
              </a:ext>
            </a:extLst>
          </p:cNvPr>
          <p:cNvSpPr/>
          <p:nvPr/>
        </p:nvSpPr>
        <p:spPr bwMode="auto">
          <a:xfrm>
            <a:off x="719492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8" name="직사각형 1897">
            <a:extLst>
              <a:ext uri="{FF2B5EF4-FFF2-40B4-BE49-F238E27FC236}">
                <a16:creationId xmlns:a16="http://schemas.microsoft.com/office/drawing/2014/main" id="{6A2F9818-35B3-D0C2-645F-89CD8CEDAB15}"/>
              </a:ext>
            </a:extLst>
          </p:cNvPr>
          <p:cNvSpPr/>
          <p:nvPr/>
        </p:nvSpPr>
        <p:spPr bwMode="auto">
          <a:xfrm>
            <a:off x="736778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9" name="직사각형 1898">
            <a:extLst>
              <a:ext uri="{FF2B5EF4-FFF2-40B4-BE49-F238E27FC236}">
                <a16:creationId xmlns:a16="http://schemas.microsoft.com/office/drawing/2014/main" id="{FB91099C-B7C6-8638-8DD0-9591DCA1BAB0}"/>
              </a:ext>
            </a:extLst>
          </p:cNvPr>
          <p:cNvSpPr/>
          <p:nvPr/>
        </p:nvSpPr>
        <p:spPr bwMode="auto">
          <a:xfrm>
            <a:off x="7713501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0" name="직사각형 1899">
            <a:extLst>
              <a:ext uri="{FF2B5EF4-FFF2-40B4-BE49-F238E27FC236}">
                <a16:creationId xmlns:a16="http://schemas.microsoft.com/office/drawing/2014/main" id="{E180000F-9DED-BCFB-17DB-8AFB94DFB529}"/>
              </a:ext>
            </a:extLst>
          </p:cNvPr>
          <p:cNvSpPr/>
          <p:nvPr/>
        </p:nvSpPr>
        <p:spPr bwMode="auto">
          <a:xfrm>
            <a:off x="5984904" y="7474238"/>
            <a:ext cx="128625" cy="166912"/>
          </a:xfrm>
          <a:prstGeom prst="rect">
            <a:avLst/>
          </a:prstGeom>
          <a:solidFill>
            <a:srgbClr val="F99D1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1" name="직사각형 1900">
            <a:extLst>
              <a:ext uri="{FF2B5EF4-FFF2-40B4-BE49-F238E27FC236}">
                <a16:creationId xmlns:a16="http://schemas.microsoft.com/office/drawing/2014/main" id="{4361254F-D80C-9872-56FC-1685E83DF203}"/>
              </a:ext>
            </a:extLst>
          </p:cNvPr>
          <p:cNvSpPr/>
          <p:nvPr/>
        </p:nvSpPr>
        <p:spPr bwMode="auto">
          <a:xfrm>
            <a:off x="615776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2" name="직사각형 1901">
            <a:extLst>
              <a:ext uri="{FF2B5EF4-FFF2-40B4-BE49-F238E27FC236}">
                <a16:creationId xmlns:a16="http://schemas.microsoft.com/office/drawing/2014/main" id="{9306E47D-0CDA-E9D9-D359-3EACE0C05BB7}"/>
              </a:ext>
            </a:extLst>
          </p:cNvPr>
          <p:cNvSpPr/>
          <p:nvPr/>
        </p:nvSpPr>
        <p:spPr bwMode="auto">
          <a:xfrm>
            <a:off x="633062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3" name="직사각형 1902">
            <a:extLst>
              <a:ext uri="{FF2B5EF4-FFF2-40B4-BE49-F238E27FC236}">
                <a16:creationId xmlns:a16="http://schemas.microsoft.com/office/drawing/2014/main" id="{5358C46E-1557-848C-CABF-FA280758CE53}"/>
              </a:ext>
            </a:extLst>
          </p:cNvPr>
          <p:cNvSpPr/>
          <p:nvPr/>
        </p:nvSpPr>
        <p:spPr bwMode="auto">
          <a:xfrm>
            <a:off x="650348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4" name="직사각형 1903">
            <a:extLst>
              <a:ext uri="{FF2B5EF4-FFF2-40B4-BE49-F238E27FC236}">
                <a16:creationId xmlns:a16="http://schemas.microsoft.com/office/drawing/2014/main" id="{480E0800-EF29-A3E9-6958-67FC4C1B0AE3}"/>
              </a:ext>
            </a:extLst>
          </p:cNvPr>
          <p:cNvSpPr/>
          <p:nvPr/>
        </p:nvSpPr>
        <p:spPr bwMode="auto">
          <a:xfrm>
            <a:off x="6676344" y="7474238"/>
            <a:ext cx="128625" cy="166912"/>
          </a:xfrm>
          <a:prstGeom prst="rect">
            <a:avLst/>
          </a:prstGeom>
          <a:solidFill>
            <a:srgbClr val="FF000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5" name="직사각형 1904">
            <a:extLst>
              <a:ext uri="{FF2B5EF4-FFF2-40B4-BE49-F238E27FC236}">
                <a16:creationId xmlns:a16="http://schemas.microsoft.com/office/drawing/2014/main" id="{826E3C21-EA2B-8A09-EA88-329D6263F65F}"/>
              </a:ext>
            </a:extLst>
          </p:cNvPr>
          <p:cNvSpPr/>
          <p:nvPr/>
        </p:nvSpPr>
        <p:spPr bwMode="auto">
          <a:xfrm>
            <a:off x="684920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6" name="직사각형 1905">
            <a:extLst>
              <a:ext uri="{FF2B5EF4-FFF2-40B4-BE49-F238E27FC236}">
                <a16:creationId xmlns:a16="http://schemas.microsoft.com/office/drawing/2014/main" id="{B4836AC0-F53B-C0D6-6DB3-31B515452A9A}"/>
              </a:ext>
            </a:extLst>
          </p:cNvPr>
          <p:cNvSpPr/>
          <p:nvPr/>
        </p:nvSpPr>
        <p:spPr bwMode="auto">
          <a:xfrm>
            <a:off x="702206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7" name="직사각형 1906">
            <a:extLst>
              <a:ext uri="{FF2B5EF4-FFF2-40B4-BE49-F238E27FC236}">
                <a16:creationId xmlns:a16="http://schemas.microsoft.com/office/drawing/2014/main" id="{7D86EF9A-62CA-AEBC-AA9D-17BE6C7D0C11}"/>
              </a:ext>
            </a:extLst>
          </p:cNvPr>
          <p:cNvSpPr/>
          <p:nvPr/>
        </p:nvSpPr>
        <p:spPr bwMode="auto">
          <a:xfrm>
            <a:off x="7540644" y="7474238"/>
            <a:ext cx="128625" cy="166912"/>
          </a:xfrm>
          <a:prstGeom prst="rect">
            <a:avLst/>
          </a:prstGeom>
          <a:solidFill>
            <a:srgbClr val="00B05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7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7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8" name="Rectangle 7">
            <a:extLst>
              <a:ext uri="{FF2B5EF4-FFF2-40B4-BE49-F238E27FC236}">
                <a16:creationId xmlns:a16="http://schemas.microsoft.com/office/drawing/2014/main" id="{F72F453D-5E43-60A0-76D6-7914FB217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9911" y="4330920"/>
            <a:ext cx="2947737" cy="2603694"/>
          </a:xfrm>
          <a:prstGeom prst="roundRect">
            <a:avLst>
              <a:gd name="adj" fmla="val 2501"/>
            </a:avLst>
          </a:prstGeom>
          <a:solidFill>
            <a:sysClr val="window" lastClr="FFFFFF"/>
          </a:solidFill>
          <a:ln w="3175">
            <a:solidFill>
              <a:sysClr val="window" lastClr="FFFFFF">
                <a:lumMod val="75000"/>
              </a:sysClr>
            </a:solidFill>
            <a:round/>
            <a:headEnd/>
            <a:tailEnd/>
          </a:ln>
        </p:spPr>
        <p:txBody>
          <a:bodyPr wrap="square" lIns="108000" tIns="612000" rIns="108000" bIns="108000" anchor="b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9" name="TextBox 1908">
            <a:extLst>
              <a:ext uri="{FF2B5EF4-FFF2-40B4-BE49-F238E27FC236}">
                <a16:creationId xmlns:a16="http://schemas.microsoft.com/office/drawing/2014/main" id="{409EC3D0-8D58-6F4F-D5D6-DA702808F553}"/>
              </a:ext>
            </a:extLst>
          </p:cNvPr>
          <p:cNvSpPr txBox="1"/>
          <p:nvPr/>
        </p:nvSpPr>
        <p:spPr>
          <a:xfrm>
            <a:off x="8447220" y="439027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</a:p>
        </p:txBody>
      </p:sp>
      <p:grpSp>
        <p:nvGrpSpPr>
          <p:cNvPr id="1910" name="그룹 1909">
            <a:extLst>
              <a:ext uri="{FF2B5EF4-FFF2-40B4-BE49-F238E27FC236}">
                <a16:creationId xmlns:a16="http://schemas.microsoft.com/office/drawing/2014/main" id="{69B82941-B45F-4F17-9079-D7EDC401484A}"/>
              </a:ext>
            </a:extLst>
          </p:cNvPr>
          <p:cNvGrpSpPr/>
          <p:nvPr/>
        </p:nvGrpSpPr>
        <p:grpSpPr>
          <a:xfrm>
            <a:off x="8300227" y="5809306"/>
            <a:ext cx="1082304" cy="847725"/>
            <a:chOff x="-1051388" y="5181600"/>
            <a:chExt cx="1082304" cy="847725"/>
          </a:xfrm>
        </p:grpSpPr>
        <p:sp>
          <p:nvSpPr>
            <p:cNvPr id="1911" name="사각형: 둥근 모서리 1910">
              <a:extLst>
                <a:ext uri="{FF2B5EF4-FFF2-40B4-BE49-F238E27FC236}">
                  <a16:creationId xmlns:a16="http://schemas.microsoft.com/office/drawing/2014/main" id="{B1502884-25EC-8100-8453-6D6C0DC5607E}"/>
                </a:ext>
              </a:extLst>
            </p:cNvPr>
            <p:cNvSpPr/>
            <p:nvPr/>
          </p:nvSpPr>
          <p:spPr bwMode="auto">
            <a:xfrm>
              <a:off x="-939544" y="5181600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28C1ACC9-6286-42E4-BC53-0DF586646AFB}"/>
                </a:ext>
              </a:extLst>
            </p:cNvPr>
            <p:cNvSpPr txBox="1"/>
            <p:nvPr/>
          </p:nvSpPr>
          <p:spPr>
            <a:xfrm>
              <a:off x="-1051388" y="5793042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시간당 처리율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913" name="그룹 1912">
              <a:extLst>
                <a:ext uri="{FF2B5EF4-FFF2-40B4-BE49-F238E27FC236}">
                  <a16:creationId xmlns:a16="http://schemas.microsoft.com/office/drawing/2014/main" id="{192D646E-8A48-0C31-7C89-6574021F3150}"/>
                </a:ext>
              </a:extLst>
            </p:cNvPr>
            <p:cNvGrpSpPr/>
            <p:nvPr/>
          </p:nvGrpSpPr>
          <p:grpSpPr>
            <a:xfrm>
              <a:off x="-819288" y="5244251"/>
              <a:ext cx="548143" cy="547191"/>
              <a:chOff x="2652911" y="3524209"/>
              <a:chExt cx="284400" cy="283906"/>
            </a:xfrm>
          </p:grpSpPr>
          <p:sp>
            <p:nvSpPr>
              <p:cNvPr id="1914" name="AutoShape 55">
                <a:extLst>
                  <a:ext uri="{FF2B5EF4-FFF2-40B4-BE49-F238E27FC236}">
                    <a16:creationId xmlns:a16="http://schemas.microsoft.com/office/drawing/2014/main" id="{B73ADB60-36E7-A57C-9F47-0F43B8FB3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kern="0" dirty="0">
                    <a:solidFill>
                      <a:prstClr val="black">
                        <a:lumMod val="50000"/>
                        <a:lumOff val="50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Pax/Min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15" name="원호 1914">
                <a:extLst>
                  <a:ext uri="{FF2B5EF4-FFF2-40B4-BE49-F238E27FC236}">
                    <a16:creationId xmlns:a16="http://schemas.microsoft.com/office/drawing/2014/main" id="{77D226CA-DF3C-535F-92DF-E461E29199AB}"/>
                  </a:ext>
                </a:extLst>
              </p:cNvPr>
              <p:cNvSpPr/>
              <p:nvPr/>
            </p:nvSpPr>
            <p:spPr>
              <a:xfrm>
                <a:off x="2653405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916" name="그룹 1915">
            <a:extLst>
              <a:ext uri="{FF2B5EF4-FFF2-40B4-BE49-F238E27FC236}">
                <a16:creationId xmlns:a16="http://schemas.microsoft.com/office/drawing/2014/main" id="{B34132E2-D657-A393-5D5E-961785ECC048}"/>
              </a:ext>
            </a:extLst>
          </p:cNvPr>
          <p:cNvGrpSpPr/>
          <p:nvPr/>
        </p:nvGrpSpPr>
        <p:grpSpPr>
          <a:xfrm>
            <a:off x="10284451" y="5809306"/>
            <a:ext cx="1082304" cy="847725"/>
            <a:chOff x="-1119299" y="5248018"/>
            <a:chExt cx="1082304" cy="847725"/>
          </a:xfrm>
        </p:grpSpPr>
        <p:sp>
          <p:nvSpPr>
            <p:cNvPr id="1917" name="사각형: 둥근 모서리 1916">
              <a:extLst>
                <a:ext uri="{FF2B5EF4-FFF2-40B4-BE49-F238E27FC236}">
                  <a16:creationId xmlns:a16="http://schemas.microsoft.com/office/drawing/2014/main" id="{92324761-2B55-AF51-6D4E-B8D34F24C042}"/>
                </a:ext>
              </a:extLst>
            </p:cNvPr>
            <p:cNvSpPr/>
            <p:nvPr/>
          </p:nvSpPr>
          <p:spPr bwMode="auto">
            <a:xfrm>
              <a:off x="-1007455" y="5248018"/>
              <a:ext cx="832154" cy="847725"/>
            </a:xfrm>
            <a:prstGeom prst="round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B5C40B75-8AAD-A704-46D0-6F85AAD1C8C5}"/>
                </a:ext>
              </a:extLst>
            </p:cNvPr>
            <p:cNvSpPr txBox="1"/>
            <p:nvPr/>
          </p:nvSpPr>
          <p:spPr>
            <a:xfrm>
              <a:off x="-1119299" y="5859460"/>
              <a:ext cx="108230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혼잡해소 예상 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919" name="그룹 1918">
              <a:extLst>
                <a:ext uri="{FF2B5EF4-FFF2-40B4-BE49-F238E27FC236}">
                  <a16:creationId xmlns:a16="http://schemas.microsoft.com/office/drawing/2014/main" id="{2AC74D92-2DB8-BC80-E4B6-6292DF69A266}"/>
                </a:ext>
              </a:extLst>
            </p:cNvPr>
            <p:cNvGrpSpPr/>
            <p:nvPr/>
          </p:nvGrpSpPr>
          <p:grpSpPr>
            <a:xfrm>
              <a:off x="-887199" y="5310669"/>
              <a:ext cx="567193" cy="547191"/>
              <a:chOff x="2652911" y="3524209"/>
              <a:chExt cx="294284" cy="283906"/>
            </a:xfrm>
          </p:grpSpPr>
          <p:sp>
            <p:nvSpPr>
              <p:cNvPr id="1920" name="AutoShape 55">
                <a:extLst>
                  <a:ext uri="{FF2B5EF4-FFF2-40B4-BE49-F238E27FC236}">
                    <a16:creationId xmlns:a16="http://schemas.microsoft.com/office/drawing/2014/main" id="{A013BB98-600E-B960-FFF8-CA91F1CFF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911" y="3524209"/>
                <a:ext cx="284400" cy="283906"/>
              </a:xfrm>
              <a:prstGeom prst="ellipse">
                <a:avLst/>
              </a:prstGeom>
              <a:noFill/>
              <a:ln w="12700">
                <a:solidFill>
                  <a:sysClr val="window" lastClr="FFFFFF">
                    <a:lumMod val="75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lIns="72000" tIns="72000" rIns="72000" bIns="72000" anchor="ctr">
                <a:no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kern="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11 : 00</a:t>
                </a: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50000"/>
                        <a:lumOff val="50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이후</a:t>
                </a:r>
              </a:p>
            </p:txBody>
          </p:sp>
          <p:sp>
            <p:nvSpPr>
              <p:cNvPr id="1921" name="원호 1920">
                <a:extLst>
                  <a:ext uri="{FF2B5EF4-FFF2-40B4-BE49-F238E27FC236}">
                    <a16:creationId xmlns:a16="http://schemas.microsoft.com/office/drawing/2014/main" id="{E01C7D40-6F05-0890-ED62-0640F28362D9}"/>
                  </a:ext>
                </a:extLst>
              </p:cNvPr>
              <p:cNvSpPr/>
              <p:nvPr/>
            </p:nvSpPr>
            <p:spPr>
              <a:xfrm>
                <a:off x="2663289" y="3524209"/>
                <a:ext cx="283906" cy="283906"/>
              </a:xfrm>
              <a:prstGeom prst="arc">
                <a:avLst>
                  <a:gd name="adj1" fmla="val 16200000"/>
                  <a:gd name="adj2" fmla="val 10928152"/>
                </a:avLst>
              </a:prstGeom>
              <a:noFill/>
              <a:ln w="12700" cap="flat" cmpd="sng" algn="ctr">
                <a:solidFill>
                  <a:srgbClr val="4B54AB"/>
                </a:solidFill>
                <a:prstDash val="solid"/>
                <a:headEnd type="none" w="med" len="med"/>
                <a:tailEnd type="none" w="med" len="me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922" name="그룹 1921">
            <a:extLst>
              <a:ext uri="{FF2B5EF4-FFF2-40B4-BE49-F238E27FC236}">
                <a16:creationId xmlns:a16="http://schemas.microsoft.com/office/drawing/2014/main" id="{9C648B0B-746A-4610-401E-3A88A3E77F73}"/>
              </a:ext>
            </a:extLst>
          </p:cNvPr>
          <p:cNvGrpSpPr/>
          <p:nvPr/>
        </p:nvGrpSpPr>
        <p:grpSpPr>
          <a:xfrm>
            <a:off x="9242657" y="5809306"/>
            <a:ext cx="1181100" cy="1001068"/>
            <a:chOff x="-1276350" y="4713932"/>
            <a:chExt cx="1181100" cy="1001068"/>
          </a:xfrm>
        </p:grpSpPr>
        <p:sp>
          <p:nvSpPr>
            <p:cNvPr id="1923" name="사각형: 둥근 모서리 1922">
              <a:extLst>
                <a:ext uri="{FF2B5EF4-FFF2-40B4-BE49-F238E27FC236}">
                  <a16:creationId xmlns:a16="http://schemas.microsoft.com/office/drawing/2014/main" id="{DBF9E05E-07C3-E822-483C-045AB5AC2C8C}"/>
                </a:ext>
              </a:extLst>
            </p:cNvPr>
            <p:cNvSpPr/>
            <p:nvPr/>
          </p:nvSpPr>
          <p:spPr bwMode="auto">
            <a:xfrm>
              <a:off x="-1180056" y="4713932"/>
              <a:ext cx="957130" cy="100106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924" name="AutoShape 55">
              <a:extLst>
                <a:ext uri="{FF2B5EF4-FFF2-40B4-BE49-F238E27FC236}">
                  <a16:creationId xmlns:a16="http://schemas.microsoft.com/office/drawing/2014/main" id="{8AB64683-B043-4CF7-154A-04F69C417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9288" y="4751816"/>
              <a:ext cx="294013" cy="176426"/>
            </a:xfrm>
            <a:prstGeom prst="roundRect">
              <a:avLst/>
            </a:prstGeom>
            <a:solidFill>
              <a:srgbClr val="FF66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sp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추천</a:t>
              </a:r>
            </a:p>
          </p:txBody>
        </p:sp>
        <p:sp>
          <p:nvSpPr>
            <p:cNvPr id="1925" name="TextBox 1924">
              <a:extLst>
                <a:ext uri="{FF2B5EF4-FFF2-40B4-BE49-F238E27FC236}">
                  <a16:creationId xmlns:a16="http://schemas.microsoft.com/office/drawing/2014/main" id="{10B9399D-DC21-0C79-8375-18F9AB8B5546}"/>
                </a:ext>
              </a:extLst>
            </p:cNvPr>
            <p:cNvSpPr txBox="1"/>
            <p:nvPr/>
          </p:nvSpPr>
          <p:spPr>
            <a:xfrm>
              <a:off x="-1276350" y="5023541"/>
              <a:ext cx="11811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보안검색대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en-US" altLang="ko-KR" sz="14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br>
                <a:rPr lang="en-US" altLang="ko-KR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</a:br>
              <a:r>
                <a:rPr lang="ko-KR" altLang="en-US" sz="11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소요</a:t>
              </a:r>
            </a:p>
          </p:txBody>
        </p:sp>
      </p:grpSp>
      <p:cxnSp>
        <p:nvCxnSpPr>
          <p:cNvPr id="1926" name="직선 연결선 1925">
            <a:extLst>
              <a:ext uri="{FF2B5EF4-FFF2-40B4-BE49-F238E27FC236}">
                <a16:creationId xmlns:a16="http://schemas.microsoft.com/office/drawing/2014/main" id="{BD4466EB-0C13-44C4-8194-471BCF4DF0AE}"/>
              </a:ext>
            </a:extLst>
          </p:cNvPr>
          <p:cNvCxnSpPr>
            <a:cxnSpLocks/>
          </p:cNvCxnSpPr>
          <p:nvPr/>
        </p:nvCxnSpPr>
        <p:spPr bwMode="auto">
          <a:xfrm>
            <a:off x="8392918" y="4686323"/>
            <a:ext cx="2878454" cy="0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1927" name="사각형: 둥근 모서리 1926">
            <a:extLst>
              <a:ext uri="{FF2B5EF4-FFF2-40B4-BE49-F238E27FC236}">
                <a16:creationId xmlns:a16="http://schemas.microsoft.com/office/drawing/2014/main" id="{EE3404E6-743A-1610-1E94-9DA18FBC69F1}"/>
              </a:ext>
            </a:extLst>
          </p:cNvPr>
          <p:cNvSpPr/>
          <p:nvPr/>
        </p:nvSpPr>
        <p:spPr bwMode="auto">
          <a:xfrm>
            <a:off x="8653157" y="4806579"/>
            <a:ext cx="2350387" cy="835916"/>
          </a:xfrm>
          <a:prstGeom prst="round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5400000" algn="t" rotWithShape="0">
              <a:schemeClr val="bg1">
                <a:lumMod val="50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928" name="TextBox 1927">
            <a:extLst>
              <a:ext uri="{FF2B5EF4-FFF2-40B4-BE49-F238E27FC236}">
                <a16:creationId xmlns:a16="http://schemas.microsoft.com/office/drawing/2014/main" id="{92641C03-757D-DD80-681E-5593CA11ABE8}"/>
              </a:ext>
            </a:extLst>
          </p:cNvPr>
          <p:cNvSpPr txBox="1"/>
          <p:nvPr/>
        </p:nvSpPr>
        <p:spPr>
          <a:xfrm>
            <a:off x="8713285" y="4854003"/>
            <a:ext cx="22247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1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</a:t>
            </a:r>
            <a:endParaRPr lang="en-US" altLang="ko-KR" sz="18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30" name="직사각형 1929">
            <a:extLst>
              <a:ext uri="{FF2B5EF4-FFF2-40B4-BE49-F238E27FC236}">
                <a16:creationId xmlns:a16="http://schemas.microsoft.com/office/drawing/2014/main" id="{35DF9816-E434-D120-7279-A1E062638712}"/>
              </a:ext>
            </a:extLst>
          </p:cNvPr>
          <p:cNvSpPr/>
          <p:nvPr/>
        </p:nvSpPr>
        <p:spPr bwMode="auto">
          <a:xfrm>
            <a:off x="8870466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931" name="직사각형 1930">
            <a:extLst>
              <a:ext uri="{FF2B5EF4-FFF2-40B4-BE49-F238E27FC236}">
                <a16:creationId xmlns:a16="http://schemas.microsoft.com/office/drawing/2014/main" id="{D8425454-A3FA-B264-7AED-2C2E0D679CCF}"/>
              </a:ext>
            </a:extLst>
          </p:cNvPr>
          <p:cNvSpPr/>
          <p:nvPr/>
        </p:nvSpPr>
        <p:spPr bwMode="auto">
          <a:xfrm>
            <a:off x="10489716" y="7028646"/>
            <a:ext cx="254479" cy="243818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1932" name="그룹 1931">
            <a:extLst>
              <a:ext uri="{FF2B5EF4-FFF2-40B4-BE49-F238E27FC236}">
                <a16:creationId xmlns:a16="http://schemas.microsoft.com/office/drawing/2014/main" id="{BFAAAC34-6515-FD9F-E681-DFBF2289962C}"/>
              </a:ext>
            </a:extLst>
          </p:cNvPr>
          <p:cNvGrpSpPr/>
          <p:nvPr/>
        </p:nvGrpSpPr>
        <p:grpSpPr>
          <a:xfrm>
            <a:off x="7150689" y="2370862"/>
            <a:ext cx="4287357" cy="1417460"/>
            <a:chOff x="2226772" y="1470389"/>
            <a:chExt cx="2666100" cy="1417460"/>
          </a:xfrm>
        </p:grpSpPr>
        <p:sp>
          <p:nvSpPr>
            <p:cNvPr id="1933" name="Rectangle 43">
              <a:extLst>
                <a:ext uri="{FF2B5EF4-FFF2-40B4-BE49-F238E27FC236}">
                  <a16:creationId xmlns:a16="http://schemas.microsoft.com/office/drawing/2014/main" id="{B16C42C7-7077-4BCE-CB90-C2561858FD2B}"/>
                </a:ext>
              </a:extLst>
            </p:cNvPr>
            <p:cNvSpPr/>
            <p:nvPr/>
          </p:nvSpPr>
          <p:spPr>
            <a:xfrm>
              <a:off x="2226772" y="1470389"/>
              <a:ext cx="2621453" cy="1417460"/>
            </a:xfrm>
            <a:prstGeom prst="roundRect">
              <a:avLst>
                <a:gd name="adj" fmla="val 3831"/>
              </a:avLst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180000" tIns="180000" rIns="180000" bIns="180000" rtlCol="0" anchor="t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  <p:pic>
          <p:nvPicPr>
            <p:cNvPr id="1934" name="그림 1933">
              <a:extLst>
                <a:ext uri="{FF2B5EF4-FFF2-40B4-BE49-F238E27FC236}">
                  <a16:creationId xmlns:a16="http://schemas.microsoft.com/office/drawing/2014/main" id="{DFD2F816-6C0C-FB46-4B8C-2D385286805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8472"/>
            <a:stretch/>
          </p:blipFill>
          <p:spPr>
            <a:xfrm>
              <a:off x="2268347" y="1543050"/>
              <a:ext cx="2541777" cy="981122"/>
            </a:xfrm>
            <a:prstGeom prst="rect">
              <a:avLst/>
            </a:prstGeom>
          </p:spPr>
        </p:pic>
        <p:sp>
          <p:nvSpPr>
            <p:cNvPr id="1935" name="TextBox 1934">
              <a:extLst>
                <a:ext uri="{FF2B5EF4-FFF2-40B4-BE49-F238E27FC236}">
                  <a16:creationId xmlns:a16="http://schemas.microsoft.com/office/drawing/2014/main" id="{B9642279-5985-1765-8650-71259D662B20}"/>
                </a:ext>
              </a:extLst>
            </p:cNvPr>
            <p:cNvSpPr txBox="1"/>
            <p:nvPr/>
          </p:nvSpPr>
          <p:spPr>
            <a:xfrm>
              <a:off x="2311756" y="2485843"/>
              <a:ext cx="258111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hangingPunct="0"/>
              <a:r>
                <a:rPr lang="en-US" altLang="ko-KR" sz="6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04             09               12              15                21            02</a:t>
              </a:r>
              <a:endParaRPr lang="ko-KR" altLang="en-US" sz="6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36" name="TextBox 1935">
              <a:extLst>
                <a:ext uri="{FF2B5EF4-FFF2-40B4-BE49-F238E27FC236}">
                  <a16:creationId xmlns:a16="http://schemas.microsoft.com/office/drawing/2014/main" id="{660B93FA-C1B1-A4CF-B864-AC624E34107D}"/>
                </a:ext>
              </a:extLst>
            </p:cNvPr>
            <p:cNvSpPr txBox="1"/>
            <p:nvPr/>
          </p:nvSpPr>
          <p:spPr>
            <a:xfrm>
              <a:off x="2873930" y="2616418"/>
              <a:ext cx="132185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&lt;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예측 처리 정보</a:t>
              </a:r>
              <a:r>
                <a:rPr lang="en-US" altLang="ko-KR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&gt;</a:t>
              </a:r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58" name="그룹 1957">
            <a:extLst>
              <a:ext uri="{FF2B5EF4-FFF2-40B4-BE49-F238E27FC236}">
                <a16:creationId xmlns:a16="http://schemas.microsoft.com/office/drawing/2014/main" id="{5482BD8E-62F3-1510-122F-845224E8E170}"/>
              </a:ext>
            </a:extLst>
          </p:cNvPr>
          <p:cNvGrpSpPr/>
          <p:nvPr/>
        </p:nvGrpSpPr>
        <p:grpSpPr>
          <a:xfrm>
            <a:off x="7956530" y="3957938"/>
            <a:ext cx="1502863" cy="287258"/>
            <a:chOff x="-4886596" y="3312869"/>
            <a:chExt cx="1502863" cy="287258"/>
          </a:xfrm>
        </p:grpSpPr>
        <p:sp>
          <p:nvSpPr>
            <p:cNvPr id="1959" name="Hour">
              <a:extLst>
                <a:ext uri="{FF2B5EF4-FFF2-40B4-BE49-F238E27FC236}">
                  <a16:creationId xmlns:a16="http://schemas.microsoft.com/office/drawing/2014/main" id="{95408893-DDE7-3CB8-73B7-C7A14694F0B5}"/>
                </a:ext>
              </a:extLst>
            </p:cNvPr>
            <p:cNvSpPr/>
            <p:nvPr/>
          </p:nvSpPr>
          <p:spPr>
            <a:xfrm>
              <a:off x="-48865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</a:p>
          </p:txBody>
        </p:sp>
        <p:sp>
          <p:nvSpPr>
            <p:cNvPr id="1960" name="Minute">
              <a:extLst>
                <a:ext uri="{FF2B5EF4-FFF2-40B4-BE49-F238E27FC236}">
                  <a16:creationId xmlns:a16="http://schemas.microsoft.com/office/drawing/2014/main" id="{F072FAB7-EB3E-4A7D-8B29-DA9476609B84}"/>
                </a:ext>
              </a:extLst>
            </p:cNvPr>
            <p:cNvSpPr/>
            <p:nvPr/>
          </p:nvSpPr>
          <p:spPr>
            <a:xfrm>
              <a:off x="-4312882" y="3312869"/>
              <a:ext cx="313748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00</a:t>
              </a:r>
            </a:p>
          </p:txBody>
        </p:sp>
        <p:sp>
          <p:nvSpPr>
            <p:cNvPr id="1961" name="AM/PM">
              <a:extLst>
                <a:ext uri="{FF2B5EF4-FFF2-40B4-BE49-F238E27FC236}">
                  <a16:creationId xmlns:a16="http://schemas.microsoft.com/office/drawing/2014/main" id="{408BE1F6-D9B8-CC20-4DA4-DA8715C7B9A9}"/>
                </a:ext>
              </a:extLst>
            </p:cNvPr>
            <p:cNvSpPr/>
            <p:nvPr/>
          </p:nvSpPr>
          <p:spPr>
            <a:xfrm>
              <a:off x="-3690996" y="3312869"/>
              <a:ext cx="307263" cy="28725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7432" tIns="50800" rIns="274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AM</a:t>
              </a:r>
            </a:p>
          </p:txBody>
        </p:sp>
        <p:sp>
          <p:nvSpPr>
            <p:cNvPr id="1962" name="Colon">
              <a:extLst>
                <a:ext uri="{FF2B5EF4-FFF2-40B4-BE49-F238E27FC236}">
                  <a16:creationId xmlns:a16="http://schemas.microsoft.com/office/drawing/2014/main" id="{9BF5D691-76DA-D2BA-2F08-27728E6911DC}"/>
                </a:ext>
              </a:extLst>
            </p:cNvPr>
            <p:cNvSpPr txBox="1"/>
            <p:nvPr/>
          </p:nvSpPr>
          <p:spPr>
            <a:xfrm>
              <a:off x="-4538258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  <p:sp>
          <p:nvSpPr>
            <p:cNvPr id="1963" name="Colon">
              <a:extLst>
                <a:ext uri="{FF2B5EF4-FFF2-40B4-BE49-F238E27FC236}">
                  <a16:creationId xmlns:a16="http://schemas.microsoft.com/office/drawing/2014/main" id="{5A8A0138-2DC9-FB01-A1B0-6295B03C98FE}"/>
                </a:ext>
              </a:extLst>
            </p:cNvPr>
            <p:cNvSpPr txBox="1"/>
            <p:nvPr/>
          </p:nvSpPr>
          <p:spPr>
            <a:xfrm>
              <a:off x="-3935969" y="3321740"/>
              <a:ext cx="181396" cy="2585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:</a:t>
              </a:r>
            </a:p>
          </p:txBody>
        </p:sp>
      </p:grpSp>
      <p:sp>
        <p:nvSpPr>
          <p:cNvPr id="1964" name="TextBox 1963">
            <a:extLst>
              <a:ext uri="{FF2B5EF4-FFF2-40B4-BE49-F238E27FC236}">
                <a16:creationId xmlns:a16="http://schemas.microsoft.com/office/drawing/2014/main" id="{F0DD47E7-44EB-B10D-8E0C-774F82C8A3A4}"/>
              </a:ext>
            </a:extLst>
          </p:cNvPr>
          <p:cNvSpPr txBox="1"/>
          <p:nvPr/>
        </p:nvSpPr>
        <p:spPr>
          <a:xfrm>
            <a:off x="6676344" y="4005224"/>
            <a:ext cx="1321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 FRI</a:t>
            </a:r>
            <a:endParaRPr lang="ko-KR" altLang="en-US" sz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65" name="Rectangle 43">
            <a:extLst>
              <a:ext uri="{FF2B5EF4-FFF2-40B4-BE49-F238E27FC236}">
                <a16:creationId xmlns:a16="http://schemas.microsoft.com/office/drawing/2014/main" id="{AE929790-A3CE-94F2-E965-282A0DD6DA02}"/>
              </a:ext>
            </a:extLst>
          </p:cNvPr>
          <p:cNvSpPr/>
          <p:nvPr/>
        </p:nvSpPr>
        <p:spPr>
          <a:xfrm>
            <a:off x="5102375" y="2374136"/>
            <a:ext cx="1884439" cy="677231"/>
          </a:xfrm>
          <a:prstGeom prst="roundRect">
            <a:avLst>
              <a:gd name="adj" fmla="val 3831"/>
            </a:avLst>
          </a:prstGeom>
          <a:solidFill>
            <a:sysClr val="window" lastClr="FFFFFF"/>
          </a:solidFill>
          <a:ln w="31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lIns="180000" tIns="180000" rIns="180000" bIns="180000" rtlCol="0" anchor="t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66" name="AutoShape 55">
            <a:extLst>
              <a:ext uri="{FF2B5EF4-FFF2-40B4-BE49-F238E27FC236}">
                <a16:creationId xmlns:a16="http://schemas.microsoft.com/office/drawing/2014/main" id="{40FD1207-0926-1284-F982-3D8896E43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463" y="2461015"/>
            <a:ext cx="322901" cy="283906"/>
          </a:xfrm>
          <a:prstGeom prst="ellipse">
            <a:avLst/>
          </a:prstGeom>
          <a:solidFill>
            <a:srgbClr val="242852">
              <a:lumMod val="60000"/>
              <a:lumOff val="40000"/>
            </a:srgbClr>
          </a:solidFill>
          <a:ln w="3175">
            <a:solidFill>
              <a:srgbClr val="242852">
                <a:lumMod val="60000"/>
                <a:lumOff val="40000"/>
              </a:srgbClr>
            </a:solidFill>
            <a:round/>
            <a:headEnd/>
            <a:tailEnd/>
          </a:ln>
        </p:spPr>
        <p:txBody>
          <a:bodyPr wrap="none" lIns="72000" tIns="72000" rIns="72000" bIns="72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67" name="TextBox 1966">
            <a:extLst>
              <a:ext uri="{FF2B5EF4-FFF2-40B4-BE49-F238E27FC236}">
                <a16:creationId xmlns:a16="http://schemas.microsoft.com/office/drawing/2014/main" id="{AF45DD60-9631-ABF5-086F-7ADA41764663}"/>
              </a:ext>
            </a:extLst>
          </p:cNvPr>
          <p:cNvSpPr txBox="1"/>
          <p:nvPr/>
        </p:nvSpPr>
        <p:spPr>
          <a:xfrm>
            <a:off x="5823202" y="2552299"/>
            <a:ext cx="90496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20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270</a:t>
            </a:r>
            <a:r>
              <a:rPr lang="ko-KR" altLang="en-US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</a:t>
            </a:r>
            <a:endParaRPr lang="ko-KR" altLang="en-US" sz="8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68" name="Airplane">
            <a:extLst>
              <a:ext uri="{FF2B5EF4-FFF2-40B4-BE49-F238E27FC236}">
                <a16:creationId xmlns:a16="http://schemas.microsoft.com/office/drawing/2014/main" id="{8E0D06A2-6CBB-B8D1-AD9C-DDCAB7444A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08244" y="2515259"/>
            <a:ext cx="217999" cy="167772"/>
          </a:xfrm>
          <a:custGeom>
            <a:avLst/>
            <a:gdLst>
              <a:gd name="T0" fmla="*/ 169 w 671"/>
              <a:gd name="T1" fmla="*/ 0 h 586"/>
              <a:gd name="T2" fmla="*/ 149 w 671"/>
              <a:gd name="T3" fmla="*/ 28 h 586"/>
              <a:gd name="T4" fmla="*/ 230 w 671"/>
              <a:gd name="T5" fmla="*/ 227 h 586"/>
              <a:gd name="T6" fmla="*/ 88 w 671"/>
              <a:gd name="T7" fmla="*/ 227 h 586"/>
              <a:gd name="T8" fmla="*/ 54 w 671"/>
              <a:gd name="T9" fmla="*/ 160 h 586"/>
              <a:gd name="T10" fmla="*/ 40 w 671"/>
              <a:gd name="T11" fmla="*/ 149 h 586"/>
              <a:gd name="T12" fmla="*/ 0 w 671"/>
              <a:gd name="T13" fmla="*/ 166 h 586"/>
              <a:gd name="T14" fmla="*/ 26 w 671"/>
              <a:gd name="T15" fmla="*/ 293 h 586"/>
              <a:gd name="T16" fmla="*/ 0 w 671"/>
              <a:gd name="T17" fmla="*/ 419 h 586"/>
              <a:gd name="T18" fmla="*/ 51 w 671"/>
              <a:gd name="T19" fmla="*/ 431 h 586"/>
              <a:gd name="T20" fmla="*/ 54 w 671"/>
              <a:gd name="T21" fmla="*/ 427 h 586"/>
              <a:gd name="T22" fmla="*/ 54 w 671"/>
              <a:gd name="T23" fmla="*/ 427 h 586"/>
              <a:gd name="T24" fmla="*/ 88 w 671"/>
              <a:gd name="T25" fmla="*/ 360 h 586"/>
              <a:gd name="T26" fmla="*/ 230 w 671"/>
              <a:gd name="T27" fmla="*/ 360 h 586"/>
              <a:gd name="T28" fmla="*/ 149 w 671"/>
              <a:gd name="T29" fmla="*/ 558 h 586"/>
              <a:gd name="T30" fmla="*/ 169 w 671"/>
              <a:gd name="T31" fmla="*/ 586 h 586"/>
              <a:gd name="T32" fmla="*/ 200 w 671"/>
              <a:gd name="T33" fmla="*/ 583 h 586"/>
              <a:gd name="T34" fmla="*/ 200 w 671"/>
              <a:gd name="T35" fmla="*/ 583 h 586"/>
              <a:gd name="T36" fmla="*/ 224 w 671"/>
              <a:gd name="T37" fmla="*/ 569 h 586"/>
              <a:gd name="T38" fmla="*/ 388 w 671"/>
              <a:gd name="T39" fmla="*/ 360 h 586"/>
              <a:gd name="T40" fmla="*/ 583 w 671"/>
              <a:gd name="T41" fmla="*/ 360 h 586"/>
              <a:gd name="T42" fmla="*/ 646 w 671"/>
              <a:gd name="T43" fmla="*/ 334 h 586"/>
              <a:gd name="T44" fmla="*/ 646 w 671"/>
              <a:gd name="T45" fmla="*/ 253 h 586"/>
              <a:gd name="T46" fmla="*/ 583 w 671"/>
              <a:gd name="T47" fmla="*/ 227 h 586"/>
              <a:gd name="T48" fmla="*/ 388 w 671"/>
              <a:gd name="T49" fmla="*/ 227 h 586"/>
              <a:gd name="T50" fmla="*/ 224 w 671"/>
              <a:gd name="T51" fmla="*/ 17 h 586"/>
              <a:gd name="T52" fmla="*/ 169 w 671"/>
              <a:gd name="T53" fmla="*/ 0 h 586"/>
              <a:gd name="T54" fmla="*/ 177 w 671"/>
              <a:gd name="T55" fmla="*/ 28 h 586"/>
              <a:gd name="T56" fmla="*/ 197 w 671"/>
              <a:gd name="T57" fmla="*/ 30 h 586"/>
              <a:gd name="T58" fmla="*/ 211 w 671"/>
              <a:gd name="T59" fmla="*/ 44 h 586"/>
              <a:gd name="T60" fmla="*/ 375 w 671"/>
              <a:gd name="T61" fmla="*/ 253 h 586"/>
              <a:gd name="T62" fmla="*/ 583 w 671"/>
              <a:gd name="T63" fmla="*/ 253 h 586"/>
              <a:gd name="T64" fmla="*/ 627 w 671"/>
              <a:gd name="T65" fmla="*/ 271 h 586"/>
              <a:gd name="T66" fmla="*/ 627 w 671"/>
              <a:gd name="T67" fmla="*/ 316 h 586"/>
              <a:gd name="T68" fmla="*/ 583 w 671"/>
              <a:gd name="T69" fmla="*/ 333 h 586"/>
              <a:gd name="T70" fmla="*/ 375 w 671"/>
              <a:gd name="T71" fmla="*/ 333 h 586"/>
              <a:gd name="T72" fmla="*/ 203 w 671"/>
              <a:gd name="T73" fmla="*/ 552 h 586"/>
              <a:gd name="T74" fmla="*/ 197 w 671"/>
              <a:gd name="T75" fmla="*/ 556 h 586"/>
              <a:gd name="T76" fmla="*/ 177 w 671"/>
              <a:gd name="T77" fmla="*/ 558 h 586"/>
              <a:gd name="T78" fmla="*/ 270 w 671"/>
              <a:gd name="T79" fmla="*/ 333 h 586"/>
              <a:gd name="T80" fmla="*/ 72 w 671"/>
              <a:gd name="T81" fmla="*/ 333 h 586"/>
              <a:gd name="T82" fmla="*/ 29 w 671"/>
              <a:gd name="T83" fmla="*/ 413 h 586"/>
              <a:gd name="T84" fmla="*/ 53 w 671"/>
              <a:gd name="T85" fmla="*/ 293 h 586"/>
              <a:gd name="T86" fmla="*/ 29 w 671"/>
              <a:gd name="T87" fmla="*/ 174 h 586"/>
              <a:gd name="T88" fmla="*/ 72 w 671"/>
              <a:gd name="T89" fmla="*/ 253 h 586"/>
              <a:gd name="T90" fmla="*/ 270 w 671"/>
              <a:gd name="T91" fmla="*/ 253 h 586"/>
              <a:gd name="T92" fmla="*/ 177 w 671"/>
              <a:gd name="T93" fmla="*/ 28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71" h="586">
                <a:moveTo>
                  <a:pt x="169" y="0"/>
                </a:moveTo>
                <a:cubicBezTo>
                  <a:pt x="150" y="1"/>
                  <a:pt x="147" y="12"/>
                  <a:pt x="149" y="28"/>
                </a:cubicBezTo>
                <a:cubicBezTo>
                  <a:pt x="175" y="93"/>
                  <a:pt x="201" y="157"/>
                  <a:pt x="230" y="227"/>
                </a:cubicBezTo>
                <a:lnTo>
                  <a:pt x="88" y="227"/>
                </a:lnTo>
                <a:cubicBezTo>
                  <a:pt x="83" y="217"/>
                  <a:pt x="59" y="170"/>
                  <a:pt x="54" y="160"/>
                </a:cubicBezTo>
                <a:cubicBezTo>
                  <a:pt x="51" y="155"/>
                  <a:pt x="45" y="150"/>
                  <a:pt x="40" y="149"/>
                </a:cubicBezTo>
                <a:cubicBezTo>
                  <a:pt x="20" y="144"/>
                  <a:pt x="5" y="144"/>
                  <a:pt x="0" y="166"/>
                </a:cubicBezTo>
                <a:cubicBezTo>
                  <a:pt x="8" y="208"/>
                  <a:pt x="18" y="256"/>
                  <a:pt x="26" y="293"/>
                </a:cubicBezTo>
                <a:cubicBezTo>
                  <a:pt x="25" y="298"/>
                  <a:pt x="1" y="414"/>
                  <a:pt x="0" y="419"/>
                </a:cubicBezTo>
                <a:cubicBezTo>
                  <a:pt x="3" y="446"/>
                  <a:pt x="35" y="444"/>
                  <a:pt x="51" y="431"/>
                </a:cubicBezTo>
                <a:cubicBezTo>
                  <a:pt x="53" y="429"/>
                  <a:pt x="53" y="428"/>
                  <a:pt x="54" y="427"/>
                </a:cubicBezTo>
                <a:lnTo>
                  <a:pt x="54" y="427"/>
                </a:lnTo>
                <a:cubicBezTo>
                  <a:pt x="59" y="417"/>
                  <a:pt x="83" y="370"/>
                  <a:pt x="88" y="360"/>
                </a:cubicBezTo>
                <a:lnTo>
                  <a:pt x="230" y="360"/>
                </a:lnTo>
                <a:cubicBezTo>
                  <a:pt x="202" y="429"/>
                  <a:pt x="178" y="486"/>
                  <a:pt x="149" y="558"/>
                </a:cubicBezTo>
                <a:cubicBezTo>
                  <a:pt x="145" y="577"/>
                  <a:pt x="152" y="583"/>
                  <a:pt x="169" y="586"/>
                </a:cubicBezTo>
                <a:cubicBezTo>
                  <a:pt x="174" y="586"/>
                  <a:pt x="189" y="584"/>
                  <a:pt x="200" y="583"/>
                </a:cubicBezTo>
                <a:lnTo>
                  <a:pt x="200" y="583"/>
                </a:lnTo>
                <a:cubicBezTo>
                  <a:pt x="214" y="582"/>
                  <a:pt x="222" y="572"/>
                  <a:pt x="224" y="569"/>
                </a:cubicBezTo>
                <a:cubicBezTo>
                  <a:pt x="278" y="501"/>
                  <a:pt x="337" y="425"/>
                  <a:pt x="388" y="360"/>
                </a:cubicBezTo>
                <a:lnTo>
                  <a:pt x="583" y="360"/>
                </a:lnTo>
                <a:cubicBezTo>
                  <a:pt x="612" y="360"/>
                  <a:pt x="633" y="348"/>
                  <a:pt x="646" y="334"/>
                </a:cubicBezTo>
                <a:cubicBezTo>
                  <a:pt x="671" y="309"/>
                  <a:pt x="668" y="275"/>
                  <a:pt x="646" y="253"/>
                </a:cubicBezTo>
                <a:cubicBezTo>
                  <a:pt x="633" y="239"/>
                  <a:pt x="611" y="227"/>
                  <a:pt x="583" y="227"/>
                </a:cubicBezTo>
                <a:lnTo>
                  <a:pt x="388" y="227"/>
                </a:lnTo>
                <a:cubicBezTo>
                  <a:pt x="327" y="149"/>
                  <a:pt x="278" y="85"/>
                  <a:pt x="224" y="17"/>
                </a:cubicBezTo>
                <a:cubicBezTo>
                  <a:pt x="208" y="1"/>
                  <a:pt x="190" y="2"/>
                  <a:pt x="169" y="0"/>
                </a:cubicBezTo>
                <a:close/>
                <a:moveTo>
                  <a:pt x="177" y="28"/>
                </a:moveTo>
                <a:cubicBezTo>
                  <a:pt x="184" y="29"/>
                  <a:pt x="190" y="29"/>
                  <a:pt x="197" y="30"/>
                </a:cubicBezTo>
                <a:cubicBezTo>
                  <a:pt x="204" y="32"/>
                  <a:pt x="206" y="38"/>
                  <a:pt x="211" y="44"/>
                </a:cubicBezTo>
                <a:cubicBezTo>
                  <a:pt x="269" y="118"/>
                  <a:pt x="326" y="191"/>
                  <a:pt x="375" y="253"/>
                </a:cubicBezTo>
                <a:lnTo>
                  <a:pt x="583" y="253"/>
                </a:lnTo>
                <a:cubicBezTo>
                  <a:pt x="604" y="253"/>
                  <a:pt x="618" y="261"/>
                  <a:pt x="627" y="271"/>
                </a:cubicBezTo>
                <a:cubicBezTo>
                  <a:pt x="642" y="286"/>
                  <a:pt x="642" y="301"/>
                  <a:pt x="627" y="316"/>
                </a:cubicBezTo>
                <a:cubicBezTo>
                  <a:pt x="618" y="325"/>
                  <a:pt x="604" y="333"/>
                  <a:pt x="583" y="333"/>
                </a:cubicBezTo>
                <a:lnTo>
                  <a:pt x="375" y="333"/>
                </a:lnTo>
                <a:cubicBezTo>
                  <a:pt x="315" y="411"/>
                  <a:pt x="255" y="486"/>
                  <a:pt x="203" y="552"/>
                </a:cubicBezTo>
                <a:cubicBezTo>
                  <a:pt x="200" y="557"/>
                  <a:pt x="203" y="556"/>
                  <a:pt x="197" y="556"/>
                </a:cubicBezTo>
                <a:cubicBezTo>
                  <a:pt x="190" y="557"/>
                  <a:pt x="184" y="558"/>
                  <a:pt x="177" y="558"/>
                </a:cubicBezTo>
                <a:cubicBezTo>
                  <a:pt x="207" y="486"/>
                  <a:pt x="241" y="402"/>
                  <a:pt x="270" y="333"/>
                </a:cubicBezTo>
                <a:lnTo>
                  <a:pt x="72" y="333"/>
                </a:lnTo>
                <a:cubicBezTo>
                  <a:pt x="58" y="362"/>
                  <a:pt x="42" y="391"/>
                  <a:pt x="29" y="413"/>
                </a:cubicBezTo>
                <a:cubicBezTo>
                  <a:pt x="37" y="373"/>
                  <a:pt x="45" y="333"/>
                  <a:pt x="53" y="293"/>
                </a:cubicBezTo>
                <a:cubicBezTo>
                  <a:pt x="45" y="252"/>
                  <a:pt x="36" y="212"/>
                  <a:pt x="29" y="174"/>
                </a:cubicBezTo>
                <a:cubicBezTo>
                  <a:pt x="45" y="198"/>
                  <a:pt x="60" y="230"/>
                  <a:pt x="72" y="253"/>
                </a:cubicBezTo>
                <a:lnTo>
                  <a:pt x="270" y="253"/>
                </a:lnTo>
                <a:cubicBezTo>
                  <a:pt x="236" y="171"/>
                  <a:pt x="207" y="102"/>
                  <a:pt x="177" y="28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kumimoji="0" lang="en-US" sz="731" dirty="0">
              <a:solidFill>
                <a:prstClr val="black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69" name="TextBox 1968">
            <a:extLst>
              <a:ext uri="{FF2B5EF4-FFF2-40B4-BE49-F238E27FC236}">
                <a16:creationId xmlns:a16="http://schemas.microsoft.com/office/drawing/2014/main" id="{0FD34776-D02D-1043-1DA5-E81CC0025551}"/>
              </a:ext>
            </a:extLst>
          </p:cNvPr>
          <p:cNvSpPr txBox="1"/>
          <p:nvPr/>
        </p:nvSpPr>
        <p:spPr>
          <a:xfrm>
            <a:off x="5476889" y="5357871"/>
            <a:ext cx="23024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   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14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대기열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70" name="TextBox 1969">
            <a:extLst>
              <a:ext uri="{FF2B5EF4-FFF2-40B4-BE49-F238E27FC236}">
                <a16:creationId xmlns:a16="http://schemas.microsoft.com/office/drawing/2014/main" id="{921549A1-04AA-E4E2-4F59-529896DBA35A}"/>
              </a:ext>
            </a:extLst>
          </p:cNvPr>
          <p:cNvSpPr txBox="1"/>
          <p:nvPr/>
        </p:nvSpPr>
        <p:spPr>
          <a:xfrm>
            <a:off x="8690226" y="5340710"/>
            <a:ext cx="227085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   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운영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  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대기열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40 </a:t>
            </a:r>
            <a:endParaRPr lang="ko-KR" altLang="en-US" b="1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71" name="그룹 1970">
            <a:extLst>
              <a:ext uri="{FF2B5EF4-FFF2-40B4-BE49-F238E27FC236}">
                <a16:creationId xmlns:a16="http://schemas.microsoft.com/office/drawing/2014/main" id="{053ABA9C-E4A1-4599-7782-7598954B17EB}"/>
              </a:ext>
            </a:extLst>
          </p:cNvPr>
          <p:cNvGrpSpPr/>
          <p:nvPr/>
        </p:nvGrpSpPr>
        <p:grpSpPr>
          <a:xfrm>
            <a:off x="11188661" y="5546638"/>
            <a:ext cx="184761" cy="184761"/>
            <a:chOff x="-1420568" y="2626905"/>
            <a:chExt cx="184761" cy="184761"/>
          </a:xfrm>
        </p:grpSpPr>
        <p:sp>
          <p:nvSpPr>
            <p:cNvPr id="1972" name="타원 1971">
              <a:extLst>
                <a:ext uri="{FF2B5EF4-FFF2-40B4-BE49-F238E27FC236}">
                  <a16:creationId xmlns:a16="http://schemas.microsoft.com/office/drawing/2014/main" id="{0EC4A38F-CFD7-6645-53FB-8424DC122CB1}"/>
                </a:ext>
              </a:extLst>
            </p:cNvPr>
            <p:cNvSpPr/>
            <p:nvPr/>
          </p:nvSpPr>
          <p:spPr bwMode="auto">
            <a:xfrm>
              <a:off x="-1420568" y="2626905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73" name="Chevron Right">
              <a:extLst>
                <a:ext uri="{FF2B5EF4-FFF2-40B4-BE49-F238E27FC236}">
                  <a16:creationId xmlns:a16="http://schemas.microsoft.com/office/drawing/2014/main" id="{B0C6A496-E591-48AD-75E0-62D0A0D765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0440" y="2656126"/>
              <a:ext cx="64492" cy="117375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74" name="그룹 1973">
            <a:extLst>
              <a:ext uri="{FF2B5EF4-FFF2-40B4-BE49-F238E27FC236}">
                <a16:creationId xmlns:a16="http://schemas.microsoft.com/office/drawing/2014/main" id="{A34BF4A4-B906-8F5A-CE08-B81C15AD3D05}"/>
              </a:ext>
            </a:extLst>
          </p:cNvPr>
          <p:cNvGrpSpPr/>
          <p:nvPr/>
        </p:nvGrpSpPr>
        <p:grpSpPr>
          <a:xfrm>
            <a:off x="8248471" y="5546113"/>
            <a:ext cx="184761" cy="184761"/>
            <a:chOff x="-1420568" y="3549256"/>
            <a:chExt cx="184761" cy="184761"/>
          </a:xfrm>
        </p:grpSpPr>
        <p:sp>
          <p:nvSpPr>
            <p:cNvPr id="1975" name="타원 1974">
              <a:extLst>
                <a:ext uri="{FF2B5EF4-FFF2-40B4-BE49-F238E27FC236}">
                  <a16:creationId xmlns:a16="http://schemas.microsoft.com/office/drawing/2014/main" id="{06A3F1BF-DB57-2A10-8F50-EBE26B42B631}"/>
                </a:ext>
              </a:extLst>
            </p:cNvPr>
            <p:cNvSpPr/>
            <p:nvPr/>
          </p:nvSpPr>
          <p:spPr bwMode="auto">
            <a:xfrm>
              <a:off x="-1420568" y="3549256"/>
              <a:ext cx="184761" cy="184761"/>
            </a:xfrm>
            <a:prstGeom prst="ellipse">
              <a:avLst/>
            </a:prstGeom>
            <a:solidFill>
              <a:srgbClr val="FAFAFA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12700" dir="5400000" sx="104000" sy="104000" algn="ctr" rotWithShape="0">
                <a:prstClr val="black">
                  <a:alpha val="3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76" name="Chevron Left">
              <a:extLst>
                <a:ext uri="{FF2B5EF4-FFF2-40B4-BE49-F238E27FC236}">
                  <a16:creationId xmlns:a16="http://schemas.microsoft.com/office/drawing/2014/main" id="{881C604C-389A-CBB7-3DA3-7E3D1E121E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-1368391" y="3593482"/>
              <a:ext cx="64492" cy="117375"/>
            </a:xfrm>
            <a:custGeom>
              <a:avLst/>
              <a:gdLst>
                <a:gd name="T0" fmla="*/ 296 w 324"/>
                <a:gd name="T1" fmla="*/ 593 h 593"/>
                <a:gd name="T2" fmla="*/ 324 w 324"/>
                <a:gd name="T3" fmla="*/ 565 h 593"/>
                <a:gd name="T4" fmla="*/ 55 w 324"/>
                <a:gd name="T5" fmla="*/ 297 h 593"/>
                <a:gd name="T6" fmla="*/ 324 w 324"/>
                <a:gd name="T7" fmla="*/ 28 h 593"/>
                <a:gd name="T8" fmla="*/ 296 w 324"/>
                <a:gd name="T9" fmla="*/ 0 h 593"/>
                <a:gd name="T10" fmla="*/ 0 w 324"/>
                <a:gd name="T11" fmla="*/ 297 h 593"/>
                <a:gd name="T12" fmla="*/ 296 w 324"/>
                <a:gd name="T13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" h="593">
                  <a:moveTo>
                    <a:pt x="296" y="593"/>
                  </a:moveTo>
                  <a:lnTo>
                    <a:pt x="324" y="565"/>
                  </a:lnTo>
                  <a:lnTo>
                    <a:pt x="55" y="297"/>
                  </a:lnTo>
                  <a:lnTo>
                    <a:pt x="324" y="28"/>
                  </a:lnTo>
                  <a:lnTo>
                    <a:pt x="296" y="0"/>
                  </a:lnTo>
                  <a:lnTo>
                    <a:pt x="0" y="297"/>
                  </a:lnTo>
                  <a:lnTo>
                    <a:pt x="296" y="5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77" name="TextBox 1976">
            <a:extLst>
              <a:ext uri="{FF2B5EF4-FFF2-40B4-BE49-F238E27FC236}">
                <a16:creationId xmlns:a16="http://schemas.microsoft.com/office/drawing/2014/main" id="{AA0156F9-55CA-74D7-05FD-8A7643EF11FF}"/>
              </a:ext>
            </a:extLst>
          </p:cNvPr>
          <p:cNvSpPr txBox="1"/>
          <p:nvPr/>
        </p:nvSpPr>
        <p:spPr>
          <a:xfrm>
            <a:off x="6394936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1978" name="TextBox 1977">
            <a:extLst>
              <a:ext uri="{FF2B5EF4-FFF2-40B4-BE49-F238E27FC236}">
                <a16:creationId xmlns:a16="http://schemas.microsoft.com/office/drawing/2014/main" id="{3E3E6E16-AD9A-545E-5122-8CFFC42F1A6E}"/>
              </a:ext>
            </a:extLst>
          </p:cNvPr>
          <p:cNvSpPr txBox="1"/>
          <p:nvPr/>
        </p:nvSpPr>
        <p:spPr>
          <a:xfrm>
            <a:off x="9154146" y="4390274"/>
            <a:ext cx="132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혼잡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 </a:t>
            </a:r>
            <a:r>
              <a:rPr lang="en-US" altLang="ko-KR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or </a:t>
            </a:r>
            <a:r>
              <a:rPr lang="ko-KR" altLang="en-US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원활</a:t>
            </a:r>
          </a:p>
        </p:txBody>
      </p:sp>
      <p:sp>
        <p:nvSpPr>
          <p:cNvPr id="1979" name="직사각형 1978">
            <a:extLst>
              <a:ext uri="{FF2B5EF4-FFF2-40B4-BE49-F238E27FC236}">
                <a16:creationId xmlns:a16="http://schemas.microsoft.com/office/drawing/2014/main" id="{44361AC7-CA9B-5343-CE8F-FD4325347BD5}"/>
              </a:ext>
            </a:extLst>
          </p:cNvPr>
          <p:cNvSpPr/>
          <p:nvPr/>
        </p:nvSpPr>
        <p:spPr bwMode="auto">
          <a:xfrm>
            <a:off x="7846163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80" name="직사각형 1979">
            <a:extLst>
              <a:ext uri="{FF2B5EF4-FFF2-40B4-BE49-F238E27FC236}">
                <a16:creationId xmlns:a16="http://schemas.microsoft.com/office/drawing/2014/main" id="{CA75EAB6-4125-D93C-B18E-4A64A53E1AC3}"/>
              </a:ext>
            </a:extLst>
          </p:cNvPr>
          <p:cNvSpPr/>
          <p:nvPr/>
        </p:nvSpPr>
        <p:spPr bwMode="auto">
          <a:xfrm>
            <a:off x="11034531" y="4421203"/>
            <a:ext cx="181607" cy="18768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kumimoji="1" lang="ko-KR" altLang="en-US" b="0" i="0" u="none" strike="noStrike" cap="none" normalizeH="0" baseline="0" dirty="0">
              <a:ln>
                <a:noFill/>
              </a:ln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82" name="직사각형 1981">
            <a:extLst>
              <a:ext uri="{FF2B5EF4-FFF2-40B4-BE49-F238E27FC236}">
                <a16:creationId xmlns:a16="http://schemas.microsoft.com/office/drawing/2014/main" id="{9602B76E-AC60-BC12-857A-00DF4BD2001A}"/>
              </a:ext>
            </a:extLst>
          </p:cNvPr>
          <p:cNvSpPr/>
          <p:nvPr/>
        </p:nvSpPr>
        <p:spPr bwMode="auto">
          <a:xfrm>
            <a:off x="888273" y="2429691"/>
            <a:ext cx="3918857" cy="931817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983" name="직사각형 1982">
            <a:extLst>
              <a:ext uri="{FF2B5EF4-FFF2-40B4-BE49-F238E27FC236}">
                <a16:creationId xmlns:a16="http://schemas.microsoft.com/office/drawing/2014/main" id="{9933D5FE-D2C9-94A4-ABF8-5A97E51723E6}"/>
              </a:ext>
            </a:extLst>
          </p:cNvPr>
          <p:cNvSpPr/>
          <p:nvPr/>
        </p:nvSpPr>
        <p:spPr bwMode="auto">
          <a:xfrm>
            <a:off x="7437118" y="2429691"/>
            <a:ext cx="3918857" cy="931817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1984" name="그룹 1983">
            <a:extLst>
              <a:ext uri="{FF2B5EF4-FFF2-40B4-BE49-F238E27FC236}">
                <a16:creationId xmlns:a16="http://schemas.microsoft.com/office/drawing/2014/main" id="{A36DE39C-1561-F62A-CE68-827AE12AAEAA}"/>
              </a:ext>
            </a:extLst>
          </p:cNvPr>
          <p:cNvGrpSpPr/>
          <p:nvPr/>
        </p:nvGrpSpPr>
        <p:grpSpPr>
          <a:xfrm>
            <a:off x="924705" y="2588341"/>
            <a:ext cx="3796497" cy="799550"/>
            <a:chOff x="955977" y="4325817"/>
            <a:chExt cx="8488870" cy="1787775"/>
          </a:xfrm>
        </p:grpSpPr>
        <p:sp>
          <p:nvSpPr>
            <p:cNvPr id="1985" name="직사각형 1984">
              <a:extLst>
                <a:ext uri="{FF2B5EF4-FFF2-40B4-BE49-F238E27FC236}">
                  <a16:creationId xmlns:a16="http://schemas.microsoft.com/office/drawing/2014/main" id="{32A8A5EB-C0EF-12D7-DB89-6659B5E4634A}"/>
                </a:ext>
              </a:extLst>
            </p:cNvPr>
            <p:cNvSpPr/>
            <p:nvPr/>
          </p:nvSpPr>
          <p:spPr bwMode="auto">
            <a:xfrm>
              <a:off x="955977" y="5812950"/>
              <a:ext cx="120256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86" name="직사각형 1985">
              <a:extLst>
                <a:ext uri="{FF2B5EF4-FFF2-40B4-BE49-F238E27FC236}">
                  <a16:creationId xmlns:a16="http://schemas.microsoft.com/office/drawing/2014/main" id="{30B590A4-3297-2DAD-4E08-AD222D260659}"/>
                </a:ext>
              </a:extLst>
            </p:cNvPr>
            <p:cNvSpPr/>
            <p:nvPr/>
          </p:nvSpPr>
          <p:spPr bwMode="auto">
            <a:xfrm>
              <a:off x="1654719" y="5812950"/>
              <a:ext cx="143052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87" name="직사각형 1986">
              <a:extLst>
                <a:ext uri="{FF2B5EF4-FFF2-40B4-BE49-F238E27FC236}">
                  <a16:creationId xmlns:a16="http://schemas.microsoft.com/office/drawing/2014/main" id="{69FDB918-D482-CE1A-778B-C8CBFDB43516}"/>
                </a:ext>
              </a:extLst>
            </p:cNvPr>
            <p:cNvSpPr/>
            <p:nvPr/>
          </p:nvSpPr>
          <p:spPr bwMode="auto">
            <a:xfrm>
              <a:off x="2356031" y="5377682"/>
              <a:ext cx="171387" cy="735908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88" name="직사각형 1987">
              <a:extLst>
                <a:ext uri="{FF2B5EF4-FFF2-40B4-BE49-F238E27FC236}">
                  <a16:creationId xmlns:a16="http://schemas.microsoft.com/office/drawing/2014/main" id="{F03EB7AF-E00F-0AD0-7917-1014E320DFFA}"/>
                </a:ext>
              </a:extLst>
            </p:cNvPr>
            <p:cNvSpPr/>
            <p:nvPr/>
          </p:nvSpPr>
          <p:spPr bwMode="auto">
            <a:xfrm>
              <a:off x="3184286" y="4325817"/>
              <a:ext cx="165894" cy="178777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89" name="직사각형 1988">
              <a:extLst>
                <a:ext uri="{FF2B5EF4-FFF2-40B4-BE49-F238E27FC236}">
                  <a16:creationId xmlns:a16="http://schemas.microsoft.com/office/drawing/2014/main" id="{447B4007-F672-79DB-5B39-2024D89C1946}"/>
                </a:ext>
              </a:extLst>
            </p:cNvPr>
            <p:cNvSpPr/>
            <p:nvPr/>
          </p:nvSpPr>
          <p:spPr bwMode="auto">
            <a:xfrm>
              <a:off x="3934785" y="4424750"/>
              <a:ext cx="157379" cy="16888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0" name="직사각형 1989">
              <a:extLst>
                <a:ext uri="{FF2B5EF4-FFF2-40B4-BE49-F238E27FC236}">
                  <a16:creationId xmlns:a16="http://schemas.microsoft.com/office/drawing/2014/main" id="{8AFB54F4-082E-8E0E-9F08-D6EB537E9EA2}"/>
                </a:ext>
              </a:extLst>
            </p:cNvPr>
            <p:cNvSpPr/>
            <p:nvPr/>
          </p:nvSpPr>
          <p:spPr bwMode="auto">
            <a:xfrm>
              <a:off x="4685283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1" name="직사각형 1990">
              <a:extLst>
                <a:ext uri="{FF2B5EF4-FFF2-40B4-BE49-F238E27FC236}">
                  <a16:creationId xmlns:a16="http://schemas.microsoft.com/office/drawing/2014/main" id="{9D848DC9-7765-29E5-5265-B86FE3DE0319}"/>
                </a:ext>
              </a:extLst>
            </p:cNvPr>
            <p:cNvSpPr/>
            <p:nvPr/>
          </p:nvSpPr>
          <p:spPr bwMode="auto">
            <a:xfrm>
              <a:off x="5401275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2" name="직사각형 1991">
              <a:extLst>
                <a:ext uri="{FF2B5EF4-FFF2-40B4-BE49-F238E27FC236}">
                  <a16:creationId xmlns:a16="http://schemas.microsoft.com/office/drawing/2014/main" id="{8BFC5D2F-A714-9841-79A6-A577E91103CA}"/>
                </a:ext>
              </a:extLst>
            </p:cNvPr>
            <p:cNvSpPr/>
            <p:nvPr/>
          </p:nvSpPr>
          <p:spPr bwMode="auto">
            <a:xfrm>
              <a:off x="6169026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3" name="직사각형 1992">
              <a:extLst>
                <a:ext uri="{FF2B5EF4-FFF2-40B4-BE49-F238E27FC236}">
                  <a16:creationId xmlns:a16="http://schemas.microsoft.com/office/drawing/2014/main" id="{80FDF6A8-DB5D-4415-B826-2373F6DAB361}"/>
                </a:ext>
              </a:extLst>
            </p:cNvPr>
            <p:cNvSpPr/>
            <p:nvPr/>
          </p:nvSpPr>
          <p:spPr bwMode="auto">
            <a:xfrm>
              <a:off x="6928150" y="5369054"/>
              <a:ext cx="188642" cy="744535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4" name="직사각형 1993">
              <a:extLst>
                <a:ext uri="{FF2B5EF4-FFF2-40B4-BE49-F238E27FC236}">
                  <a16:creationId xmlns:a16="http://schemas.microsoft.com/office/drawing/2014/main" id="{CC3712A1-EAEA-061C-803C-6727B4B5E129}"/>
                </a:ext>
              </a:extLst>
            </p:cNvPr>
            <p:cNvSpPr/>
            <p:nvPr/>
          </p:nvSpPr>
          <p:spPr bwMode="auto">
            <a:xfrm>
              <a:off x="7626890" y="5593342"/>
              <a:ext cx="171389" cy="520247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5" name="직사각형 1994">
              <a:extLst>
                <a:ext uri="{FF2B5EF4-FFF2-40B4-BE49-F238E27FC236}">
                  <a16:creationId xmlns:a16="http://schemas.microsoft.com/office/drawing/2014/main" id="{C33F5C93-D2E1-8A44-3303-8D4370BD5361}"/>
                </a:ext>
              </a:extLst>
            </p:cNvPr>
            <p:cNvSpPr/>
            <p:nvPr/>
          </p:nvSpPr>
          <p:spPr bwMode="auto">
            <a:xfrm>
              <a:off x="8377388" y="5791750"/>
              <a:ext cx="154137" cy="321839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6" name="직사각형 1995">
              <a:extLst>
                <a:ext uri="{FF2B5EF4-FFF2-40B4-BE49-F238E27FC236}">
                  <a16:creationId xmlns:a16="http://schemas.microsoft.com/office/drawing/2014/main" id="{78AE63F2-2EA1-9B4D-6AB6-BB5FEBAC9C08}"/>
                </a:ext>
              </a:extLst>
            </p:cNvPr>
            <p:cNvSpPr/>
            <p:nvPr/>
          </p:nvSpPr>
          <p:spPr bwMode="auto">
            <a:xfrm>
              <a:off x="9136513" y="5921146"/>
              <a:ext cx="136884" cy="19244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7" name="직사각형 1996">
              <a:extLst>
                <a:ext uri="{FF2B5EF4-FFF2-40B4-BE49-F238E27FC236}">
                  <a16:creationId xmlns:a16="http://schemas.microsoft.com/office/drawing/2014/main" id="{F64CA3E8-809A-D228-6AB0-5094FE16E368}"/>
                </a:ext>
              </a:extLst>
            </p:cNvPr>
            <p:cNvSpPr/>
            <p:nvPr/>
          </p:nvSpPr>
          <p:spPr bwMode="auto">
            <a:xfrm>
              <a:off x="1075361" y="5810464"/>
              <a:ext cx="114575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8" name="직사각형 1997">
              <a:extLst>
                <a:ext uri="{FF2B5EF4-FFF2-40B4-BE49-F238E27FC236}">
                  <a16:creationId xmlns:a16="http://schemas.microsoft.com/office/drawing/2014/main" id="{46845B08-2573-98BB-94C6-B9FA96F179D4}"/>
                </a:ext>
              </a:extLst>
            </p:cNvPr>
            <p:cNvSpPr/>
            <p:nvPr/>
          </p:nvSpPr>
          <p:spPr bwMode="auto">
            <a:xfrm>
              <a:off x="1799263" y="5810464"/>
              <a:ext cx="124789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999" name="직사각형 1998">
              <a:extLst>
                <a:ext uri="{FF2B5EF4-FFF2-40B4-BE49-F238E27FC236}">
                  <a16:creationId xmlns:a16="http://schemas.microsoft.com/office/drawing/2014/main" id="{AFCE8F9A-B57A-BCD8-D6A3-788AD1946DB3}"/>
                </a:ext>
              </a:extLst>
            </p:cNvPr>
            <p:cNvSpPr/>
            <p:nvPr/>
          </p:nvSpPr>
          <p:spPr bwMode="auto">
            <a:xfrm>
              <a:off x="2513875" y="5377682"/>
              <a:ext cx="182958" cy="733422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0" name="직사각형 1999">
              <a:extLst>
                <a:ext uri="{FF2B5EF4-FFF2-40B4-BE49-F238E27FC236}">
                  <a16:creationId xmlns:a16="http://schemas.microsoft.com/office/drawing/2014/main" id="{C2C0824F-A4DE-BDFE-9C28-121839528BD2}"/>
                </a:ext>
              </a:extLst>
            </p:cNvPr>
            <p:cNvSpPr/>
            <p:nvPr/>
          </p:nvSpPr>
          <p:spPr bwMode="auto">
            <a:xfrm>
              <a:off x="3355736" y="4325819"/>
              <a:ext cx="165894" cy="178777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1" name="직사각형 2000">
              <a:extLst>
                <a:ext uri="{FF2B5EF4-FFF2-40B4-BE49-F238E27FC236}">
                  <a16:creationId xmlns:a16="http://schemas.microsoft.com/office/drawing/2014/main" id="{12D3A0FD-0CBB-BEB5-886B-EBA49AA7D202}"/>
                </a:ext>
              </a:extLst>
            </p:cNvPr>
            <p:cNvSpPr/>
            <p:nvPr/>
          </p:nvSpPr>
          <p:spPr bwMode="auto">
            <a:xfrm>
              <a:off x="4106235" y="4424750"/>
              <a:ext cx="157379" cy="16888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2" name="직사각형 2001">
              <a:extLst>
                <a:ext uri="{FF2B5EF4-FFF2-40B4-BE49-F238E27FC236}">
                  <a16:creationId xmlns:a16="http://schemas.microsoft.com/office/drawing/2014/main" id="{DFE29C20-FFA3-598F-A8FF-9087FDB4B07C}"/>
                </a:ext>
              </a:extLst>
            </p:cNvPr>
            <p:cNvSpPr/>
            <p:nvPr/>
          </p:nvSpPr>
          <p:spPr bwMode="auto">
            <a:xfrm>
              <a:off x="4856733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3" name="직사각형 2002">
              <a:extLst>
                <a:ext uri="{FF2B5EF4-FFF2-40B4-BE49-F238E27FC236}">
                  <a16:creationId xmlns:a16="http://schemas.microsoft.com/office/drawing/2014/main" id="{7C0F06AB-E7A1-7468-44BF-4A9D377565AC}"/>
                </a:ext>
              </a:extLst>
            </p:cNvPr>
            <p:cNvSpPr/>
            <p:nvPr/>
          </p:nvSpPr>
          <p:spPr bwMode="auto">
            <a:xfrm>
              <a:off x="5572725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4" name="직사각형 2003">
              <a:extLst>
                <a:ext uri="{FF2B5EF4-FFF2-40B4-BE49-F238E27FC236}">
                  <a16:creationId xmlns:a16="http://schemas.microsoft.com/office/drawing/2014/main" id="{8313A69D-58AE-781C-569F-8D7354CDCF61}"/>
                </a:ext>
              </a:extLst>
            </p:cNvPr>
            <p:cNvSpPr/>
            <p:nvPr/>
          </p:nvSpPr>
          <p:spPr bwMode="auto">
            <a:xfrm>
              <a:off x="6340476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5" name="직사각형 2004">
              <a:extLst>
                <a:ext uri="{FF2B5EF4-FFF2-40B4-BE49-F238E27FC236}">
                  <a16:creationId xmlns:a16="http://schemas.microsoft.com/office/drawing/2014/main" id="{B6E7D417-51FC-98F6-B6C9-7D846DBB4A49}"/>
                </a:ext>
              </a:extLst>
            </p:cNvPr>
            <p:cNvSpPr/>
            <p:nvPr/>
          </p:nvSpPr>
          <p:spPr bwMode="auto">
            <a:xfrm>
              <a:off x="7099600" y="5369054"/>
              <a:ext cx="188642" cy="744535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6" name="직사각형 2005">
              <a:extLst>
                <a:ext uri="{FF2B5EF4-FFF2-40B4-BE49-F238E27FC236}">
                  <a16:creationId xmlns:a16="http://schemas.microsoft.com/office/drawing/2014/main" id="{49AAE46D-2130-451B-E08D-2C534EC11279}"/>
                </a:ext>
              </a:extLst>
            </p:cNvPr>
            <p:cNvSpPr/>
            <p:nvPr/>
          </p:nvSpPr>
          <p:spPr bwMode="auto">
            <a:xfrm>
              <a:off x="7798340" y="5593342"/>
              <a:ext cx="171389" cy="520247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7" name="직사각형 2006">
              <a:extLst>
                <a:ext uri="{FF2B5EF4-FFF2-40B4-BE49-F238E27FC236}">
                  <a16:creationId xmlns:a16="http://schemas.microsoft.com/office/drawing/2014/main" id="{C1719732-DB19-D70C-9F27-CBCEEE547C28}"/>
                </a:ext>
              </a:extLst>
            </p:cNvPr>
            <p:cNvSpPr/>
            <p:nvPr/>
          </p:nvSpPr>
          <p:spPr bwMode="auto">
            <a:xfrm>
              <a:off x="8548838" y="5791750"/>
              <a:ext cx="154137" cy="32183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08" name="직사각형 2007">
              <a:extLst>
                <a:ext uri="{FF2B5EF4-FFF2-40B4-BE49-F238E27FC236}">
                  <a16:creationId xmlns:a16="http://schemas.microsoft.com/office/drawing/2014/main" id="{93AF9BA2-4C22-7232-DC2C-F48B2128397F}"/>
                </a:ext>
              </a:extLst>
            </p:cNvPr>
            <p:cNvSpPr/>
            <p:nvPr/>
          </p:nvSpPr>
          <p:spPr bwMode="auto">
            <a:xfrm>
              <a:off x="9307963" y="5921146"/>
              <a:ext cx="136884" cy="19244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</p:grpSp>
      <p:grpSp>
        <p:nvGrpSpPr>
          <p:cNvPr id="2009" name="그룹 2008">
            <a:extLst>
              <a:ext uri="{FF2B5EF4-FFF2-40B4-BE49-F238E27FC236}">
                <a16:creationId xmlns:a16="http://schemas.microsoft.com/office/drawing/2014/main" id="{A7F4A425-FCD2-979C-A03E-DDEB28293CFA}"/>
              </a:ext>
            </a:extLst>
          </p:cNvPr>
          <p:cNvGrpSpPr/>
          <p:nvPr/>
        </p:nvGrpSpPr>
        <p:grpSpPr>
          <a:xfrm>
            <a:off x="7450866" y="2588341"/>
            <a:ext cx="3796497" cy="799550"/>
            <a:chOff x="955977" y="4325817"/>
            <a:chExt cx="8488870" cy="1787775"/>
          </a:xfrm>
        </p:grpSpPr>
        <p:sp>
          <p:nvSpPr>
            <p:cNvPr id="2010" name="직사각형 2009">
              <a:extLst>
                <a:ext uri="{FF2B5EF4-FFF2-40B4-BE49-F238E27FC236}">
                  <a16:creationId xmlns:a16="http://schemas.microsoft.com/office/drawing/2014/main" id="{ACB677D2-48DB-2B59-5DEA-3770BE0329A0}"/>
                </a:ext>
              </a:extLst>
            </p:cNvPr>
            <p:cNvSpPr/>
            <p:nvPr/>
          </p:nvSpPr>
          <p:spPr bwMode="auto">
            <a:xfrm>
              <a:off x="955977" y="5812950"/>
              <a:ext cx="120256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1" name="직사각형 2010">
              <a:extLst>
                <a:ext uri="{FF2B5EF4-FFF2-40B4-BE49-F238E27FC236}">
                  <a16:creationId xmlns:a16="http://schemas.microsoft.com/office/drawing/2014/main" id="{6874AC72-BB82-A40B-524B-20095CDF95EA}"/>
                </a:ext>
              </a:extLst>
            </p:cNvPr>
            <p:cNvSpPr/>
            <p:nvPr/>
          </p:nvSpPr>
          <p:spPr bwMode="auto">
            <a:xfrm>
              <a:off x="1654719" y="5812950"/>
              <a:ext cx="143052" cy="3006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2" name="직사각형 2011">
              <a:extLst>
                <a:ext uri="{FF2B5EF4-FFF2-40B4-BE49-F238E27FC236}">
                  <a16:creationId xmlns:a16="http://schemas.microsoft.com/office/drawing/2014/main" id="{5EB2BFE4-A760-4C30-D6C2-3FB19D8B90A4}"/>
                </a:ext>
              </a:extLst>
            </p:cNvPr>
            <p:cNvSpPr/>
            <p:nvPr/>
          </p:nvSpPr>
          <p:spPr bwMode="auto">
            <a:xfrm>
              <a:off x="2356031" y="5377682"/>
              <a:ext cx="171387" cy="735908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3" name="직사각형 2012">
              <a:extLst>
                <a:ext uri="{FF2B5EF4-FFF2-40B4-BE49-F238E27FC236}">
                  <a16:creationId xmlns:a16="http://schemas.microsoft.com/office/drawing/2014/main" id="{151559A5-6C63-F2C1-2BF0-40D9A4922C0F}"/>
                </a:ext>
              </a:extLst>
            </p:cNvPr>
            <p:cNvSpPr/>
            <p:nvPr/>
          </p:nvSpPr>
          <p:spPr bwMode="auto">
            <a:xfrm>
              <a:off x="3184286" y="4325817"/>
              <a:ext cx="165894" cy="178777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4" name="직사각형 2013">
              <a:extLst>
                <a:ext uri="{FF2B5EF4-FFF2-40B4-BE49-F238E27FC236}">
                  <a16:creationId xmlns:a16="http://schemas.microsoft.com/office/drawing/2014/main" id="{59E67D16-91DD-5E2E-A0EC-E80121CC733C}"/>
                </a:ext>
              </a:extLst>
            </p:cNvPr>
            <p:cNvSpPr/>
            <p:nvPr/>
          </p:nvSpPr>
          <p:spPr bwMode="auto">
            <a:xfrm>
              <a:off x="3934785" y="4424750"/>
              <a:ext cx="157379" cy="16888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5" name="직사각형 2014">
              <a:extLst>
                <a:ext uri="{FF2B5EF4-FFF2-40B4-BE49-F238E27FC236}">
                  <a16:creationId xmlns:a16="http://schemas.microsoft.com/office/drawing/2014/main" id="{AB08F8B6-9851-E39A-83D2-42C098B54069}"/>
                </a:ext>
              </a:extLst>
            </p:cNvPr>
            <p:cNvSpPr/>
            <p:nvPr/>
          </p:nvSpPr>
          <p:spPr bwMode="auto">
            <a:xfrm>
              <a:off x="4685283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6" name="직사각형 2015">
              <a:extLst>
                <a:ext uri="{FF2B5EF4-FFF2-40B4-BE49-F238E27FC236}">
                  <a16:creationId xmlns:a16="http://schemas.microsoft.com/office/drawing/2014/main" id="{3897B292-C1D7-3C89-EB94-2E76083D248D}"/>
                </a:ext>
              </a:extLst>
            </p:cNvPr>
            <p:cNvSpPr/>
            <p:nvPr/>
          </p:nvSpPr>
          <p:spPr bwMode="auto">
            <a:xfrm>
              <a:off x="5401275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7" name="직사각형 2016">
              <a:extLst>
                <a:ext uri="{FF2B5EF4-FFF2-40B4-BE49-F238E27FC236}">
                  <a16:creationId xmlns:a16="http://schemas.microsoft.com/office/drawing/2014/main" id="{567B2E26-54BB-7807-AA1D-E764C8803CC2}"/>
                </a:ext>
              </a:extLst>
            </p:cNvPr>
            <p:cNvSpPr/>
            <p:nvPr/>
          </p:nvSpPr>
          <p:spPr bwMode="auto">
            <a:xfrm>
              <a:off x="6169026" y="4877350"/>
              <a:ext cx="171388" cy="1236240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8" name="직사각형 2017">
              <a:extLst>
                <a:ext uri="{FF2B5EF4-FFF2-40B4-BE49-F238E27FC236}">
                  <a16:creationId xmlns:a16="http://schemas.microsoft.com/office/drawing/2014/main" id="{C0B34FD4-37D0-C780-A644-42F59EDD41DC}"/>
                </a:ext>
              </a:extLst>
            </p:cNvPr>
            <p:cNvSpPr/>
            <p:nvPr/>
          </p:nvSpPr>
          <p:spPr bwMode="auto">
            <a:xfrm>
              <a:off x="6928150" y="5369054"/>
              <a:ext cx="188642" cy="744535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19" name="직사각형 2018">
              <a:extLst>
                <a:ext uri="{FF2B5EF4-FFF2-40B4-BE49-F238E27FC236}">
                  <a16:creationId xmlns:a16="http://schemas.microsoft.com/office/drawing/2014/main" id="{6E429CCD-A9E7-D28A-FDF8-C561DF43B12C}"/>
                </a:ext>
              </a:extLst>
            </p:cNvPr>
            <p:cNvSpPr/>
            <p:nvPr/>
          </p:nvSpPr>
          <p:spPr bwMode="auto">
            <a:xfrm>
              <a:off x="7626890" y="5593342"/>
              <a:ext cx="171389" cy="520247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0" name="직사각형 2019">
              <a:extLst>
                <a:ext uri="{FF2B5EF4-FFF2-40B4-BE49-F238E27FC236}">
                  <a16:creationId xmlns:a16="http://schemas.microsoft.com/office/drawing/2014/main" id="{9F4CBD86-3361-2D75-2606-232AC379569C}"/>
                </a:ext>
              </a:extLst>
            </p:cNvPr>
            <p:cNvSpPr/>
            <p:nvPr/>
          </p:nvSpPr>
          <p:spPr bwMode="auto">
            <a:xfrm>
              <a:off x="8377388" y="5791750"/>
              <a:ext cx="154137" cy="321839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1" name="직사각형 2020">
              <a:extLst>
                <a:ext uri="{FF2B5EF4-FFF2-40B4-BE49-F238E27FC236}">
                  <a16:creationId xmlns:a16="http://schemas.microsoft.com/office/drawing/2014/main" id="{0BB83AD1-C1BA-B49C-E01D-9571867DBB35}"/>
                </a:ext>
              </a:extLst>
            </p:cNvPr>
            <p:cNvSpPr/>
            <p:nvPr/>
          </p:nvSpPr>
          <p:spPr bwMode="auto">
            <a:xfrm>
              <a:off x="9136513" y="5921146"/>
              <a:ext cx="136884" cy="192443"/>
            </a:xfrm>
            <a:prstGeom prst="rect">
              <a:avLst/>
            </a:prstGeom>
            <a:solidFill>
              <a:srgbClr val="558ED5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2" name="직사각형 2021">
              <a:extLst>
                <a:ext uri="{FF2B5EF4-FFF2-40B4-BE49-F238E27FC236}">
                  <a16:creationId xmlns:a16="http://schemas.microsoft.com/office/drawing/2014/main" id="{A2B91B43-53BF-C4D5-9078-A14C2FC25D7A}"/>
                </a:ext>
              </a:extLst>
            </p:cNvPr>
            <p:cNvSpPr/>
            <p:nvPr/>
          </p:nvSpPr>
          <p:spPr bwMode="auto">
            <a:xfrm>
              <a:off x="1075361" y="5810464"/>
              <a:ext cx="114575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3" name="직사각형 2022">
              <a:extLst>
                <a:ext uri="{FF2B5EF4-FFF2-40B4-BE49-F238E27FC236}">
                  <a16:creationId xmlns:a16="http://schemas.microsoft.com/office/drawing/2014/main" id="{B3A1B62F-6AF9-BFA6-EDC9-C4FF8EB9D9E1}"/>
                </a:ext>
              </a:extLst>
            </p:cNvPr>
            <p:cNvSpPr/>
            <p:nvPr/>
          </p:nvSpPr>
          <p:spPr bwMode="auto">
            <a:xfrm>
              <a:off x="1799263" y="5810464"/>
              <a:ext cx="124789" cy="3006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4" name="직사각형 2023">
              <a:extLst>
                <a:ext uri="{FF2B5EF4-FFF2-40B4-BE49-F238E27FC236}">
                  <a16:creationId xmlns:a16="http://schemas.microsoft.com/office/drawing/2014/main" id="{AF29901C-E30D-2361-EB86-AC35CDD83A06}"/>
                </a:ext>
              </a:extLst>
            </p:cNvPr>
            <p:cNvSpPr/>
            <p:nvPr/>
          </p:nvSpPr>
          <p:spPr bwMode="auto">
            <a:xfrm>
              <a:off x="2513875" y="5377682"/>
              <a:ext cx="182958" cy="733422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5" name="직사각형 2024">
              <a:extLst>
                <a:ext uri="{FF2B5EF4-FFF2-40B4-BE49-F238E27FC236}">
                  <a16:creationId xmlns:a16="http://schemas.microsoft.com/office/drawing/2014/main" id="{735D0719-543C-1D47-6847-4F0111FA97F9}"/>
                </a:ext>
              </a:extLst>
            </p:cNvPr>
            <p:cNvSpPr/>
            <p:nvPr/>
          </p:nvSpPr>
          <p:spPr bwMode="auto">
            <a:xfrm>
              <a:off x="3355736" y="4325819"/>
              <a:ext cx="165894" cy="178777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6" name="직사각형 2025">
              <a:extLst>
                <a:ext uri="{FF2B5EF4-FFF2-40B4-BE49-F238E27FC236}">
                  <a16:creationId xmlns:a16="http://schemas.microsoft.com/office/drawing/2014/main" id="{001939E8-9D40-4648-76F4-D3F1B8FF8C63}"/>
                </a:ext>
              </a:extLst>
            </p:cNvPr>
            <p:cNvSpPr/>
            <p:nvPr/>
          </p:nvSpPr>
          <p:spPr bwMode="auto">
            <a:xfrm>
              <a:off x="4106235" y="4424750"/>
              <a:ext cx="157379" cy="16888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7" name="직사각형 2026">
              <a:extLst>
                <a:ext uri="{FF2B5EF4-FFF2-40B4-BE49-F238E27FC236}">
                  <a16:creationId xmlns:a16="http://schemas.microsoft.com/office/drawing/2014/main" id="{05CAA277-091B-781E-2AD2-94AE9A6795B5}"/>
                </a:ext>
              </a:extLst>
            </p:cNvPr>
            <p:cNvSpPr/>
            <p:nvPr/>
          </p:nvSpPr>
          <p:spPr bwMode="auto">
            <a:xfrm>
              <a:off x="4856733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8" name="직사각형 2027">
              <a:extLst>
                <a:ext uri="{FF2B5EF4-FFF2-40B4-BE49-F238E27FC236}">
                  <a16:creationId xmlns:a16="http://schemas.microsoft.com/office/drawing/2014/main" id="{A32DDC66-7080-06B3-FED0-18ED3EBB0E24}"/>
                </a:ext>
              </a:extLst>
            </p:cNvPr>
            <p:cNvSpPr/>
            <p:nvPr/>
          </p:nvSpPr>
          <p:spPr bwMode="auto">
            <a:xfrm>
              <a:off x="5572725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29" name="직사각형 2028">
              <a:extLst>
                <a:ext uri="{FF2B5EF4-FFF2-40B4-BE49-F238E27FC236}">
                  <a16:creationId xmlns:a16="http://schemas.microsoft.com/office/drawing/2014/main" id="{44913CAE-0712-8FBF-DB3F-63AA8E4D691E}"/>
                </a:ext>
              </a:extLst>
            </p:cNvPr>
            <p:cNvSpPr/>
            <p:nvPr/>
          </p:nvSpPr>
          <p:spPr bwMode="auto">
            <a:xfrm>
              <a:off x="6340476" y="4877350"/>
              <a:ext cx="171388" cy="1236240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30" name="직사각형 2029">
              <a:extLst>
                <a:ext uri="{FF2B5EF4-FFF2-40B4-BE49-F238E27FC236}">
                  <a16:creationId xmlns:a16="http://schemas.microsoft.com/office/drawing/2014/main" id="{C185CA7E-9FEA-1F2C-4568-5C90E31DA03F}"/>
                </a:ext>
              </a:extLst>
            </p:cNvPr>
            <p:cNvSpPr/>
            <p:nvPr/>
          </p:nvSpPr>
          <p:spPr bwMode="auto">
            <a:xfrm>
              <a:off x="7099600" y="5369054"/>
              <a:ext cx="188642" cy="744535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31" name="직사각형 2030">
              <a:extLst>
                <a:ext uri="{FF2B5EF4-FFF2-40B4-BE49-F238E27FC236}">
                  <a16:creationId xmlns:a16="http://schemas.microsoft.com/office/drawing/2014/main" id="{BCE2770F-DFEF-EE14-B287-8828AF93BF29}"/>
                </a:ext>
              </a:extLst>
            </p:cNvPr>
            <p:cNvSpPr/>
            <p:nvPr/>
          </p:nvSpPr>
          <p:spPr bwMode="auto">
            <a:xfrm>
              <a:off x="7798340" y="5593342"/>
              <a:ext cx="171389" cy="520247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32" name="직사각형 2031">
              <a:extLst>
                <a:ext uri="{FF2B5EF4-FFF2-40B4-BE49-F238E27FC236}">
                  <a16:creationId xmlns:a16="http://schemas.microsoft.com/office/drawing/2014/main" id="{34208098-1B4C-6207-7CB3-8AE55F270A03}"/>
                </a:ext>
              </a:extLst>
            </p:cNvPr>
            <p:cNvSpPr/>
            <p:nvPr/>
          </p:nvSpPr>
          <p:spPr bwMode="auto">
            <a:xfrm>
              <a:off x="8548838" y="5791750"/>
              <a:ext cx="154137" cy="32183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033" name="직사각형 2032">
              <a:extLst>
                <a:ext uri="{FF2B5EF4-FFF2-40B4-BE49-F238E27FC236}">
                  <a16:creationId xmlns:a16="http://schemas.microsoft.com/office/drawing/2014/main" id="{64EDF3DB-8340-317B-A4CC-D23017312153}"/>
                </a:ext>
              </a:extLst>
            </p:cNvPr>
            <p:cNvSpPr/>
            <p:nvPr/>
          </p:nvSpPr>
          <p:spPr bwMode="auto">
            <a:xfrm>
              <a:off x="9307963" y="5921146"/>
              <a:ext cx="136884" cy="192443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</p:grpSp>
      <p:sp>
        <p:nvSpPr>
          <p:cNvPr id="2034" name="AutoShape 55">
            <a:extLst>
              <a:ext uri="{FF2B5EF4-FFF2-40B4-BE49-F238E27FC236}">
                <a16:creationId xmlns:a16="http://schemas.microsoft.com/office/drawing/2014/main" id="{62EBB47C-CB57-DC65-908E-20F678F66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3470" y="-87757"/>
            <a:ext cx="1287998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시뮬레이션 수행 시각 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5" name="AutoShape 55">
            <a:extLst>
              <a:ext uri="{FF2B5EF4-FFF2-40B4-BE49-F238E27FC236}">
                <a16:creationId xmlns:a16="http://schemas.microsoft.com/office/drawing/2014/main" id="{45791856-544C-C2E9-D0A4-27D9C8D76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49384" y="-136917"/>
            <a:ext cx="1207197" cy="295653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2021-10-18 10:47:00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8" name="TextBox 2037">
            <a:extLst>
              <a:ext uri="{FF2B5EF4-FFF2-40B4-BE49-F238E27FC236}">
                <a16:creationId xmlns:a16="http://schemas.microsoft.com/office/drawing/2014/main" id="{D11B45BB-6D6C-05A7-3AD1-32A37521FD76}"/>
              </a:ext>
            </a:extLst>
          </p:cNvPr>
          <p:cNvSpPr txBox="1"/>
          <p:nvPr/>
        </p:nvSpPr>
        <p:spPr>
          <a:xfrm>
            <a:off x="-1344608" y="2885903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대비</a:t>
            </a:r>
          </a:p>
        </p:txBody>
      </p:sp>
      <p:sp>
        <p:nvSpPr>
          <p:cNvPr id="2039" name="TextBox 2038">
            <a:extLst>
              <a:ext uri="{FF2B5EF4-FFF2-40B4-BE49-F238E27FC236}">
                <a16:creationId xmlns:a16="http://schemas.microsoft.com/office/drawing/2014/main" id="{BEF96D69-8B83-628E-1D67-E77AE3F4BC3B}"/>
              </a:ext>
            </a:extLst>
          </p:cNvPr>
          <p:cNvSpPr txBox="1"/>
          <p:nvPr/>
        </p:nvSpPr>
        <p:spPr>
          <a:xfrm>
            <a:off x="-476550" y="2846757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+ 2</a:t>
            </a:r>
            <a:r>
              <a:rPr lang="ko-KR" altLang="en-US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 </a:t>
            </a:r>
            <a:endParaRPr lang="ko-KR" altLang="en-US" sz="11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0" name="TextBox 2039">
            <a:extLst>
              <a:ext uri="{FF2B5EF4-FFF2-40B4-BE49-F238E27FC236}">
                <a16:creationId xmlns:a16="http://schemas.microsoft.com/office/drawing/2014/main" id="{E60AF5EF-913B-A90F-E3B5-800953F0339C}"/>
              </a:ext>
            </a:extLst>
          </p:cNvPr>
          <p:cNvSpPr txBox="1"/>
          <p:nvPr/>
        </p:nvSpPr>
        <p:spPr>
          <a:xfrm>
            <a:off x="905374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1" name="TextBox 2040">
            <a:extLst>
              <a:ext uri="{FF2B5EF4-FFF2-40B4-BE49-F238E27FC236}">
                <a16:creationId xmlns:a16="http://schemas.microsoft.com/office/drawing/2014/main" id="{F750E2BF-8480-AFF5-430F-8D34463068BB}"/>
              </a:ext>
            </a:extLst>
          </p:cNvPr>
          <p:cNvSpPr txBox="1"/>
          <p:nvPr/>
        </p:nvSpPr>
        <p:spPr>
          <a:xfrm>
            <a:off x="-306675" y="3570299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+268</a:t>
            </a:r>
            <a:r>
              <a:rPr lang="ko-KR" altLang="en-US" sz="11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11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2" name="TextBox 2041">
            <a:extLst>
              <a:ext uri="{FF2B5EF4-FFF2-40B4-BE49-F238E27FC236}">
                <a16:creationId xmlns:a16="http://schemas.microsoft.com/office/drawing/2014/main" id="{9D90466C-55C7-E41D-E04A-4DA5546AC672}"/>
              </a:ext>
            </a:extLst>
          </p:cNvPr>
          <p:cNvSpPr txBox="1"/>
          <p:nvPr/>
        </p:nvSpPr>
        <p:spPr>
          <a:xfrm>
            <a:off x="-1344608" y="3601253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대비</a:t>
            </a:r>
          </a:p>
        </p:txBody>
      </p:sp>
      <p:sp>
        <p:nvSpPr>
          <p:cNvPr id="2044" name="TextBox 2043">
            <a:extLst>
              <a:ext uri="{FF2B5EF4-FFF2-40B4-BE49-F238E27FC236}">
                <a16:creationId xmlns:a16="http://schemas.microsoft.com/office/drawing/2014/main" id="{BD5A070F-638A-234A-33E8-718A3D60786A}"/>
              </a:ext>
            </a:extLst>
          </p:cNvPr>
          <p:cNvSpPr txBox="1"/>
          <p:nvPr/>
        </p:nvSpPr>
        <p:spPr>
          <a:xfrm>
            <a:off x="6075923" y="2865496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- 4</a:t>
            </a:r>
            <a:r>
              <a:rPr lang="ko-KR" altLang="en-US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편 </a:t>
            </a:r>
            <a:endParaRPr lang="ko-KR" altLang="en-US" sz="1100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5" name="TextBox 2044">
            <a:extLst>
              <a:ext uri="{FF2B5EF4-FFF2-40B4-BE49-F238E27FC236}">
                <a16:creationId xmlns:a16="http://schemas.microsoft.com/office/drawing/2014/main" id="{8766507B-AA62-628E-BD77-AEDF67095634}"/>
              </a:ext>
            </a:extLst>
          </p:cNvPr>
          <p:cNvSpPr txBox="1"/>
          <p:nvPr/>
        </p:nvSpPr>
        <p:spPr>
          <a:xfrm>
            <a:off x="6262982" y="3560439"/>
            <a:ext cx="649597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1">
              <a:spcAft>
                <a:spcPts val="300"/>
              </a:spcAft>
            </a:pPr>
            <a:r>
              <a:rPr lang="en-US" altLang="ko-KR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- 268</a:t>
            </a:r>
            <a:r>
              <a:rPr lang="ko-KR" altLang="en-US" sz="1100" b="1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endParaRPr lang="ko-KR" altLang="en-US" sz="1100" dirty="0">
              <a:solidFill>
                <a:srgbClr val="0070C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7" name="TextBox 2046">
            <a:extLst>
              <a:ext uri="{FF2B5EF4-FFF2-40B4-BE49-F238E27FC236}">
                <a16:creationId xmlns:a16="http://schemas.microsoft.com/office/drawing/2014/main" id="{2A34BC62-27AB-5F5F-7D16-BE131261595E}"/>
              </a:ext>
            </a:extLst>
          </p:cNvPr>
          <p:cNvSpPr txBox="1"/>
          <p:nvPr/>
        </p:nvSpPr>
        <p:spPr>
          <a:xfrm>
            <a:off x="4329491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처리시간</a:t>
            </a:r>
          </a:p>
        </p:txBody>
      </p:sp>
      <p:sp>
        <p:nvSpPr>
          <p:cNvPr id="2048" name="TextBox 2047">
            <a:extLst>
              <a:ext uri="{FF2B5EF4-FFF2-40B4-BE49-F238E27FC236}">
                <a16:creationId xmlns:a16="http://schemas.microsoft.com/office/drawing/2014/main" id="{87C7D87E-A3EB-8D9E-BDE3-756C313EA514}"/>
              </a:ext>
            </a:extLst>
          </p:cNvPr>
          <p:cNvSpPr txBox="1"/>
          <p:nvPr/>
        </p:nvSpPr>
        <p:spPr>
          <a:xfrm>
            <a:off x="7418248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9" name="TextBox 2048">
            <a:extLst>
              <a:ext uri="{FF2B5EF4-FFF2-40B4-BE49-F238E27FC236}">
                <a16:creationId xmlns:a16="http://schemas.microsoft.com/office/drawing/2014/main" id="{EF924886-582C-184C-6156-88E74C476E68}"/>
              </a:ext>
            </a:extLst>
          </p:cNvPr>
          <p:cNvSpPr txBox="1"/>
          <p:nvPr/>
        </p:nvSpPr>
        <p:spPr>
          <a:xfrm>
            <a:off x="10836617" y="2457607"/>
            <a:ext cx="444436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처리시간</a:t>
            </a:r>
          </a:p>
        </p:txBody>
      </p:sp>
      <p:grpSp>
        <p:nvGrpSpPr>
          <p:cNvPr id="4" name="그룹 3"/>
          <p:cNvGrpSpPr/>
          <p:nvPr/>
        </p:nvGrpSpPr>
        <p:grpSpPr>
          <a:xfrm>
            <a:off x="-667261" y="1103991"/>
            <a:ext cx="5299436" cy="687893"/>
            <a:chOff x="-667261" y="1103991"/>
            <a:chExt cx="4237317" cy="687893"/>
          </a:xfrm>
        </p:grpSpPr>
        <p:cxnSp>
          <p:nvCxnSpPr>
            <p:cNvPr id="1760" name="직선 연결선 1759">
              <a:extLst>
                <a:ext uri="{FF2B5EF4-FFF2-40B4-BE49-F238E27FC236}">
                  <a16:creationId xmlns:a16="http://schemas.microsoft.com/office/drawing/2014/main" id="{FAFABDE0-A978-5129-8871-8C284C66E64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539841" y="1524621"/>
              <a:ext cx="3933445" cy="0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2" name="직선 연결선 1761">
              <a:extLst>
                <a:ext uri="{FF2B5EF4-FFF2-40B4-BE49-F238E27FC236}">
                  <a16:creationId xmlns:a16="http://schemas.microsoft.com/office/drawing/2014/main" id="{796A6DFA-CF36-D3D2-6973-07F94A308F38}"/>
                </a:ext>
              </a:extLst>
            </p:cNvPr>
            <p:cNvCxnSpPr/>
            <p:nvPr/>
          </p:nvCxnSpPr>
          <p:spPr bwMode="auto">
            <a:xfrm flipV="1">
              <a:off x="-302669" y="1464493"/>
              <a:ext cx="0" cy="60128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3" name="직선 연결선 1762">
              <a:extLst>
                <a:ext uri="{FF2B5EF4-FFF2-40B4-BE49-F238E27FC236}">
                  <a16:creationId xmlns:a16="http://schemas.microsoft.com/office/drawing/2014/main" id="{624023F3-61EC-6EBA-5152-179A8146CE6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-132548" y="1404365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4" name="직선 연결선 1763">
              <a:extLst>
                <a:ext uri="{FF2B5EF4-FFF2-40B4-BE49-F238E27FC236}">
                  <a16:creationId xmlns:a16="http://schemas.microsoft.com/office/drawing/2014/main" id="{4A96B55C-01C3-28A1-6F34-07F004B404C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6308" y="1404365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5" name="직선 연결선 1764">
              <a:extLst>
                <a:ext uri="{FF2B5EF4-FFF2-40B4-BE49-F238E27FC236}">
                  <a16:creationId xmlns:a16="http://schemas.microsoft.com/office/drawing/2014/main" id="{83CF647F-6556-4B58-D229-30BF03D28AC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54531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6" name="직선 연결선 1765">
              <a:extLst>
                <a:ext uri="{FF2B5EF4-FFF2-40B4-BE49-F238E27FC236}">
                  <a16:creationId xmlns:a16="http://schemas.microsoft.com/office/drawing/2014/main" id="{8607286C-3584-A3AA-B520-91FB020B811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03387" y="1284109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7" name="직선 연결선 1766">
              <a:extLst>
                <a:ext uri="{FF2B5EF4-FFF2-40B4-BE49-F238E27FC236}">
                  <a16:creationId xmlns:a16="http://schemas.microsoft.com/office/drawing/2014/main" id="{2A4603A3-0B30-10E4-674C-F22BC495A3A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62875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8" name="직선 연결선 1767">
              <a:extLst>
                <a:ext uri="{FF2B5EF4-FFF2-40B4-BE49-F238E27FC236}">
                  <a16:creationId xmlns:a16="http://schemas.microsoft.com/office/drawing/2014/main" id="{52E47D59-2C72-DA47-9A45-24B4267A1DA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1731" y="1284109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69" name="직선 연결선 1768">
              <a:extLst>
                <a:ext uri="{FF2B5EF4-FFF2-40B4-BE49-F238E27FC236}">
                  <a16:creationId xmlns:a16="http://schemas.microsoft.com/office/drawing/2014/main" id="{74E530A3-AD49-4A37-AB95-A960D13D514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1220" y="1284109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0" name="직선 연결선 1769">
              <a:extLst>
                <a:ext uri="{FF2B5EF4-FFF2-40B4-BE49-F238E27FC236}">
                  <a16:creationId xmlns:a16="http://schemas.microsoft.com/office/drawing/2014/main" id="{FA20E076-51DE-78E5-DF07-A54F5340D8C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0076" y="1223981"/>
              <a:ext cx="0" cy="300640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1" name="직선 연결선 1770">
              <a:extLst>
                <a:ext uri="{FF2B5EF4-FFF2-40B4-BE49-F238E27FC236}">
                  <a16:creationId xmlns:a16="http://schemas.microsoft.com/office/drawing/2014/main" id="{7D13DE1D-57D4-6A26-8FDB-FD8BC4A832C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058299" y="1284109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2" name="직선 연결선 1771">
              <a:extLst>
                <a:ext uri="{FF2B5EF4-FFF2-40B4-BE49-F238E27FC236}">
                  <a16:creationId xmlns:a16="http://schemas.microsoft.com/office/drawing/2014/main" id="{98919C2C-D8F7-A754-7C46-A13C173D227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207155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3" name="직선 연결선 1772">
              <a:extLst>
                <a:ext uri="{FF2B5EF4-FFF2-40B4-BE49-F238E27FC236}">
                  <a16:creationId xmlns:a16="http://schemas.microsoft.com/office/drawing/2014/main" id="{5CA2FC46-423D-50C9-B8F6-3B340B87F2D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366643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4" name="직선 연결선 1773">
              <a:extLst>
                <a:ext uri="{FF2B5EF4-FFF2-40B4-BE49-F238E27FC236}">
                  <a16:creationId xmlns:a16="http://schemas.microsoft.com/office/drawing/2014/main" id="{4DFCE0D3-E5B6-19C9-9608-5E1F2379C8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515499" y="1404365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5" name="직선 연결선 1774">
              <a:extLst>
                <a:ext uri="{FF2B5EF4-FFF2-40B4-BE49-F238E27FC236}">
                  <a16:creationId xmlns:a16="http://schemas.microsoft.com/office/drawing/2014/main" id="{323FA59C-6C1F-66E0-FB08-77663A368DD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696253" y="1126540"/>
              <a:ext cx="0" cy="398081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6" name="직선 연결선 1775">
              <a:extLst>
                <a:ext uri="{FF2B5EF4-FFF2-40B4-BE49-F238E27FC236}">
                  <a16:creationId xmlns:a16="http://schemas.microsoft.com/office/drawing/2014/main" id="{F9ED7EE9-61F8-5D91-C39D-659F8B8316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845109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7" name="직선 연결선 1776">
              <a:extLst>
                <a:ext uri="{FF2B5EF4-FFF2-40B4-BE49-F238E27FC236}">
                  <a16:creationId xmlns:a16="http://schemas.microsoft.com/office/drawing/2014/main" id="{DF56BBF5-F19F-59FD-14DD-CDE06779F33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004597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8" name="직선 연결선 1777">
              <a:extLst>
                <a:ext uri="{FF2B5EF4-FFF2-40B4-BE49-F238E27FC236}">
                  <a16:creationId xmlns:a16="http://schemas.microsoft.com/office/drawing/2014/main" id="{40B8AD37-7816-B98C-F282-24163E9E920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153453" y="1404365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79" name="직선 연결선 1778">
              <a:extLst>
                <a:ext uri="{FF2B5EF4-FFF2-40B4-BE49-F238E27FC236}">
                  <a16:creationId xmlns:a16="http://schemas.microsoft.com/office/drawing/2014/main" id="{BAB4B8A9-3CA4-61AC-62E3-60DF43E223D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334206" y="1284109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80" name="직선 연결선 1779">
              <a:extLst>
                <a:ext uri="{FF2B5EF4-FFF2-40B4-BE49-F238E27FC236}">
                  <a16:creationId xmlns:a16="http://schemas.microsoft.com/office/drawing/2014/main" id="{DCD542EE-D8A9-598E-66A9-FF260720D4F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483062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81" name="직선 연결선 1780">
              <a:extLst>
                <a:ext uri="{FF2B5EF4-FFF2-40B4-BE49-F238E27FC236}">
                  <a16:creationId xmlns:a16="http://schemas.microsoft.com/office/drawing/2014/main" id="{E59D27C0-112A-8304-8912-A369F04081C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642550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82" name="직선 연결선 1781">
              <a:extLst>
                <a:ext uri="{FF2B5EF4-FFF2-40B4-BE49-F238E27FC236}">
                  <a16:creationId xmlns:a16="http://schemas.microsoft.com/office/drawing/2014/main" id="{3166DE29-1CDF-435F-80F1-44B5FD051DA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791406" y="1404365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83" name="직선 연결선 1782">
              <a:extLst>
                <a:ext uri="{FF2B5EF4-FFF2-40B4-BE49-F238E27FC236}">
                  <a16:creationId xmlns:a16="http://schemas.microsoft.com/office/drawing/2014/main" id="{F87A7A0C-1E9A-C91E-481F-5DE258C11DD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950895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84" name="직선 연결선 1783">
              <a:extLst>
                <a:ext uri="{FF2B5EF4-FFF2-40B4-BE49-F238E27FC236}">
                  <a16:creationId xmlns:a16="http://schemas.microsoft.com/office/drawing/2014/main" id="{90E8539F-E4B7-D3A3-7B0E-D85DC275137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0383" y="1344237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grpSp>
          <p:nvGrpSpPr>
            <p:cNvPr id="1785" name="그룹 1784">
              <a:extLst>
                <a:ext uri="{FF2B5EF4-FFF2-40B4-BE49-F238E27FC236}">
                  <a16:creationId xmlns:a16="http://schemas.microsoft.com/office/drawing/2014/main" id="{63552AFB-A184-CF25-1338-6B3FD5EF34C6}"/>
                </a:ext>
              </a:extLst>
            </p:cNvPr>
            <p:cNvGrpSpPr/>
            <p:nvPr/>
          </p:nvGrpSpPr>
          <p:grpSpPr>
            <a:xfrm>
              <a:off x="844735" y="1428329"/>
              <a:ext cx="162000" cy="162000"/>
              <a:chOff x="2165593" y="1394767"/>
              <a:chExt cx="162000" cy="162000"/>
            </a:xfrm>
          </p:grpSpPr>
          <p:sp>
            <p:nvSpPr>
              <p:cNvPr id="1786" name="타원 1785">
                <a:extLst>
                  <a:ext uri="{FF2B5EF4-FFF2-40B4-BE49-F238E27FC236}">
                    <a16:creationId xmlns:a16="http://schemas.microsoft.com/office/drawing/2014/main" id="{5B9FF67A-F3BA-067C-EF85-4389023B1D00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87" name="타원 1786">
                <a:extLst>
                  <a:ext uri="{FF2B5EF4-FFF2-40B4-BE49-F238E27FC236}">
                    <a16:creationId xmlns:a16="http://schemas.microsoft.com/office/drawing/2014/main" id="{A8D5448D-7971-5363-0F83-EFC1B3FBE8D4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sp>
          <p:nvSpPr>
            <p:cNvPr id="1815" name="TextBox 1814">
              <a:extLst>
                <a:ext uri="{FF2B5EF4-FFF2-40B4-BE49-F238E27FC236}">
                  <a16:creationId xmlns:a16="http://schemas.microsoft.com/office/drawing/2014/main" id="{F4056447-C501-2B10-6A6F-691C03FF688A}"/>
                </a:ext>
              </a:extLst>
            </p:cNvPr>
            <p:cNvSpPr txBox="1"/>
            <p:nvPr/>
          </p:nvSpPr>
          <p:spPr>
            <a:xfrm>
              <a:off x="-667261" y="1561052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04:00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05733EB0-9E76-39DA-23EB-384E1E061AEE}"/>
                </a:ext>
              </a:extLst>
            </p:cNvPr>
            <p:cNvSpPr txBox="1"/>
            <p:nvPr/>
          </p:nvSpPr>
          <p:spPr>
            <a:xfrm>
              <a:off x="3094722" y="1561052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817" name="직선 연결선 1816">
              <a:extLst>
                <a:ext uri="{FF2B5EF4-FFF2-40B4-BE49-F238E27FC236}">
                  <a16:creationId xmlns:a16="http://schemas.microsoft.com/office/drawing/2014/main" id="{0328A643-0E1D-8F6B-75C2-4F666CB9543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23034" y="1404365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D68203C1-E5C0-8CB3-54DD-FC07569C4126}"/>
                </a:ext>
              </a:extLst>
            </p:cNvPr>
            <p:cNvSpPr txBox="1"/>
            <p:nvPr/>
          </p:nvSpPr>
          <p:spPr>
            <a:xfrm>
              <a:off x="693707" y="1561052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25" name="그룹 1824">
              <a:extLst>
                <a:ext uri="{FF2B5EF4-FFF2-40B4-BE49-F238E27FC236}">
                  <a16:creationId xmlns:a16="http://schemas.microsoft.com/office/drawing/2014/main" id="{13EFF528-E785-502C-367E-AC6B315438BE}"/>
                </a:ext>
              </a:extLst>
            </p:cNvPr>
            <p:cNvGrpSpPr/>
            <p:nvPr/>
          </p:nvGrpSpPr>
          <p:grpSpPr>
            <a:xfrm>
              <a:off x="1602724" y="1428329"/>
              <a:ext cx="162000" cy="162000"/>
              <a:chOff x="2165593" y="1394767"/>
              <a:chExt cx="162000" cy="162000"/>
            </a:xfrm>
          </p:grpSpPr>
          <p:sp>
            <p:nvSpPr>
              <p:cNvPr id="1826" name="타원 1825">
                <a:extLst>
                  <a:ext uri="{FF2B5EF4-FFF2-40B4-BE49-F238E27FC236}">
                    <a16:creationId xmlns:a16="http://schemas.microsoft.com/office/drawing/2014/main" id="{90AAD768-398C-3780-6959-0A541B895595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27" name="타원 1826">
                <a:extLst>
                  <a:ext uri="{FF2B5EF4-FFF2-40B4-BE49-F238E27FC236}">
                    <a16:creationId xmlns:a16="http://schemas.microsoft.com/office/drawing/2014/main" id="{926A7F58-97CB-291B-8EEC-B0B47CADA024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cxnSp>
          <p:nvCxnSpPr>
            <p:cNvPr id="2054" name="직선 연결선 2053">
              <a:extLst>
                <a:ext uri="{FF2B5EF4-FFF2-40B4-BE49-F238E27FC236}">
                  <a16:creationId xmlns:a16="http://schemas.microsoft.com/office/drawing/2014/main" id="{9591CC1A-8419-19F2-4ABD-8A2502C9B72F}"/>
                </a:ext>
              </a:extLst>
            </p:cNvPr>
            <p:cNvCxnSpPr/>
            <p:nvPr/>
          </p:nvCxnSpPr>
          <p:spPr bwMode="auto">
            <a:xfrm flipV="1">
              <a:off x="-386091" y="1246796"/>
              <a:ext cx="228211" cy="10425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55" name="직선 연결선 2054">
              <a:extLst>
                <a:ext uri="{FF2B5EF4-FFF2-40B4-BE49-F238E27FC236}">
                  <a16:creationId xmlns:a16="http://schemas.microsoft.com/office/drawing/2014/main" id="{E61BFF8A-0BDB-F902-B61D-06FE608B29A0}"/>
                </a:ext>
              </a:extLst>
            </p:cNvPr>
            <p:cNvCxnSpPr/>
            <p:nvPr/>
          </p:nvCxnSpPr>
          <p:spPr bwMode="auto">
            <a:xfrm>
              <a:off x="-111861" y="1226853"/>
              <a:ext cx="152466" cy="9129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56" name="직선 연결선 2055">
              <a:extLst>
                <a:ext uri="{FF2B5EF4-FFF2-40B4-BE49-F238E27FC236}">
                  <a16:creationId xmlns:a16="http://schemas.microsoft.com/office/drawing/2014/main" id="{A94B0CE6-4F39-0335-4661-8D63105E93B0}"/>
                </a:ext>
              </a:extLst>
            </p:cNvPr>
            <p:cNvCxnSpPr/>
            <p:nvPr/>
          </p:nvCxnSpPr>
          <p:spPr bwMode="auto">
            <a:xfrm flipV="1">
              <a:off x="62350" y="1215234"/>
              <a:ext cx="110763" cy="10583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57" name="직선 연결선 2056">
              <a:extLst>
                <a:ext uri="{FF2B5EF4-FFF2-40B4-BE49-F238E27FC236}">
                  <a16:creationId xmlns:a16="http://schemas.microsoft.com/office/drawing/2014/main" id="{57B42CF2-6802-41B0-D09A-1A4A7CB0F102}"/>
                </a:ext>
              </a:extLst>
            </p:cNvPr>
            <p:cNvCxnSpPr/>
            <p:nvPr/>
          </p:nvCxnSpPr>
          <p:spPr bwMode="auto">
            <a:xfrm>
              <a:off x="194353" y="1215503"/>
              <a:ext cx="316010" cy="9230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58" name="직선 연결선 2057">
              <a:extLst>
                <a:ext uri="{FF2B5EF4-FFF2-40B4-BE49-F238E27FC236}">
                  <a16:creationId xmlns:a16="http://schemas.microsoft.com/office/drawing/2014/main" id="{FEFB8307-9783-0FAB-6FBC-1670CA28FFCE}"/>
                </a:ext>
              </a:extLst>
            </p:cNvPr>
            <p:cNvCxnSpPr/>
            <p:nvPr/>
          </p:nvCxnSpPr>
          <p:spPr bwMode="auto">
            <a:xfrm flipV="1">
              <a:off x="567434" y="1242376"/>
              <a:ext cx="46629" cy="6982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59" name="직선 연결선 2058">
              <a:extLst>
                <a:ext uri="{FF2B5EF4-FFF2-40B4-BE49-F238E27FC236}">
                  <a16:creationId xmlns:a16="http://schemas.microsoft.com/office/drawing/2014/main" id="{3168D420-9B6A-CC93-FDF4-E8EB453FAE94}"/>
                </a:ext>
              </a:extLst>
            </p:cNvPr>
            <p:cNvCxnSpPr/>
            <p:nvPr/>
          </p:nvCxnSpPr>
          <p:spPr bwMode="auto">
            <a:xfrm flipV="1">
              <a:off x="649750" y="1137613"/>
              <a:ext cx="296359" cy="8677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0" name="직선 연결선 2059">
              <a:extLst>
                <a:ext uri="{FF2B5EF4-FFF2-40B4-BE49-F238E27FC236}">
                  <a16:creationId xmlns:a16="http://schemas.microsoft.com/office/drawing/2014/main" id="{2F6470C5-BC8A-1830-F829-EFDECF0EF8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46109" y="1137613"/>
              <a:ext cx="594467" cy="14447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1" name="직선 연결선 2060">
              <a:extLst>
                <a:ext uri="{FF2B5EF4-FFF2-40B4-BE49-F238E27FC236}">
                  <a16:creationId xmlns:a16="http://schemas.microsoft.com/office/drawing/2014/main" id="{9BD53434-4398-6876-22DB-1EBDEE1F9A08}"/>
                </a:ext>
              </a:extLst>
            </p:cNvPr>
            <p:cNvCxnSpPr/>
            <p:nvPr/>
          </p:nvCxnSpPr>
          <p:spPr bwMode="auto">
            <a:xfrm flipV="1">
              <a:off x="1564106" y="1103991"/>
              <a:ext cx="172954" cy="165286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2" name="직선 연결선 2061">
              <a:extLst>
                <a:ext uri="{FF2B5EF4-FFF2-40B4-BE49-F238E27FC236}">
                  <a16:creationId xmlns:a16="http://schemas.microsoft.com/office/drawing/2014/main" id="{7D9DF342-2CBB-0F01-C4A8-BE8DF07BFD0E}"/>
                </a:ext>
              </a:extLst>
            </p:cNvPr>
            <p:cNvCxnSpPr/>
            <p:nvPr/>
          </p:nvCxnSpPr>
          <p:spPr bwMode="auto">
            <a:xfrm>
              <a:off x="1749203" y="1108305"/>
              <a:ext cx="258754" cy="205037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3" name="직선 연결선 2062">
              <a:extLst>
                <a:ext uri="{FF2B5EF4-FFF2-40B4-BE49-F238E27FC236}">
                  <a16:creationId xmlns:a16="http://schemas.microsoft.com/office/drawing/2014/main" id="{123E922C-4780-6C45-9815-B81432050AB3}"/>
                </a:ext>
              </a:extLst>
            </p:cNvPr>
            <p:cNvCxnSpPr/>
            <p:nvPr/>
          </p:nvCxnSpPr>
          <p:spPr bwMode="auto">
            <a:xfrm flipV="1">
              <a:off x="2007957" y="1285624"/>
              <a:ext cx="249551" cy="40111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4" name="직선 연결선 2063">
              <a:extLst>
                <a:ext uri="{FF2B5EF4-FFF2-40B4-BE49-F238E27FC236}">
                  <a16:creationId xmlns:a16="http://schemas.microsoft.com/office/drawing/2014/main" id="{F9096C0F-A6AF-C570-B752-465145A459A8}"/>
                </a:ext>
              </a:extLst>
            </p:cNvPr>
            <p:cNvCxnSpPr/>
            <p:nvPr/>
          </p:nvCxnSpPr>
          <p:spPr bwMode="auto">
            <a:xfrm>
              <a:off x="2319221" y="1284869"/>
              <a:ext cx="243751" cy="1413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5" name="직선 연결선 2064">
              <a:extLst>
                <a:ext uri="{FF2B5EF4-FFF2-40B4-BE49-F238E27FC236}">
                  <a16:creationId xmlns:a16="http://schemas.microsoft.com/office/drawing/2014/main" id="{D3AC1EBB-E761-FEC5-EF56-1D0F823BBE9F}"/>
                </a:ext>
              </a:extLst>
            </p:cNvPr>
            <p:cNvCxnSpPr/>
            <p:nvPr/>
          </p:nvCxnSpPr>
          <p:spPr bwMode="auto">
            <a:xfrm flipV="1">
              <a:off x="2579771" y="1209992"/>
              <a:ext cx="83622" cy="74877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6" name="직선 연결선 2065">
              <a:extLst>
                <a:ext uri="{FF2B5EF4-FFF2-40B4-BE49-F238E27FC236}">
                  <a16:creationId xmlns:a16="http://schemas.microsoft.com/office/drawing/2014/main" id="{3F37F33C-E8B1-DD31-D729-48317EDC9BD2}"/>
                </a:ext>
              </a:extLst>
            </p:cNvPr>
            <p:cNvCxnSpPr/>
            <p:nvPr/>
          </p:nvCxnSpPr>
          <p:spPr bwMode="auto">
            <a:xfrm>
              <a:off x="2663393" y="1197144"/>
              <a:ext cx="245255" cy="12377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7" name="직선 연결선 2066">
              <a:extLst>
                <a:ext uri="{FF2B5EF4-FFF2-40B4-BE49-F238E27FC236}">
                  <a16:creationId xmlns:a16="http://schemas.microsoft.com/office/drawing/2014/main" id="{91D8872D-BF87-7686-81C6-23E9426E56DD}"/>
                </a:ext>
              </a:extLst>
            </p:cNvPr>
            <p:cNvCxnSpPr/>
            <p:nvPr/>
          </p:nvCxnSpPr>
          <p:spPr bwMode="auto">
            <a:xfrm flipV="1">
              <a:off x="2908648" y="1215505"/>
              <a:ext cx="110860" cy="8096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68" name="직선 연결선 2067">
              <a:extLst>
                <a:ext uri="{FF2B5EF4-FFF2-40B4-BE49-F238E27FC236}">
                  <a16:creationId xmlns:a16="http://schemas.microsoft.com/office/drawing/2014/main" id="{5D1D04E1-0E9E-6A5E-9A9D-70DA95C15723}"/>
                </a:ext>
              </a:extLst>
            </p:cNvPr>
            <p:cNvCxnSpPr/>
            <p:nvPr/>
          </p:nvCxnSpPr>
          <p:spPr bwMode="auto">
            <a:xfrm>
              <a:off x="3081221" y="1228862"/>
              <a:ext cx="319287" cy="182849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</p:grpSp>
      <p:grpSp>
        <p:nvGrpSpPr>
          <p:cNvPr id="2" name="그룹 1"/>
          <p:cNvGrpSpPr/>
          <p:nvPr/>
        </p:nvGrpSpPr>
        <p:grpSpPr>
          <a:xfrm>
            <a:off x="5967130" y="1085161"/>
            <a:ext cx="5388845" cy="732969"/>
            <a:chOff x="5967130" y="1085161"/>
            <a:chExt cx="4237317" cy="732969"/>
          </a:xfrm>
        </p:grpSpPr>
        <p:cxnSp>
          <p:nvCxnSpPr>
            <p:cNvPr id="1788" name="직선 연결선 1787">
              <a:extLst>
                <a:ext uri="{FF2B5EF4-FFF2-40B4-BE49-F238E27FC236}">
                  <a16:creationId xmlns:a16="http://schemas.microsoft.com/office/drawing/2014/main" id="{34AD6297-54DD-41C0-D9DD-B18089B332B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05182" y="1550867"/>
              <a:ext cx="3931237" cy="0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89" name="직선 연결선 1788">
              <a:extLst>
                <a:ext uri="{FF2B5EF4-FFF2-40B4-BE49-F238E27FC236}">
                  <a16:creationId xmlns:a16="http://schemas.microsoft.com/office/drawing/2014/main" id="{BA580CB4-1F2C-B0F3-C9C9-AD2D89EAD6D6}"/>
                </a:ext>
              </a:extLst>
            </p:cNvPr>
            <p:cNvCxnSpPr/>
            <p:nvPr/>
          </p:nvCxnSpPr>
          <p:spPr bwMode="auto">
            <a:xfrm flipV="1">
              <a:off x="6342354" y="1490739"/>
              <a:ext cx="0" cy="60128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0" name="직선 연결선 1789">
              <a:extLst>
                <a:ext uri="{FF2B5EF4-FFF2-40B4-BE49-F238E27FC236}">
                  <a16:creationId xmlns:a16="http://schemas.microsoft.com/office/drawing/2014/main" id="{D0612913-3A8B-110C-D244-0157BA00C76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512475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1" name="직선 연결선 1790">
              <a:extLst>
                <a:ext uri="{FF2B5EF4-FFF2-40B4-BE49-F238E27FC236}">
                  <a16:creationId xmlns:a16="http://schemas.microsoft.com/office/drawing/2014/main" id="{A4D8CA62-A45C-95C1-2245-4400CBDC081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661331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2" name="직선 연결선 1791">
              <a:extLst>
                <a:ext uri="{FF2B5EF4-FFF2-40B4-BE49-F238E27FC236}">
                  <a16:creationId xmlns:a16="http://schemas.microsoft.com/office/drawing/2014/main" id="{16ECE542-4CFA-34D7-C655-9893BD90087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799554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3" name="직선 연결선 1792">
              <a:extLst>
                <a:ext uri="{FF2B5EF4-FFF2-40B4-BE49-F238E27FC236}">
                  <a16:creationId xmlns:a16="http://schemas.microsoft.com/office/drawing/2014/main" id="{899D2C82-CD13-AFF0-CB7F-09AE72B68DD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948410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4" name="직선 연결선 1793">
              <a:extLst>
                <a:ext uri="{FF2B5EF4-FFF2-40B4-BE49-F238E27FC236}">
                  <a16:creationId xmlns:a16="http://schemas.microsoft.com/office/drawing/2014/main" id="{074C9EC7-91B8-4539-AD77-54F4B6D5E26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107898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5" name="직선 연결선 1794">
              <a:extLst>
                <a:ext uri="{FF2B5EF4-FFF2-40B4-BE49-F238E27FC236}">
                  <a16:creationId xmlns:a16="http://schemas.microsoft.com/office/drawing/2014/main" id="{1404C162-738C-8E86-09A5-D9079E0CCC2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256754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6" name="직선 연결선 1795">
              <a:extLst>
                <a:ext uri="{FF2B5EF4-FFF2-40B4-BE49-F238E27FC236}">
                  <a16:creationId xmlns:a16="http://schemas.microsoft.com/office/drawing/2014/main" id="{CABF82EB-F5BA-2DCE-1B41-540C82C052A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16243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7" name="직선 연결선 1796">
              <a:extLst>
                <a:ext uri="{FF2B5EF4-FFF2-40B4-BE49-F238E27FC236}">
                  <a16:creationId xmlns:a16="http://schemas.microsoft.com/office/drawing/2014/main" id="{F9653A88-A5CF-FED4-3EE9-C5CF9C7D58B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565099" y="1250227"/>
              <a:ext cx="0" cy="300640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8" name="직선 연결선 1797">
              <a:extLst>
                <a:ext uri="{FF2B5EF4-FFF2-40B4-BE49-F238E27FC236}">
                  <a16:creationId xmlns:a16="http://schemas.microsoft.com/office/drawing/2014/main" id="{515EBEB6-6AC8-8BD8-E9BB-E570758BD48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03322" y="1156722"/>
              <a:ext cx="0" cy="394145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799" name="직선 연결선 1798">
              <a:extLst>
                <a:ext uri="{FF2B5EF4-FFF2-40B4-BE49-F238E27FC236}">
                  <a16:creationId xmlns:a16="http://schemas.microsoft.com/office/drawing/2014/main" id="{E5EA3EFD-0A77-C193-2220-612D2F63FB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852178" y="1216850"/>
              <a:ext cx="0" cy="334017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0" name="직선 연결선 1799">
              <a:extLst>
                <a:ext uri="{FF2B5EF4-FFF2-40B4-BE49-F238E27FC236}">
                  <a16:creationId xmlns:a16="http://schemas.microsoft.com/office/drawing/2014/main" id="{93DEF9F2-E269-9D56-438A-60B8379A507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11666" y="1276978"/>
              <a:ext cx="0" cy="273889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1" name="직선 연결선 1800">
              <a:extLst>
                <a:ext uri="{FF2B5EF4-FFF2-40B4-BE49-F238E27FC236}">
                  <a16:creationId xmlns:a16="http://schemas.microsoft.com/office/drawing/2014/main" id="{E977945B-4217-50DC-D712-D1924722B9A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160522" y="1152786"/>
              <a:ext cx="0" cy="398081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2" name="직선 연결선 1801">
              <a:extLst>
                <a:ext uri="{FF2B5EF4-FFF2-40B4-BE49-F238E27FC236}">
                  <a16:creationId xmlns:a16="http://schemas.microsoft.com/office/drawing/2014/main" id="{5E9BBD43-6028-6F79-648E-5226980495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1276" y="1310355"/>
              <a:ext cx="0" cy="240512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3" name="직선 연결선 1802">
              <a:extLst>
                <a:ext uri="{FF2B5EF4-FFF2-40B4-BE49-F238E27FC236}">
                  <a16:creationId xmlns:a16="http://schemas.microsoft.com/office/drawing/2014/main" id="{A73ABABA-39F0-1201-B2FA-30598DD37A3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90132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4" name="직선 연결선 1803">
              <a:extLst>
                <a:ext uri="{FF2B5EF4-FFF2-40B4-BE49-F238E27FC236}">
                  <a16:creationId xmlns:a16="http://schemas.microsoft.com/office/drawing/2014/main" id="{0870895E-E5C0-8BE5-C7DA-76456A40301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649620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5" name="직선 연결선 1804">
              <a:extLst>
                <a:ext uri="{FF2B5EF4-FFF2-40B4-BE49-F238E27FC236}">
                  <a16:creationId xmlns:a16="http://schemas.microsoft.com/office/drawing/2014/main" id="{43B1E1BF-1C59-8618-E476-FADCA6DD445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98476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6" name="직선 연결선 1805">
              <a:extLst>
                <a:ext uri="{FF2B5EF4-FFF2-40B4-BE49-F238E27FC236}">
                  <a16:creationId xmlns:a16="http://schemas.microsoft.com/office/drawing/2014/main" id="{DA33EB4F-B1B0-18DD-2423-7B53CBF5B44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979229" y="1152786"/>
              <a:ext cx="0" cy="398081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7" name="직선 연결선 1806">
              <a:extLst>
                <a:ext uri="{FF2B5EF4-FFF2-40B4-BE49-F238E27FC236}">
                  <a16:creationId xmlns:a16="http://schemas.microsoft.com/office/drawing/2014/main" id="{54320F87-CB7C-D78D-E045-CDEF39F3DAD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128085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8" name="직선 연결선 1807">
              <a:extLst>
                <a:ext uri="{FF2B5EF4-FFF2-40B4-BE49-F238E27FC236}">
                  <a16:creationId xmlns:a16="http://schemas.microsoft.com/office/drawing/2014/main" id="{3EC0F476-B916-01C3-CFFD-8D78C6673B4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87573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09" name="직선 연결선 1808">
              <a:extLst>
                <a:ext uri="{FF2B5EF4-FFF2-40B4-BE49-F238E27FC236}">
                  <a16:creationId xmlns:a16="http://schemas.microsoft.com/office/drawing/2014/main" id="{99F6CFAD-BEF4-6DFE-188A-19E41AEC369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436429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10" name="직선 연결선 1809">
              <a:extLst>
                <a:ext uri="{FF2B5EF4-FFF2-40B4-BE49-F238E27FC236}">
                  <a16:creationId xmlns:a16="http://schemas.microsoft.com/office/drawing/2014/main" id="{1F4C0E6A-42E0-C8AB-2CAC-D552AE2B20E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595918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cxnSp>
          <p:nvCxnSpPr>
            <p:cNvPr id="1811" name="직선 연결선 1810">
              <a:extLst>
                <a:ext uri="{FF2B5EF4-FFF2-40B4-BE49-F238E27FC236}">
                  <a16:creationId xmlns:a16="http://schemas.microsoft.com/office/drawing/2014/main" id="{A53D4A32-3140-A61D-BE02-37DBE1CE0AD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755406" y="1370483"/>
              <a:ext cx="0" cy="180384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grpSp>
          <p:nvGrpSpPr>
            <p:cNvPr id="1812" name="그룹 1811">
              <a:extLst>
                <a:ext uri="{FF2B5EF4-FFF2-40B4-BE49-F238E27FC236}">
                  <a16:creationId xmlns:a16="http://schemas.microsoft.com/office/drawing/2014/main" id="{A0A33C28-30B1-C5A6-344F-C73708378E0C}"/>
                </a:ext>
              </a:extLst>
            </p:cNvPr>
            <p:cNvGrpSpPr/>
            <p:nvPr/>
          </p:nvGrpSpPr>
          <p:grpSpPr>
            <a:xfrm>
              <a:off x="7635042" y="1454575"/>
              <a:ext cx="162000" cy="162000"/>
              <a:chOff x="2165593" y="1394767"/>
              <a:chExt cx="162000" cy="162000"/>
            </a:xfrm>
          </p:grpSpPr>
          <p:sp>
            <p:nvSpPr>
              <p:cNvPr id="1813" name="타원 1812">
                <a:extLst>
                  <a:ext uri="{FF2B5EF4-FFF2-40B4-BE49-F238E27FC236}">
                    <a16:creationId xmlns:a16="http://schemas.microsoft.com/office/drawing/2014/main" id="{A2175F87-C2C4-01E0-F4E6-19C71060EEC5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14" name="타원 1813">
                <a:extLst>
                  <a:ext uri="{FF2B5EF4-FFF2-40B4-BE49-F238E27FC236}">
                    <a16:creationId xmlns:a16="http://schemas.microsoft.com/office/drawing/2014/main" id="{521AD01E-6CA6-A160-5709-5A26BA25EA08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cxnSp>
          <p:nvCxnSpPr>
            <p:cNvPr id="1818" name="직선 연결선 1817">
              <a:extLst>
                <a:ext uri="{FF2B5EF4-FFF2-40B4-BE49-F238E27FC236}">
                  <a16:creationId xmlns:a16="http://schemas.microsoft.com/office/drawing/2014/main" id="{B6FF19BB-E916-D172-DE32-5B329C2D3D0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914894" y="1430611"/>
              <a:ext cx="0" cy="120256"/>
            </a:xfrm>
            <a:prstGeom prst="line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/>
            </a:ln>
            <a:effectLst/>
          </p:spPr>
        </p:cxn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7EDDFAAC-883B-E6F3-D9DF-DB373DDE0A23}"/>
                </a:ext>
              </a:extLst>
            </p:cNvPr>
            <p:cNvSpPr txBox="1"/>
            <p:nvPr/>
          </p:nvSpPr>
          <p:spPr>
            <a:xfrm>
              <a:off x="5967130" y="1587298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04:00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7888AC8-D0D8-3F77-9631-1BF19FC45273}"/>
                </a:ext>
              </a:extLst>
            </p:cNvPr>
            <p:cNvSpPr txBox="1"/>
            <p:nvPr/>
          </p:nvSpPr>
          <p:spPr>
            <a:xfrm>
              <a:off x="9729113" y="1587298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35BA1084-8CD8-5A52-89F6-1296FCDE94AA}"/>
                </a:ext>
              </a:extLst>
            </p:cNvPr>
            <p:cNvSpPr txBox="1"/>
            <p:nvPr/>
          </p:nvSpPr>
          <p:spPr>
            <a:xfrm>
              <a:off x="7487586" y="1587298"/>
              <a:ext cx="47533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11:00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828" name="그룹 1827">
              <a:extLst>
                <a:ext uri="{FF2B5EF4-FFF2-40B4-BE49-F238E27FC236}">
                  <a16:creationId xmlns:a16="http://schemas.microsoft.com/office/drawing/2014/main" id="{C3B9E2C4-337F-E661-C855-2D2910CB8850}"/>
                </a:ext>
              </a:extLst>
            </p:cNvPr>
            <p:cNvGrpSpPr/>
            <p:nvPr/>
          </p:nvGrpSpPr>
          <p:grpSpPr>
            <a:xfrm>
              <a:off x="8092242" y="1454575"/>
              <a:ext cx="162000" cy="162000"/>
              <a:chOff x="2165593" y="1394767"/>
              <a:chExt cx="162000" cy="162000"/>
            </a:xfrm>
          </p:grpSpPr>
          <p:sp>
            <p:nvSpPr>
              <p:cNvPr id="1829" name="타원 1828">
                <a:extLst>
                  <a:ext uri="{FF2B5EF4-FFF2-40B4-BE49-F238E27FC236}">
                    <a16:creationId xmlns:a16="http://schemas.microsoft.com/office/drawing/2014/main" id="{E5A8405A-E6FE-9F49-AE88-48C0965496D1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30" name="타원 1829">
                <a:extLst>
                  <a:ext uri="{FF2B5EF4-FFF2-40B4-BE49-F238E27FC236}">
                    <a16:creationId xmlns:a16="http://schemas.microsoft.com/office/drawing/2014/main" id="{FCE7E18A-61E8-031E-A7BA-C044CAAF45FC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grpSp>
          <p:nvGrpSpPr>
            <p:cNvPr id="1831" name="그룹 1830">
              <a:extLst>
                <a:ext uri="{FF2B5EF4-FFF2-40B4-BE49-F238E27FC236}">
                  <a16:creationId xmlns:a16="http://schemas.microsoft.com/office/drawing/2014/main" id="{CC9373C8-A2CE-E99F-E988-90AA737B67FB}"/>
                </a:ext>
              </a:extLst>
            </p:cNvPr>
            <p:cNvGrpSpPr/>
            <p:nvPr/>
          </p:nvGrpSpPr>
          <p:grpSpPr>
            <a:xfrm>
              <a:off x="8922421" y="1454575"/>
              <a:ext cx="162000" cy="162000"/>
              <a:chOff x="2165593" y="1394767"/>
              <a:chExt cx="162000" cy="162000"/>
            </a:xfrm>
          </p:grpSpPr>
          <p:sp>
            <p:nvSpPr>
              <p:cNvPr id="1832" name="타원 1831">
                <a:extLst>
                  <a:ext uri="{FF2B5EF4-FFF2-40B4-BE49-F238E27FC236}">
                    <a16:creationId xmlns:a16="http://schemas.microsoft.com/office/drawing/2014/main" id="{BA0E41EE-A82B-F82D-8148-634AEF4E2558}"/>
                  </a:ext>
                </a:extLst>
              </p:cNvPr>
              <p:cNvSpPr/>
              <p:nvPr/>
            </p:nvSpPr>
            <p:spPr bwMode="auto">
              <a:xfrm>
                <a:off x="2165593" y="1394767"/>
                <a:ext cx="162000" cy="162000"/>
              </a:xfrm>
              <a:prstGeom prst="ellipse">
                <a:avLst/>
              </a:prstGeom>
              <a:solidFill>
                <a:srgbClr val="FAFAFA"/>
              </a:solidFill>
              <a:ln w="0">
                <a:noFill/>
                <a:prstDash val="solid"/>
                <a:round/>
                <a:headEnd/>
                <a:tailEnd/>
              </a:ln>
              <a:effectLst>
                <a:outerShdw blurRad="50800" dist="12700" dir="5400000" sx="104000" sy="104000" algn="ctr" rotWithShape="0">
                  <a:prstClr val="black">
                    <a:alpha val="3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33" name="타원 1832">
                <a:extLst>
                  <a:ext uri="{FF2B5EF4-FFF2-40B4-BE49-F238E27FC236}">
                    <a16:creationId xmlns:a16="http://schemas.microsoft.com/office/drawing/2014/main" id="{37AEBE21-0E80-5FBB-43F9-2D2F04E75E74}"/>
                  </a:ext>
                </a:extLst>
              </p:cNvPr>
              <p:cNvSpPr/>
              <p:nvPr/>
            </p:nvSpPr>
            <p:spPr bwMode="auto">
              <a:xfrm>
                <a:off x="2202511" y="1431235"/>
                <a:ext cx="87465" cy="91288"/>
              </a:xfrm>
              <a:prstGeom prst="ellipse">
                <a:avLst/>
              </a:prstGeom>
              <a:solidFill>
                <a:srgbClr val="FF0000"/>
              </a:solidFill>
              <a:ln w="12700" cap="flat" cmpd="sng" algn="ctr">
                <a:solidFill>
                  <a:srgbClr val="5C64B7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1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  <a:ea typeface="바탕체" pitchFamily="17" charset="-127"/>
                </a:endParaRPr>
              </a:p>
            </p:txBody>
          </p:sp>
        </p:grpSp>
        <p:cxnSp>
          <p:nvCxnSpPr>
            <p:cNvPr id="2085" name="직선 연결선 2084">
              <a:extLst>
                <a:ext uri="{FF2B5EF4-FFF2-40B4-BE49-F238E27FC236}">
                  <a16:creationId xmlns:a16="http://schemas.microsoft.com/office/drawing/2014/main" id="{E4E56506-6760-CE90-5431-C0C91BF2AF62}"/>
                </a:ext>
              </a:extLst>
            </p:cNvPr>
            <p:cNvCxnSpPr/>
            <p:nvPr/>
          </p:nvCxnSpPr>
          <p:spPr bwMode="auto">
            <a:xfrm flipV="1">
              <a:off x="6142300" y="1227966"/>
              <a:ext cx="228211" cy="10425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86" name="직선 연결선 2085">
              <a:extLst>
                <a:ext uri="{FF2B5EF4-FFF2-40B4-BE49-F238E27FC236}">
                  <a16:creationId xmlns:a16="http://schemas.microsoft.com/office/drawing/2014/main" id="{8BDFCCC6-652C-CF19-1D2C-51FF7F329060}"/>
                </a:ext>
              </a:extLst>
            </p:cNvPr>
            <p:cNvCxnSpPr/>
            <p:nvPr/>
          </p:nvCxnSpPr>
          <p:spPr bwMode="auto">
            <a:xfrm>
              <a:off x="6416530" y="1208023"/>
              <a:ext cx="152466" cy="9129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87" name="직선 연결선 2086">
              <a:extLst>
                <a:ext uri="{FF2B5EF4-FFF2-40B4-BE49-F238E27FC236}">
                  <a16:creationId xmlns:a16="http://schemas.microsoft.com/office/drawing/2014/main" id="{7487F218-A9E5-FE58-029B-562AFA3700BC}"/>
                </a:ext>
              </a:extLst>
            </p:cNvPr>
            <p:cNvCxnSpPr/>
            <p:nvPr/>
          </p:nvCxnSpPr>
          <p:spPr bwMode="auto">
            <a:xfrm flipV="1">
              <a:off x="6590741" y="1196404"/>
              <a:ext cx="110763" cy="10583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88" name="직선 연결선 2087">
              <a:extLst>
                <a:ext uri="{FF2B5EF4-FFF2-40B4-BE49-F238E27FC236}">
                  <a16:creationId xmlns:a16="http://schemas.microsoft.com/office/drawing/2014/main" id="{D1E30ADC-636C-A541-BA5A-552A601C023E}"/>
                </a:ext>
              </a:extLst>
            </p:cNvPr>
            <p:cNvCxnSpPr/>
            <p:nvPr/>
          </p:nvCxnSpPr>
          <p:spPr bwMode="auto">
            <a:xfrm>
              <a:off x="6722744" y="1196673"/>
              <a:ext cx="316010" cy="9230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89" name="직선 연결선 2088">
              <a:extLst>
                <a:ext uri="{FF2B5EF4-FFF2-40B4-BE49-F238E27FC236}">
                  <a16:creationId xmlns:a16="http://schemas.microsoft.com/office/drawing/2014/main" id="{8211C6F3-885E-DE41-60D7-DD442BF1A30E}"/>
                </a:ext>
              </a:extLst>
            </p:cNvPr>
            <p:cNvCxnSpPr/>
            <p:nvPr/>
          </p:nvCxnSpPr>
          <p:spPr bwMode="auto">
            <a:xfrm flipV="1">
              <a:off x="7095825" y="1223546"/>
              <a:ext cx="46629" cy="69825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0" name="직선 연결선 2089">
              <a:extLst>
                <a:ext uri="{FF2B5EF4-FFF2-40B4-BE49-F238E27FC236}">
                  <a16:creationId xmlns:a16="http://schemas.microsoft.com/office/drawing/2014/main" id="{02C6FF5C-CADB-BF6E-38D4-80A4ED2FE914}"/>
                </a:ext>
              </a:extLst>
            </p:cNvPr>
            <p:cNvCxnSpPr/>
            <p:nvPr/>
          </p:nvCxnSpPr>
          <p:spPr bwMode="auto">
            <a:xfrm flipV="1">
              <a:off x="7178141" y="1118783"/>
              <a:ext cx="296359" cy="8677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1" name="직선 연결선 2090">
              <a:extLst>
                <a:ext uri="{FF2B5EF4-FFF2-40B4-BE49-F238E27FC236}">
                  <a16:creationId xmlns:a16="http://schemas.microsoft.com/office/drawing/2014/main" id="{AED73EE4-BA68-55F5-4BB2-A2E379395F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474500" y="1118783"/>
              <a:ext cx="594467" cy="144473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2" name="직선 연결선 2091">
              <a:extLst>
                <a:ext uri="{FF2B5EF4-FFF2-40B4-BE49-F238E27FC236}">
                  <a16:creationId xmlns:a16="http://schemas.microsoft.com/office/drawing/2014/main" id="{C51212DB-73FB-1181-C8AE-D123BD5856D0}"/>
                </a:ext>
              </a:extLst>
            </p:cNvPr>
            <p:cNvCxnSpPr/>
            <p:nvPr/>
          </p:nvCxnSpPr>
          <p:spPr bwMode="auto">
            <a:xfrm flipV="1">
              <a:off x="8092497" y="1085161"/>
              <a:ext cx="172954" cy="165286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3" name="직선 연결선 2092">
              <a:extLst>
                <a:ext uri="{FF2B5EF4-FFF2-40B4-BE49-F238E27FC236}">
                  <a16:creationId xmlns:a16="http://schemas.microsoft.com/office/drawing/2014/main" id="{B0669808-7669-67B5-ED7B-FFD8419BD2FE}"/>
                </a:ext>
              </a:extLst>
            </p:cNvPr>
            <p:cNvCxnSpPr/>
            <p:nvPr/>
          </p:nvCxnSpPr>
          <p:spPr bwMode="auto">
            <a:xfrm>
              <a:off x="8277594" y="1089475"/>
              <a:ext cx="258754" cy="205037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4" name="직선 연결선 2093">
              <a:extLst>
                <a:ext uri="{FF2B5EF4-FFF2-40B4-BE49-F238E27FC236}">
                  <a16:creationId xmlns:a16="http://schemas.microsoft.com/office/drawing/2014/main" id="{384FC73D-2373-0973-CDB2-91E40B1B0D3C}"/>
                </a:ext>
              </a:extLst>
            </p:cNvPr>
            <p:cNvCxnSpPr/>
            <p:nvPr/>
          </p:nvCxnSpPr>
          <p:spPr bwMode="auto">
            <a:xfrm flipV="1">
              <a:off x="8536348" y="1266794"/>
              <a:ext cx="249551" cy="40111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5" name="직선 연결선 2094">
              <a:extLst>
                <a:ext uri="{FF2B5EF4-FFF2-40B4-BE49-F238E27FC236}">
                  <a16:creationId xmlns:a16="http://schemas.microsoft.com/office/drawing/2014/main" id="{0D4152D4-6AA1-C120-5677-9D698A539115}"/>
                </a:ext>
              </a:extLst>
            </p:cNvPr>
            <p:cNvCxnSpPr/>
            <p:nvPr/>
          </p:nvCxnSpPr>
          <p:spPr bwMode="auto">
            <a:xfrm>
              <a:off x="8847612" y="1266039"/>
              <a:ext cx="243751" cy="1413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6" name="직선 연결선 2095">
              <a:extLst>
                <a:ext uri="{FF2B5EF4-FFF2-40B4-BE49-F238E27FC236}">
                  <a16:creationId xmlns:a16="http://schemas.microsoft.com/office/drawing/2014/main" id="{17B55FBD-46A5-EDEA-24CC-9C2022B27909}"/>
                </a:ext>
              </a:extLst>
            </p:cNvPr>
            <p:cNvCxnSpPr/>
            <p:nvPr/>
          </p:nvCxnSpPr>
          <p:spPr bwMode="auto">
            <a:xfrm flipV="1">
              <a:off x="9108162" y="1191162"/>
              <a:ext cx="83622" cy="74877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7" name="직선 연결선 2096">
              <a:extLst>
                <a:ext uri="{FF2B5EF4-FFF2-40B4-BE49-F238E27FC236}">
                  <a16:creationId xmlns:a16="http://schemas.microsoft.com/office/drawing/2014/main" id="{1C3E9B34-9D82-E8D1-718C-C6C84B9CE9B1}"/>
                </a:ext>
              </a:extLst>
            </p:cNvPr>
            <p:cNvCxnSpPr/>
            <p:nvPr/>
          </p:nvCxnSpPr>
          <p:spPr bwMode="auto">
            <a:xfrm>
              <a:off x="9191784" y="1178314"/>
              <a:ext cx="245255" cy="123770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8" name="직선 연결선 2097">
              <a:extLst>
                <a:ext uri="{FF2B5EF4-FFF2-40B4-BE49-F238E27FC236}">
                  <a16:creationId xmlns:a16="http://schemas.microsoft.com/office/drawing/2014/main" id="{37507327-C194-7ED2-DBC4-5EB9ADB55E9B}"/>
                </a:ext>
              </a:extLst>
            </p:cNvPr>
            <p:cNvCxnSpPr/>
            <p:nvPr/>
          </p:nvCxnSpPr>
          <p:spPr bwMode="auto">
            <a:xfrm flipV="1">
              <a:off x="9437039" y="1196675"/>
              <a:ext cx="110860" cy="80962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  <p:cxnSp>
          <p:nvCxnSpPr>
            <p:cNvPr id="2099" name="직선 연결선 2098">
              <a:extLst>
                <a:ext uri="{FF2B5EF4-FFF2-40B4-BE49-F238E27FC236}">
                  <a16:creationId xmlns:a16="http://schemas.microsoft.com/office/drawing/2014/main" id="{4B2054E8-746D-0041-908D-4B55A1B54DCB}"/>
                </a:ext>
              </a:extLst>
            </p:cNvPr>
            <p:cNvCxnSpPr/>
            <p:nvPr/>
          </p:nvCxnSpPr>
          <p:spPr bwMode="auto">
            <a:xfrm>
              <a:off x="9609612" y="1210032"/>
              <a:ext cx="319287" cy="182849"/>
            </a:xfrm>
            <a:prstGeom prst="line">
              <a:avLst/>
            </a:prstGeom>
            <a:solidFill>
              <a:srgbClr val="EAEAEA"/>
            </a:solidFill>
            <a:ln w="25400" cap="flat" cmpd="sng" algn="ctr">
              <a:solidFill>
                <a:srgbClr val="5C64B7"/>
              </a:solidFill>
              <a:prstDash val="sysDash"/>
              <a:round/>
              <a:headEnd type="none" w="med" len="med"/>
              <a:tailEnd type="none"/>
            </a:ln>
            <a:effectLst/>
          </p:spPr>
        </p:cxnSp>
      </p:grpSp>
      <p:cxnSp>
        <p:nvCxnSpPr>
          <p:cNvPr id="2112" name="직선 연결선 2111">
            <a:extLst>
              <a:ext uri="{FF2B5EF4-FFF2-40B4-BE49-F238E27FC236}">
                <a16:creationId xmlns:a16="http://schemas.microsoft.com/office/drawing/2014/main" id="{2D77A378-B6FB-1F3B-5D37-739FF19EAB6E}"/>
              </a:ext>
            </a:extLst>
          </p:cNvPr>
          <p:cNvCxnSpPr/>
          <p:nvPr/>
        </p:nvCxnSpPr>
        <p:spPr bwMode="auto">
          <a:xfrm flipV="1">
            <a:off x="4740442" y="2638999"/>
            <a:ext cx="0" cy="740229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cxnSp>
        <p:nvCxnSpPr>
          <p:cNvPr id="2113" name="직선 연결선 2112">
            <a:extLst>
              <a:ext uri="{FF2B5EF4-FFF2-40B4-BE49-F238E27FC236}">
                <a16:creationId xmlns:a16="http://schemas.microsoft.com/office/drawing/2014/main" id="{38704516-844A-620D-039C-AABBD23756A8}"/>
              </a:ext>
            </a:extLst>
          </p:cNvPr>
          <p:cNvCxnSpPr/>
          <p:nvPr/>
        </p:nvCxnSpPr>
        <p:spPr bwMode="auto">
          <a:xfrm flipV="1">
            <a:off x="11268833" y="2638999"/>
            <a:ext cx="0" cy="740229"/>
          </a:xfrm>
          <a:prstGeom prst="lin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508" name="TextBox 507">
            <a:extLst>
              <a:ext uri="{FF2B5EF4-FFF2-40B4-BE49-F238E27FC236}">
                <a16:creationId xmlns:a16="http://schemas.microsoft.com/office/drawing/2014/main" id="{D11B45BB-6D6C-05A7-3AD1-32A37521FD76}"/>
              </a:ext>
            </a:extLst>
          </p:cNvPr>
          <p:cNvSpPr txBox="1"/>
          <p:nvPr/>
        </p:nvSpPr>
        <p:spPr>
          <a:xfrm>
            <a:off x="5142003" y="2894993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대비</a:t>
            </a:r>
          </a:p>
        </p:txBody>
      </p:sp>
      <p:sp>
        <p:nvSpPr>
          <p:cNvPr id="509" name="TextBox 508">
            <a:extLst>
              <a:ext uri="{FF2B5EF4-FFF2-40B4-BE49-F238E27FC236}">
                <a16:creationId xmlns:a16="http://schemas.microsoft.com/office/drawing/2014/main" id="{D11B45BB-6D6C-05A7-3AD1-32A37521FD76}"/>
              </a:ext>
            </a:extLst>
          </p:cNvPr>
          <p:cNvSpPr txBox="1"/>
          <p:nvPr/>
        </p:nvSpPr>
        <p:spPr>
          <a:xfrm>
            <a:off x="5142002" y="3609384"/>
            <a:ext cx="1047037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1">
              <a:spcAft>
                <a:spcPts val="300"/>
              </a:spcAft>
            </a:pPr>
            <a:r>
              <a:rPr lang="ko-KR" altLang="en-US" sz="8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 시뮬레이션 대비</a:t>
            </a:r>
          </a:p>
        </p:txBody>
      </p:sp>
      <p:sp>
        <p:nvSpPr>
          <p:cNvPr id="473" name="직사각형 472">
            <a:extLst>
              <a:ext uri="{FF2B5EF4-FFF2-40B4-BE49-F238E27FC236}">
                <a16:creationId xmlns:a16="http://schemas.microsoft.com/office/drawing/2014/main" id="{75C75224-D1CD-B890-22E3-E6F684450EF3}"/>
              </a:ext>
            </a:extLst>
          </p:cNvPr>
          <p:cNvSpPr/>
          <p:nvPr/>
        </p:nvSpPr>
        <p:spPr bwMode="auto">
          <a:xfrm>
            <a:off x="1840832" y="7277169"/>
            <a:ext cx="2899610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74" name="그룹 473">
            <a:extLst>
              <a:ext uri="{FF2B5EF4-FFF2-40B4-BE49-F238E27FC236}">
                <a16:creationId xmlns:a16="http://schemas.microsoft.com/office/drawing/2014/main" id="{08689D7E-F741-EBF7-D257-46A163553D0C}"/>
              </a:ext>
            </a:extLst>
          </p:cNvPr>
          <p:cNvGrpSpPr/>
          <p:nvPr/>
        </p:nvGrpSpPr>
        <p:grpSpPr>
          <a:xfrm>
            <a:off x="1937360" y="7392017"/>
            <a:ext cx="2666999" cy="325009"/>
            <a:chOff x="11677651" y="4751816"/>
            <a:chExt cx="2666999" cy="325009"/>
          </a:xfrm>
        </p:grpSpPr>
        <p:sp>
          <p:nvSpPr>
            <p:cNvPr id="475" name="Box">
              <a:extLst>
                <a:ext uri="{FF2B5EF4-FFF2-40B4-BE49-F238E27FC236}">
                  <a16:creationId xmlns:a16="http://schemas.microsoft.com/office/drawing/2014/main" id="{4F342943-611F-45D6-0741-2295D28C271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1677651" y="4751816"/>
              <a:ext cx="2666999" cy="325009"/>
            </a:xfrm>
            <a:prstGeom prst="roundRect">
              <a:avLst>
                <a:gd name="adj" fmla="val 3078"/>
              </a:avLst>
            </a:prstGeom>
            <a:solidFill>
              <a:srgbClr val="FFFFFF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6" name="Gap">
              <a:extLst>
                <a:ext uri="{FF2B5EF4-FFF2-40B4-BE49-F238E27FC236}">
                  <a16:creationId xmlns:a16="http://schemas.microsoft.com/office/drawing/2014/main" id="{FF0AAB14-70B2-BAFE-41FE-F8693BFB72E5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3137790" y="5072103"/>
              <a:ext cx="184150" cy="0"/>
            </a:xfrm>
            <a:prstGeom prst="lin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직사각형 476">
              <a:extLst>
                <a:ext uri="{FF2B5EF4-FFF2-40B4-BE49-F238E27FC236}">
                  <a16:creationId xmlns:a16="http://schemas.microsoft.com/office/drawing/2014/main" id="{93C761B9-720E-5737-E2E0-2E69FA7E0A5D}"/>
                </a:ext>
              </a:extLst>
            </p:cNvPr>
            <p:cNvSpPr/>
            <p:nvPr/>
          </p:nvSpPr>
          <p:spPr bwMode="auto">
            <a:xfrm>
              <a:off x="14090788" y="4822084"/>
              <a:ext cx="181607" cy="18768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8" name="직사각형 477">
              <a:extLst>
                <a:ext uri="{FF2B5EF4-FFF2-40B4-BE49-F238E27FC236}">
                  <a16:creationId xmlns:a16="http://schemas.microsoft.com/office/drawing/2014/main" id="{14E1FF42-97B2-1C8B-0577-027C2B35211D}"/>
                </a:ext>
              </a:extLst>
            </p:cNvPr>
            <p:cNvSpPr/>
            <p:nvPr/>
          </p:nvSpPr>
          <p:spPr bwMode="auto">
            <a:xfrm>
              <a:off x="11764514" y="4822084"/>
              <a:ext cx="181607" cy="18768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9" name="직사각형 478">
              <a:extLst>
                <a:ext uri="{FF2B5EF4-FFF2-40B4-BE49-F238E27FC236}">
                  <a16:creationId xmlns:a16="http://schemas.microsoft.com/office/drawing/2014/main" id="{173F86BD-413C-6DBA-EE93-C639784234D5}"/>
                </a:ext>
              </a:extLst>
            </p:cNvPr>
            <p:cNvSpPr/>
            <p:nvPr/>
          </p:nvSpPr>
          <p:spPr bwMode="auto">
            <a:xfrm>
              <a:off x="13625534" y="4822084"/>
              <a:ext cx="181607" cy="187685"/>
            </a:xfrm>
            <a:prstGeom prst="rect">
              <a:avLst/>
            </a:prstGeom>
            <a:solidFill>
              <a:srgbClr val="00B05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0" name="직사각형 479">
              <a:extLst>
                <a:ext uri="{FF2B5EF4-FFF2-40B4-BE49-F238E27FC236}">
                  <a16:creationId xmlns:a16="http://schemas.microsoft.com/office/drawing/2014/main" id="{C914ADF6-B9BD-D845-6A17-23BD8E35B01D}"/>
                </a:ext>
              </a:extLst>
            </p:cNvPr>
            <p:cNvSpPr/>
            <p:nvPr/>
          </p:nvSpPr>
          <p:spPr bwMode="auto">
            <a:xfrm>
              <a:off x="12229769" y="4822084"/>
              <a:ext cx="181607" cy="18768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2AA5E0BB-5A47-B7C3-9894-8CB2AF19B661}"/>
                </a:ext>
              </a:extLst>
            </p:cNvPr>
            <p:cNvSpPr/>
            <p:nvPr/>
          </p:nvSpPr>
          <p:spPr bwMode="auto">
            <a:xfrm>
              <a:off x="12695024" y="4822084"/>
              <a:ext cx="181607" cy="187685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17A59631-2D85-9D90-B908-2117803D0DE2}"/>
                </a:ext>
              </a:extLst>
            </p:cNvPr>
            <p:cNvSpPr/>
            <p:nvPr/>
          </p:nvSpPr>
          <p:spPr bwMode="auto">
            <a:xfrm>
              <a:off x="13160279" y="4822084"/>
              <a:ext cx="181607" cy="187685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DEC597FD-395E-2DB3-4321-49AD1506DE2E}"/>
              </a:ext>
            </a:extLst>
          </p:cNvPr>
          <p:cNvSpPr/>
          <p:nvPr/>
        </p:nvSpPr>
        <p:spPr bwMode="auto">
          <a:xfrm>
            <a:off x="8386006" y="7277169"/>
            <a:ext cx="2899610" cy="60656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84" name="그룹 483">
            <a:extLst>
              <a:ext uri="{FF2B5EF4-FFF2-40B4-BE49-F238E27FC236}">
                <a16:creationId xmlns:a16="http://schemas.microsoft.com/office/drawing/2014/main" id="{08689D7E-F741-EBF7-D257-46A163553D0C}"/>
              </a:ext>
            </a:extLst>
          </p:cNvPr>
          <p:cNvGrpSpPr/>
          <p:nvPr/>
        </p:nvGrpSpPr>
        <p:grpSpPr>
          <a:xfrm>
            <a:off x="8530466" y="7401812"/>
            <a:ext cx="2666999" cy="325009"/>
            <a:chOff x="11677651" y="4751816"/>
            <a:chExt cx="2666999" cy="325009"/>
          </a:xfrm>
        </p:grpSpPr>
        <p:sp>
          <p:nvSpPr>
            <p:cNvPr id="485" name="Box">
              <a:extLst>
                <a:ext uri="{FF2B5EF4-FFF2-40B4-BE49-F238E27FC236}">
                  <a16:creationId xmlns:a16="http://schemas.microsoft.com/office/drawing/2014/main" id="{4F342943-611F-45D6-0741-2295D28C271D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1677651" y="4751816"/>
              <a:ext cx="2666999" cy="325009"/>
            </a:xfrm>
            <a:prstGeom prst="roundRect">
              <a:avLst>
                <a:gd name="adj" fmla="val 3078"/>
              </a:avLst>
            </a:prstGeom>
            <a:solidFill>
              <a:srgbClr val="FFFFFF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86" name="Gap">
              <a:extLst>
                <a:ext uri="{FF2B5EF4-FFF2-40B4-BE49-F238E27FC236}">
                  <a16:creationId xmlns:a16="http://schemas.microsoft.com/office/drawing/2014/main" id="{FF0AAB14-70B2-BAFE-41FE-F8693BFB72E5}"/>
                </a:ext>
              </a:extLst>
            </p:cNvPr>
            <p:cNvCxnSpPr/>
            <p:nvPr>
              <p:custDataLst>
                <p:tags r:id="rId2"/>
              </p:custDataLst>
            </p:nvPr>
          </p:nvCxnSpPr>
          <p:spPr>
            <a:xfrm>
              <a:off x="13137790" y="5072103"/>
              <a:ext cx="184150" cy="0"/>
            </a:xfrm>
            <a:prstGeom prst="line">
              <a:avLst/>
            </a:prstGeom>
            <a:solidFill>
              <a:srgbClr val="FFFFFF"/>
            </a:solidFill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173F86BD-413C-6DBA-EE93-C639784234D5}"/>
                </a:ext>
              </a:extLst>
            </p:cNvPr>
            <p:cNvSpPr/>
            <p:nvPr/>
          </p:nvSpPr>
          <p:spPr bwMode="auto">
            <a:xfrm>
              <a:off x="13139899" y="4829719"/>
              <a:ext cx="1071980" cy="185421"/>
            </a:xfrm>
            <a:prstGeom prst="rect">
              <a:avLst/>
            </a:prstGeom>
            <a:solidFill>
              <a:srgbClr val="00B05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17A59631-2D85-9D90-B908-2117803D0DE2}"/>
                </a:ext>
              </a:extLst>
            </p:cNvPr>
            <p:cNvSpPr/>
            <p:nvPr/>
          </p:nvSpPr>
          <p:spPr bwMode="auto">
            <a:xfrm>
              <a:off x="11796806" y="4829719"/>
              <a:ext cx="1059446" cy="185421"/>
            </a:xfrm>
            <a:prstGeom prst="rect">
              <a:avLst/>
            </a:prstGeom>
            <a:solidFill>
              <a:srgbClr val="FF0000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1" lang="en-US" altLang="ko-KR" sz="800" b="0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kumimoji="1" lang="ko-KR" altLang="en-US" sz="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91" name="AutoShape 55">
            <a:extLst>
              <a:ext uri="{FF2B5EF4-FFF2-40B4-BE49-F238E27FC236}">
                <a16:creationId xmlns:a16="http://schemas.microsoft.com/office/drawing/2014/main" id="{E34A86E6-F1C5-61EE-6842-A4519DFC7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414232" y="3945858"/>
            <a:ext cx="1262480" cy="314324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rgbClr val="013A8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출국장이 가장 혼잡할 때</a:t>
            </a:r>
          </a:p>
        </p:txBody>
      </p:sp>
      <p:sp>
        <p:nvSpPr>
          <p:cNvPr id="492" name="AutoShape 55">
            <a:extLst>
              <a:ext uri="{FF2B5EF4-FFF2-40B4-BE49-F238E27FC236}">
                <a16:creationId xmlns:a16="http://schemas.microsoft.com/office/drawing/2014/main" id="{E34A86E6-F1C5-61EE-6842-A4519DFC7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8039" y="3916436"/>
            <a:ext cx="1262480" cy="314324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srgbClr val="013A8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출국장이 가장 혼잡할 때</a:t>
            </a:r>
          </a:p>
        </p:txBody>
      </p:sp>
    </p:spTree>
    <p:extLst>
      <p:ext uri="{BB962C8B-B14F-4D97-AF65-F5344CB8AC3E}">
        <p14:creationId xmlns:p14="http://schemas.microsoft.com/office/powerpoint/2010/main" val="40985602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E30441-78A0-F4EF-66C1-05D611CE94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직사각형 36">
            <a:extLst>
              <a:ext uri="{FF2B5EF4-FFF2-40B4-BE49-F238E27FC236}">
                <a16:creationId xmlns:a16="http://schemas.microsoft.com/office/drawing/2014/main" id="{C4539495-402F-60D9-C3E6-28EBE7909F51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5112256-5EBC-E08D-6BE7-DAA83B9477FB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맵형태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36" name="표 235">
            <a:extLst>
              <a:ext uri="{FF2B5EF4-FFF2-40B4-BE49-F238E27FC236}">
                <a16:creationId xmlns:a16="http://schemas.microsoft.com/office/drawing/2014/main" id="{B0A00014-CEEB-D54E-EF89-FB3B8C1078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5798170"/>
              </p:ext>
            </p:extLst>
          </p:nvPr>
        </p:nvGraphicFramePr>
        <p:xfrm>
          <a:off x="170952" y="903624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1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ABF91EFF-A083-C510-16F8-21590C2ACCBC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63624"/>
            <a:ext cx="9231519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DF524228-5EC6-CE69-D20A-16EEAD5C3144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63624"/>
            <a:ext cx="9231519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224" name="TextBox 223">
            <a:extLst>
              <a:ext uri="{FF2B5EF4-FFF2-40B4-BE49-F238E27FC236}">
                <a16:creationId xmlns:a16="http://schemas.microsoft.com/office/drawing/2014/main" id="{B5CF97C6-0D86-F700-062A-E16CB2FC211B}"/>
              </a:ext>
            </a:extLst>
          </p:cNvPr>
          <p:cNvSpPr txBox="1"/>
          <p:nvPr/>
        </p:nvSpPr>
        <p:spPr>
          <a:xfrm>
            <a:off x="8083249" y="1384648"/>
            <a:ext cx="17722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해당구역을 클릭하세요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76593CB-9828-734D-D7B6-B16A93F4F0E4}"/>
              </a:ext>
            </a:extLst>
          </p:cNvPr>
          <p:cNvGrpSpPr/>
          <p:nvPr/>
        </p:nvGrpSpPr>
        <p:grpSpPr>
          <a:xfrm>
            <a:off x="179542" y="1324520"/>
            <a:ext cx="7928597" cy="698740"/>
            <a:chOff x="-2428659" y="1414732"/>
            <a:chExt cx="7928597" cy="698740"/>
          </a:xfrm>
        </p:grpSpPr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8F2C5735-4DDF-EAEE-7A62-3263A7D76DAE}"/>
                </a:ext>
              </a:extLst>
            </p:cNvPr>
            <p:cNvGrpSpPr/>
            <p:nvPr/>
          </p:nvGrpSpPr>
          <p:grpSpPr>
            <a:xfrm>
              <a:off x="-2428659" y="1414732"/>
              <a:ext cx="7928597" cy="698740"/>
              <a:chOff x="-2428659" y="1414732"/>
              <a:chExt cx="7928597" cy="698740"/>
            </a:xfrm>
          </p:grpSpPr>
          <p:sp>
            <p:nvSpPr>
              <p:cNvPr id="277" name="모서리가 둥근 직사각형 116">
                <a:extLst>
                  <a:ext uri="{FF2B5EF4-FFF2-40B4-BE49-F238E27FC236}">
                    <a16:creationId xmlns:a16="http://schemas.microsoft.com/office/drawing/2014/main" id="{F9C54908-AE63-42F7-8187-0E0BA7C64854}"/>
                  </a:ext>
                </a:extLst>
              </p:cNvPr>
              <p:cNvSpPr/>
              <p:nvPr/>
            </p:nvSpPr>
            <p:spPr bwMode="auto">
              <a:xfrm>
                <a:off x="-2428659" y="1414732"/>
                <a:ext cx="7928597" cy="698740"/>
              </a:xfrm>
              <a:prstGeom prst="roundRect">
                <a:avLst>
                  <a:gd name="adj" fmla="val 5718"/>
                </a:avLst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  <a:miter lim="800000"/>
                <a:headEnd/>
                <a:tailEnd/>
              </a:ln>
              <a:effectLst>
                <a:outerShdw blurRad="50800" dist="254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wrap="square" lIns="144000" tIns="144000" rIns="144000" bIns="144000" rtlCol="0" anchor="t">
                <a:noAutofit/>
              </a:bodyPr>
              <a:lstStyle/>
              <a:p>
                <a:pPr algn="ctr"/>
                <a:endParaRPr lang="en-US" altLang="ko-KR" sz="800" dirty="0">
                  <a:latin typeface="+mn-ea"/>
                  <a:ea typeface="+mn-ea"/>
                </a:endParaRPr>
              </a:p>
            </p:txBody>
          </p:sp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C1820054-6C47-0D47-0D3E-32E5B7694104}"/>
                  </a:ext>
                </a:extLst>
              </p:cNvPr>
              <p:cNvSpPr txBox="1"/>
              <p:nvPr/>
            </p:nvSpPr>
            <p:spPr>
              <a:xfrm>
                <a:off x="-2021848" y="1486744"/>
                <a:ext cx="39487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0">
                  <a:spcAft>
                    <a:spcPts val="600"/>
                  </a:spcAft>
                </a:pPr>
                <a:r>
                  <a:rPr lang="ko-KR" altLang="en-US" sz="1200" b="1" spc="-1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혼잡</a:t>
                </a:r>
                <a:endParaRPr lang="en-US" altLang="ko-KR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C8990017-5C61-0B33-C9B2-8D3AC188714D}"/>
                  </a:ext>
                </a:extLst>
              </p:cNvPr>
              <p:cNvGrpSpPr/>
              <p:nvPr/>
            </p:nvGrpSpPr>
            <p:grpSpPr>
              <a:xfrm>
                <a:off x="-2314648" y="1469245"/>
                <a:ext cx="206838" cy="206838"/>
                <a:chOff x="413206" y="2774938"/>
                <a:chExt cx="206838" cy="206838"/>
              </a:xfrm>
            </p:grpSpPr>
            <p:sp>
              <p:nvSpPr>
                <p:cNvPr id="282" name="포인트가 12개인 별 127">
                  <a:extLst>
                    <a:ext uri="{FF2B5EF4-FFF2-40B4-BE49-F238E27FC236}">
                      <a16:creationId xmlns:a16="http://schemas.microsoft.com/office/drawing/2014/main" id="{931F6148-86A5-F988-2EEA-CEEFEFA382B6}"/>
                    </a:ext>
                  </a:extLst>
                </p:cNvPr>
                <p:cNvSpPr/>
                <p:nvPr/>
              </p:nvSpPr>
              <p:spPr bwMode="auto">
                <a:xfrm>
                  <a:off x="413206" y="2774938"/>
                  <a:ext cx="206838" cy="206838"/>
                </a:xfrm>
                <a:prstGeom prst="star12">
                  <a:avLst/>
                </a:prstGeom>
                <a:solidFill>
                  <a:srgbClr val="FF6600"/>
                </a:solidFill>
                <a:ln w="6350">
                  <a:solidFill>
                    <a:srgbClr val="FF6600"/>
                  </a:solidFill>
                  <a:miter lim="800000"/>
                  <a:headEnd/>
                  <a:tailEnd/>
                </a:ln>
              </p:spPr>
              <p:txBody>
                <a:bodyPr wrap="square" lIns="36000" tIns="36000" rIns="36000" bIns="36000" rtlCol="0" anchor="ctr">
                  <a:noAutofit/>
                </a:bodyPr>
                <a:lstStyle/>
                <a:p>
                  <a:pPr algn="ctr"/>
                  <a:endParaRPr lang="ko-KR" altLang="en-US" sz="80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283" name="Exclamation Mark">
                  <a:extLst>
                    <a:ext uri="{FF2B5EF4-FFF2-40B4-BE49-F238E27FC236}">
                      <a16:creationId xmlns:a16="http://schemas.microsoft.com/office/drawing/2014/main" id="{DC744CA0-3374-0194-3CD6-A2072F694B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9742" y="2824357"/>
                  <a:ext cx="13767" cy="108000"/>
                </a:xfrm>
                <a:custGeom>
                  <a:avLst/>
                  <a:gdLst>
                    <a:gd name="T0" fmla="*/ 13 w 80"/>
                    <a:gd name="T1" fmla="*/ 0 h 667"/>
                    <a:gd name="T2" fmla="*/ 0 w 80"/>
                    <a:gd name="T3" fmla="*/ 13 h 667"/>
                    <a:gd name="T4" fmla="*/ 0 w 80"/>
                    <a:gd name="T5" fmla="*/ 520 h 667"/>
                    <a:gd name="T6" fmla="*/ 13 w 80"/>
                    <a:gd name="T7" fmla="*/ 533 h 667"/>
                    <a:gd name="T8" fmla="*/ 66 w 80"/>
                    <a:gd name="T9" fmla="*/ 533 h 667"/>
                    <a:gd name="T10" fmla="*/ 80 w 80"/>
                    <a:gd name="T11" fmla="*/ 520 h 667"/>
                    <a:gd name="T12" fmla="*/ 80 w 80"/>
                    <a:gd name="T13" fmla="*/ 13 h 667"/>
                    <a:gd name="T14" fmla="*/ 66 w 80"/>
                    <a:gd name="T15" fmla="*/ 0 h 667"/>
                    <a:gd name="T16" fmla="*/ 13 w 80"/>
                    <a:gd name="T17" fmla="*/ 0 h 667"/>
                    <a:gd name="T18" fmla="*/ 26 w 80"/>
                    <a:gd name="T19" fmla="*/ 27 h 667"/>
                    <a:gd name="T20" fmla="*/ 53 w 80"/>
                    <a:gd name="T21" fmla="*/ 27 h 667"/>
                    <a:gd name="T22" fmla="*/ 53 w 80"/>
                    <a:gd name="T23" fmla="*/ 507 h 667"/>
                    <a:gd name="T24" fmla="*/ 26 w 80"/>
                    <a:gd name="T25" fmla="*/ 507 h 667"/>
                    <a:gd name="T26" fmla="*/ 26 w 80"/>
                    <a:gd name="T27" fmla="*/ 27 h 667"/>
                    <a:gd name="T28" fmla="*/ 13 w 80"/>
                    <a:gd name="T29" fmla="*/ 587 h 667"/>
                    <a:gd name="T30" fmla="*/ 0 w 80"/>
                    <a:gd name="T31" fmla="*/ 600 h 667"/>
                    <a:gd name="T32" fmla="*/ 0 w 80"/>
                    <a:gd name="T33" fmla="*/ 653 h 667"/>
                    <a:gd name="T34" fmla="*/ 13 w 80"/>
                    <a:gd name="T35" fmla="*/ 667 h 667"/>
                    <a:gd name="T36" fmla="*/ 66 w 80"/>
                    <a:gd name="T37" fmla="*/ 667 h 667"/>
                    <a:gd name="T38" fmla="*/ 80 w 80"/>
                    <a:gd name="T39" fmla="*/ 653 h 667"/>
                    <a:gd name="T40" fmla="*/ 80 w 80"/>
                    <a:gd name="T41" fmla="*/ 600 h 667"/>
                    <a:gd name="T42" fmla="*/ 66 w 80"/>
                    <a:gd name="T43" fmla="*/ 587 h 667"/>
                    <a:gd name="T44" fmla="*/ 13 w 80"/>
                    <a:gd name="T45" fmla="*/ 587 h 667"/>
                    <a:gd name="T46" fmla="*/ 26 w 80"/>
                    <a:gd name="T47" fmla="*/ 613 h 667"/>
                    <a:gd name="T48" fmla="*/ 53 w 80"/>
                    <a:gd name="T49" fmla="*/ 613 h 667"/>
                    <a:gd name="T50" fmla="*/ 53 w 80"/>
                    <a:gd name="T51" fmla="*/ 640 h 667"/>
                    <a:gd name="T52" fmla="*/ 26 w 80"/>
                    <a:gd name="T53" fmla="*/ 640 h 667"/>
                    <a:gd name="T54" fmla="*/ 26 w 80"/>
                    <a:gd name="T55" fmla="*/ 613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80" h="667">
                      <a:moveTo>
                        <a:pt x="13" y="0"/>
                      </a:moveTo>
                      <a:cubicBezTo>
                        <a:pt x="6" y="0"/>
                        <a:pt x="0" y="6"/>
                        <a:pt x="0" y="13"/>
                      </a:cubicBezTo>
                      <a:lnTo>
                        <a:pt x="0" y="520"/>
                      </a:lnTo>
                      <a:cubicBezTo>
                        <a:pt x="0" y="527"/>
                        <a:pt x="6" y="533"/>
                        <a:pt x="13" y="533"/>
                      </a:cubicBezTo>
                      <a:lnTo>
                        <a:pt x="66" y="533"/>
                      </a:lnTo>
                      <a:cubicBezTo>
                        <a:pt x="74" y="533"/>
                        <a:pt x="80" y="527"/>
                        <a:pt x="80" y="520"/>
                      </a:cubicBezTo>
                      <a:lnTo>
                        <a:pt x="80" y="13"/>
                      </a:lnTo>
                      <a:cubicBezTo>
                        <a:pt x="80" y="6"/>
                        <a:pt x="74" y="0"/>
                        <a:pt x="66" y="0"/>
                      </a:cubicBezTo>
                      <a:lnTo>
                        <a:pt x="13" y="0"/>
                      </a:lnTo>
                      <a:close/>
                      <a:moveTo>
                        <a:pt x="26" y="27"/>
                      </a:moveTo>
                      <a:lnTo>
                        <a:pt x="53" y="27"/>
                      </a:lnTo>
                      <a:lnTo>
                        <a:pt x="53" y="507"/>
                      </a:lnTo>
                      <a:lnTo>
                        <a:pt x="26" y="507"/>
                      </a:lnTo>
                      <a:lnTo>
                        <a:pt x="26" y="27"/>
                      </a:lnTo>
                      <a:close/>
                      <a:moveTo>
                        <a:pt x="13" y="587"/>
                      </a:moveTo>
                      <a:cubicBezTo>
                        <a:pt x="6" y="587"/>
                        <a:pt x="0" y="593"/>
                        <a:pt x="0" y="600"/>
                      </a:cubicBezTo>
                      <a:lnTo>
                        <a:pt x="0" y="653"/>
                      </a:lnTo>
                      <a:cubicBezTo>
                        <a:pt x="0" y="661"/>
                        <a:pt x="6" y="667"/>
                        <a:pt x="13" y="667"/>
                      </a:cubicBezTo>
                      <a:lnTo>
                        <a:pt x="66" y="667"/>
                      </a:lnTo>
                      <a:cubicBezTo>
                        <a:pt x="74" y="667"/>
                        <a:pt x="80" y="661"/>
                        <a:pt x="80" y="653"/>
                      </a:cubicBezTo>
                      <a:lnTo>
                        <a:pt x="80" y="600"/>
                      </a:lnTo>
                      <a:cubicBezTo>
                        <a:pt x="80" y="593"/>
                        <a:pt x="74" y="587"/>
                        <a:pt x="66" y="587"/>
                      </a:cubicBezTo>
                      <a:lnTo>
                        <a:pt x="13" y="587"/>
                      </a:lnTo>
                      <a:close/>
                      <a:moveTo>
                        <a:pt x="26" y="613"/>
                      </a:moveTo>
                      <a:lnTo>
                        <a:pt x="53" y="613"/>
                      </a:lnTo>
                      <a:lnTo>
                        <a:pt x="53" y="640"/>
                      </a:lnTo>
                      <a:lnTo>
                        <a:pt x="26" y="640"/>
                      </a:lnTo>
                      <a:lnTo>
                        <a:pt x="26" y="61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74295" tIns="37148" rIns="74295" bIns="37148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731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C1D62604-770A-C27B-49E4-6338F78A0373}"/>
                  </a:ext>
                </a:extLst>
              </p:cNvPr>
              <p:cNvSpPr txBox="1"/>
              <p:nvPr/>
            </p:nvSpPr>
            <p:spPr>
              <a:xfrm>
                <a:off x="-2292732" y="1746827"/>
                <a:ext cx="204374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0">
                  <a:spcAft>
                    <a:spcPts val="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체크인카운터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M11 (3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 부스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OPEN)</a:t>
                </a:r>
                <a:endParaRPr lang="ko-KR" altLang="en-US" sz="80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1" name="TextBox 280">
                <a:extLst>
                  <a:ext uri="{FF2B5EF4-FFF2-40B4-BE49-F238E27FC236}">
                    <a16:creationId xmlns:a16="http://schemas.microsoft.com/office/drawing/2014/main" id="{CFF28838-4975-90E1-F7CC-8B762EE5D2B4}"/>
                  </a:ext>
                </a:extLst>
              </p:cNvPr>
              <p:cNvSpPr txBox="1"/>
              <p:nvPr/>
            </p:nvSpPr>
            <p:spPr>
              <a:xfrm>
                <a:off x="-2292732" y="1919355"/>
                <a:ext cx="204374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0">
                  <a:spcAft>
                    <a:spcPts val="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체크인카운터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L10 (2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 부스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OPEN)</a:t>
                </a:r>
                <a:endParaRPr lang="ko-KR" altLang="en-US" sz="800" dirty="0">
                  <a:solidFill>
                    <a:srgbClr val="0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A010C8A0-D59C-C3E4-14DF-C103A45DBDDA}"/>
                </a:ext>
              </a:extLst>
            </p:cNvPr>
            <p:cNvSpPr txBox="1"/>
            <p:nvPr/>
          </p:nvSpPr>
          <p:spPr>
            <a:xfrm>
              <a:off x="-369041" y="1746827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K09 (4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DE2996D4-2EB9-6467-8223-19A4D0853622}"/>
                </a:ext>
              </a:extLst>
            </p:cNvPr>
            <p:cNvSpPr txBox="1"/>
            <p:nvPr/>
          </p:nvSpPr>
          <p:spPr>
            <a:xfrm>
              <a:off x="-369041" y="1919355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C10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7DC58430-8C58-73D2-C87C-F589510173AA}"/>
                </a:ext>
              </a:extLst>
            </p:cNvPr>
            <p:cNvSpPr txBox="1"/>
            <p:nvPr/>
          </p:nvSpPr>
          <p:spPr>
            <a:xfrm>
              <a:off x="1597782" y="1746827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DG02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0A97273B-9C59-925F-CE65-F94F00D2C737}"/>
                </a:ext>
              </a:extLst>
            </p:cNvPr>
            <p:cNvSpPr txBox="1"/>
            <p:nvPr/>
          </p:nvSpPr>
          <p:spPr>
            <a:xfrm>
              <a:off x="3400703" y="1746827"/>
              <a:ext cx="20437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보안검색대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SG14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7AB172C8-21D9-AE38-3750-5CD028964DF1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8272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Rectangle 7">
            <a:extLst>
              <a:ext uri="{FF2B5EF4-FFF2-40B4-BE49-F238E27FC236}">
                <a16:creationId xmlns:a16="http://schemas.microsoft.com/office/drawing/2014/main" id="{8FAC607D-5375-1133-7CDE-5202F9301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4584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5" name="AutoShape 89">
            <a:extLst>
              <a:ext uri="{FF2B5EF4-FFF2-40B4-BE49-F238E27FC236}">
                <a16:creationId xmlns:a16="http://schemas.microsoft.com/office/drawing/2014/main" id="{50807831-51FF-FFF0-8F08-9ACDBE562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F03D73B2-A1CA-19C5-DE94-65BC9077F23D}"/>
              </a:ext>
            </a:extLst>
          </p:cNvPr>
          <p:cNvGrpSpPr/>
          <p:nvPr/>
        </p:nvGrpSpPr>
        <p:grpSpPr>
          <a:xfrm>
            <a:off x="8568460" y="514609"/>
            <a:ext cx="773884" cy="268517"/>
            <a:chOff x="5000287" y="2533231"/>
            <a:chExt cx="773884" cy="268517"/>
          </a:xfrm>
        </p:grpSpPr>
        <p:sp>
          <p:nvSpPr>
            <p:cNvPr id="9" name="AutoShape 55">
              <a:extLst>
                <a:ext uri="{FF2B5EF4-FFF2-40B4-BE49-F238E27FC236}">
                  <a16:creationId xmlns:a16="http://schemas.microsoft.com/office/drawing/2014/main" id="{ED154328-3549-9FF3-6B0D-2C1D7EB11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Accept">
              <a:extLst>
                <a:ext uri="{FF2B5EF4-FFF2-40B4-BE49-F238E27FC236}">
                  <a16:creationId xmlns:a16="http://schemas.microsoft.com/office/drawing/2014/main" id="{772B54E0-26C5-6244-36BA-6B11BCA35BB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8952F05D-A2FE-0897-34DE-F33020E6D597}"/>
              </a:ext>
            </a:extLst>
          </p:cNvPr>
          <p:cNvSpPr txBox="1"/>
          <p:nvPr/>
        </p:nvSpPr>
        <p:spPr>
          <a:xfrm>
            <a:off x="7574434" y="992464"/>
            <a:ext cx="1908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E3B9484B-0BC5-98E4-2184-6C3D7AE178E4}"/>
              </a:ext>
            </a:extLst>
          </p:cNvPr>
          <p:cNvSpPr/>
          <p:nvPr/>
        </p:nvSpPr>
        <p:spPr bwMode="auto">
          <a:xfrm>
            <a:off x="2898015" y="609259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AFE195A7-32B7-10A5-CA10-86D21E6E7B47}"/>
              </a:ext>
            </a:extLst>
          </p:cNvPr>
          <p:cNvSpPr/>
          <p:nvPr/>
        </p:nvSpPr>
        <p:spPr bwMode="auto">
          <a:xfrm>
            <a:off x="3850492" y="609259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Rectangle 7">
            <a:extLst>
              <a:ext uri="{FF2B5EF4-FFF2-40B4-BE49-F238E27FC236}">
                <a16:creationId xmlns:a16="http://schemas.microsoft.com/office/drawing/2014/main" id="{7E459F23-6C8F-6CB8-B505-7AD6E1855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64122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Rectangle 7">
            <a:extLst>
              <a:ext uri="{FF2B5EF4-FFF2-40B4-BE49-F238E27FC236}">
                <a16:creationId xmlns:a16="http://schemas.microsoft.com/office/drawing/2014/main" id="{8E0A5C48-D0FD-7510-1EDD-1D424E67C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64122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85122987-127C-6E4A-1B05-5B5B79491785}"/>
              </a:ext>
            </a:extLst>
          </p:cNvPr>
          <p:cNvSpPr/>
          <p:nvPr/>
        </p:nvSpPr>
        <p:spPr bwMode="auto">
          <a:xfrm>
            <a:off x="3850492" y="609259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DE6AF9C6-7AD9-F1FD-ACAB-160BDD1B5014}"/>
              </a:ext>
            </a:extLst>
          </p:cNvPr>
          <p:cNvSpPr/>
          <p:nvPr/>
        </p:nvSpPr>
        <p:spPr bwMode="auto">
          <a:xfrm>
            <a:off x="3856993" y="600860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C888C4D-9CED-6764-1A1B-D8B704D35CD0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0EAFB4D-753B-7FE1-CF5D-2F914A922D6E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11A354-186B-A8C6-2625-AC18CFDA99F2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" name="모서리가 둥근 직사각형 500">
            <a:extLst>
              <a:ext uri="{FF2B5EF4-FFF2-40B4-BE49-F238E27FC236}">
                <a16:creationId xmlns:a16="http://schemas.microsoft.com/office/drawing/2014/main" id="{10BFFFB2-443B-7A39-11AA-20C160107A8A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모서리가 둥근 직사각형 501">
            <a:extLst>
              <a:ext uri="{FF2B5EF4-FFF2-40B4-BE49-F238E27FC236}">
                <a16:creationId xmlns:a16="http://schemas.microsoft.com/office/drawing/2014/main" id="{2ACA9689-76A3-3320-EAF1-199134C3BD3E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CD166A4-FD02-ABEA-1B81-D2B2E02C7F11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" name="사각형 설명선 86">
            <a:extLst>
              <a:ext uri="{FF2B5EF4-FFF2-40B4-BE49-F238E27FC236}">
                <a16:creationId xmlns:a16="http://schemas.microsoft.com/office/drawing/2014/main" id="{32619195-09D1-F255-B23E-41D15F68F77D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7070010-DF85-D398-57ED-803FD5CA211C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94B916A-95AF-22B4-E420-BD16A405883E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9E29D81-AE82-F13B-5254-FD1856FDA012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97E6F70-8D9F-E874-73C1-FCFC6103221D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977BE9A2-2891-814F-B352-169362DC3D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8748200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7CB0DCCD-33EB-7B88-BB10-B8574199150B}"/>
              </a:ext>
            </a:extLst>
          </p:cNvPr>
          <p:cNvSpPr/>
          <p:nvPr/>
        </p:nvSpPr>
        <p:spPr bwMode="auto">
          <a:xfrm>
            <a:off x="708147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022EDA1-BD3F-1A18-8E17-C4977E047DB8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69783D0-C9EA-453A-4138-FFB177E4F322}"/>
              </a:ext>
            </a:extLst>
          </p:cNvPr>
          <p:cNvSpPr/>
          <p:nvPr/>
        </p:nvSpPr>
        <p:spPr bwMode="auto">
          <a:xfrm>
            <a:off x="292927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527AC51-B225-1707-9BDF-6DD5E15F496B}"/>
              </a:ext>
            </a:extLst>
          </p:cNvPr>
          <p:cNvSpPr/>
          <p:nvPr/>
        </p:nvSpPr>
        <p:spPr bwMode="auto">
          <a:xfrm>
            <a:off x="2004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74FC816-DC0E-427B-87D6-9E54D65DD658}"/>
              </a:ext>
            </a:extLst>
          </p:cNvPr>
          <p:cNvSpPr/>
          <p:nvPr/>
        </p:nvSpPr>
        <p:spPr bwMode="auto">
          <a:xfrm>
            <a:off x="398093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3CE05E-C0FE-459B-1D54-38B445FAED4A}"/>
              </a:ext>
            </a:extLst>
          </p:cNvPr>
          <p:cNvSpPr/>
          <p:nvPr/>
        </p:nvSpPr>
        <p:spPr bwMode="auto">
          <a:xfrm>
            <a:off x="608427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974B232-6AF7-E402-CA9F-9BDBE440C073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7A49056-3FF1-B668-751B-03DE27A19662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57AFDD42-132B-6BFD-A5C7-B1178CBD642A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8DFC9290-DCC3-01DA-CB87-567DCD5261F5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1411CA1-87F0-949B-9F4F-B363311164AD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1C4E0B58-6505-C662-47B6-B2E33B2F576C}"/>
              </a:ext>
            </a:extLst>
          </p:cNvPr>
          <p:cNvCxnSpPr>
            <a:cxnSpLocks/>
            <a:stCxn id="56" idx="0"/>
          </p:cNvCxnSpPr>
          <p:nvPr/>
        </p:nvCxnSpPr>
        <p:spPr bwMode="auto">
          <a:xfrm rot="5400000" flipH="1" flipV="1">
            <a:off x="1929298" y="4278445"/>
            <a:ext cx="1844831" cy="1130885"/>
          </a:xfrm>
          <a:prstGeom prst="bentConnector2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606EA97-50FC-2DA2-DAA8-070165E88D0D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FD0AC0B-4353-4A45-6076-B8C338AA465C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A96734A-A5C2-CDA1-CE0A-BB55D54C6DA9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8FA685C-2DEC-F782-0E31-97BEE849012F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28851FED-184B-4BE2-CA0B-186807587A16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BD1C85A-0D0B-E281-4796-F3747D931BAD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1FDDE3-E3C0-31AD-EF68-DABC50752815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9D9EEF30-EB46-C4C4-E88E-B6080C77B8B5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CBC4155-1C65-1FB2-9364-05B4787A9C6B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4BAA566-2898-3B5D-7AF1-EAAD305427D6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E2D0DE8-1201-3D9A-030A-C8044A3E601B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5E746A5-D8D9-7943-3DB7-C77166DA9ABC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BD88673-1340-7FE7-A5BA-BC562649FEFF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BC669CC-CC25-2BD1-DB24-7F494C6AD7E0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C00ACEB5-40A2-DC44-377D-40E99851BCFC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98159A96-738F-ADC2-1751-601FCF82D854}"/>
              </a:ext>
            </a:extLst>
          </p:cNvPr>
          <p:cNvGrpSpPr/>
          <p:nvPr/>
        </p:nvGrpSpPr>
        <p:grpSpPr>
          <a:xfrm>
            <a:off x="3358256" y="2226440"/>
            <a:ext cx="3523210" cy="3357336"/>
            <a:chOff x="10180234" y="1933494"/>
            <a:chExt cx="3523210" cy="3357336"/>
          </a:xfrm>
        </p:grpSpPr>
        <p:sp>
          <p:nvSpPr>
            <p:cNvPr id="333" name="타원 332">
              <a:extLst>
                <a:ext uri="{FF2B5EF4-FFF2-40B4-BE49-F238E27FC236}">
                  <a16:creationId xmlns:a16="http://schemas.microsoft.com/office/drawing/2014/main" id="{7061CC52-80AC-6984-69E7-6373613C5812}"/>
                </a:ext>
              </a:extLst>
            </p:cNvPr>
            <p:cNvSpPr/>
            <p:nvPr/>
          </p:nvSpPr>
          <p:spPr bwMode="auto">
            <a:xfrm>
              <a:off x="11594879" y="4418344"/>
              <a:ext cx="170120" cy="170120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34" name="직사각형 333">
              <a:extLst>
                <a:ext uri="{FF2B5EF4-FFF2-40B4-BE49-F238E27FC236}">
                  <a16:creationId xmlns:a16="http://schemas.microsoft.com/office/drawing/2014/main" id="{BF4CAC02-1843-D0C1-D69C-9A84155DD00B}"/>
                </a:ext>
              </a:extLst>
            </p:cNvPr>
            <p:cNvSpPr/>
            <p:nvPr/>
          </p:nvSpPr>
          <p:spPr bwMode="auto">
            <a:xfrm>
              <a:off x="10180234" y="1933494"/>
              <a:ext cx="3481968" cy="3357336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M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아일랜드 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(T1-3RD-M01-01)</a:t>
              </a: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 혼잡 현황</a:t>
              </a:r>
              <a:endParaRPr kumimoji="0" lang="ko-KR" altLang="en-US" sz="800" b="0" i="0" u="none" strike="noStrike" kern="0" cap="none" spc="-10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5" name="Cancel Icon">
              <a:extLst>
                <a:ext uri="{FF2B5EF4-FFF2-40B4-BE49-F238E27FC236}">
                  <a16:creationId xmlns:a16="http://schemas.microsoft.com/office/drawing/2014/main" id="{3177BDA5-D6C9-B4E4-F395-D04B83D8C6C0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13462653" y="1983101"/>
              <a:ext cx="125383" cy="158732"/>
            </a:xfrm>
            <a:custGeom>
              <a:avLst/>
              <a:gdLst>
                <a:gd name="T0" fmla="*/ 56 w 56"/>
                <a:gd name="T1" fmla="*/ 3 h 56"/>
                <a:gd name="T2" fmla="*/ 31 w 56"/>
                <a:gd name="T3" fmla="*/ 28 h 56"/>
                <a:gd name="T4" fmla="*/ 56 w 56"/>
                <a:gd name="T5" fmla="*/ 52 h 56"/>
                <a:gd name="T6" fmla="*/ 53 w 56"/>
                <a:gd name="T7" fmla="*/ 56 h 56"/>
                <a:gd name="T8" fmla="*/ 28 w 56"/>
                <a:gd name="T9" fmla="*/ 31 h 56"/>
                <a:gd name="T10" fmla="*/ 3 w 56"/>
                <a:gd name="T11" fmla="*/ 56 h 56"/>
                <a:gd name="T12" fmla="*/ 0 w 56"/>
                <a:gd name="T13" fmla="*/ 52 h 56"/>
                <a:gd name="T14" fmla="*/ 25 w 56"/>
                <a:gd name="T15" fmla="*/ 28 h 56"/>
                <a:gd name="T16" fmla="*/ 0 w 56"/>
                <a:gd name="T17" fmla="*/ 3 h 56"/>
                <a:gd name="T18" fmla="*/ 3 w 56"/>
                <a:gd name="T19" fmla="*/ 0 h 56"/>
                <a:gd name="T20" fmla="*/ 28 w 56"/>
                <a:gd name="T21" fmla="*/ 25 h 56"/>
                <a:gd name="T22" fmla="*/ 53 w 56"/>
                <a:gd name="T23" fmla="*/ 0 h 56"/>
                <a:gd name="T24" fmla="*/ 56 w 56"/>
                <a:gd name="T25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6">
                  <a:moveTo>
                    <a:pt x="56" y="3"/>
                  </a:moveTo>
                  <a:lnTo>
                    <a:pt x="31" y="28"/>
                  </a:lnTo>
                  <a:lnTo>
                    <a:pt x="56" y="52"/>
                  </a:lnTo>
                  <a:lnTo>
                    <a:pt x="53" y="56"/>
                  </a:lnTo>
                  <a:lnTo>
                    <a:pt x="28" y="31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25" y="28"/>
                  </a:lnTo>
                  <a:lnTo>
                    <a:pt x="0" y="3"/>
                  </a:lnTo>
                  <a:lnTo>
                    <a:pt x="3" y="0"/>
                  </a:lnTo>
                  <a:lnTo>
                    <a:pt x="28" y="25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D3E33471-76AB-43F8-5280-BA378096FFDF}"/>
                </a:ext>
              </a:extLst>
            </p:cNvPr>
            <p:cNvSpPr txBox="1"/>
            <p:nvPr/>
          </p:nvSpPr>
          <p:spPr>
            <a:xfrm>
              <a:off x="10846505" y="4527525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7" name="직사각형 336">
              <a:extLst>
                <a:ext uri="{FF2B5EF4-FFF2-40B4-BE49-F238E27FC236}">
                  <a16:creationId xmlns:a16="http://schemas.microsoft.com/office/drawing/2014/main" id="{4920B18D-0397-DCFD-1C32-A52118AE563E}"/>
                </a:ext>
              </a:extLst>
            </p:cNvPr>
            <p:cNvSpPr/>
            <p:nvPr/>
          </p:nvSpPr>
          <p:spPr bwMode="auto">
            <a:xfrm>
              <a:off x="10467700" y="2391241"/>
              <a:ext cx="772142" cy="770177"/>
            </a:xfrm>
            <a:prstGeom prst="rect">
              <a:avLst/>
            </a:prstGeom>
            <a:solidFill>
              <a:srgbClr val="EAEAEA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A6EE91D7-43D1-5986-EDEF-373A115AB6EF}"/>
                </a:ext>
              </a:extLst>
            </p:cNvPr>
            <p:cNvSpPr txBox="1"/>
            <p:nvPr/>
          </p:nvSpPr>
          <p:spPr>
            <a:xfrm>
              <a:off x="10289603" y="3160056"/>
              <a:ext cx="113270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처리율 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90%)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7A9554F9-8A0C-17B9-320C-AE017ECF462D}"/>
                </a:ext>
              </a:extLst>
            </p:cNvPr>
            <p:cNvSpPr txBox="1"/>
            <p:nvPr/>
          </p:nvSpPr>
          <p:spPr>
            <a:xfrm>
              <a:off x="11453964" y="3160056"/>
              <a:ext cx="110723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셀프체크인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/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처리율 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: 100%)</a:t>
              </a:r>
            </a:p>
          </p:txBody>
        </p:sp>
        <p:pic>
          <p:nvPicPr>
            <p:cNvPr id="340" name="그림 339">
              <a:extLst>
                <a:ext uri="{FF2B5EF4-FFF2-40B4-BE49-F238E27FC236}">
                  <a16:creationId xmlns:a16="http://schemas.microsoft.com/office/drawing/2014/main" id="{C2BD4C35-5A2C-6A18-D41A-8501844CCAE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487421" y="2412714"/>
              <a:ext cx="731118" cy="738216"/>
            </a:xfrm>
            <a:prstGeom prst="rect">
              <a:avLst/>
            </a:prstGeom>
          </p:spPr>
        </p:pic>
        <p:sp>
          <p:nvSpPr>
            <p:cNvPr id="341" name="직사각형 340">
              <a:extLst>
                <a:ext uri="{FF2B5EF4-FFF2-40B4-BE49-F238E27FC236}">
                  <a16:creationId xmlns:a16="http://schemas.microsoft.com/office/drawing/2014/main" id="{46A7DE5C-0C6F-51B7-DFAD-9CC177256D61}"/>
                </a:ext>
              </a:extLst>
            </p:cNvPr>
            <p:cNvSpPr/>
            <p:nvPr/>
          </p:nvSpPr>
          <p:spPr bwMode="auto">
            <a:xfrm>
              <a:off x="11589075" y="2391241"/>
              <a:ext cx="772142" cy="770177"/>
            </a:xfrm>
            <a:prstGeom prst="rect">
              <a:avLst/>
            </a:prstGeom>
            <a:solidFill>
              <a:srgbClr val="EAEAEA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pic>
          <p:nvPicPr>
            <p:cNvPr id="342" name="그림 341">
              <a:extLst>
                <a:ext uri="{FF2B5EF4-FFF2-40B4-BE49-F238E27FC236}">
                  <a16:creationId xmlns:a16="http://schemas.microsoft.com/office/drawing/2014/main" id="{0194893E-A23B-9D52-1D29-96473499716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1612574" y="2409828"/>
              <a:ext cx="744280" cy="751591"/>
            </a:xfrm>
            <a:prstGeom prst="rect">
              <a:avLst/>
            </a:prstGeom>
          </p:spPr>
        </p:pic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369BCB74-90D9-7DC7-2951-7B0A7E3124DD}"/>
                </a:ext>
              </a:extLst>
            </p:cNvPr>
            <p:cNvSpPr txBox="1"/>
            <p:nvPr/>
          </p:nvSpPr>
          <p:spPr>
            <a:xfrm>
              <a:off x="11612770" y="4527525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6917B5A0-894F-4551-2B65-A8B04CF08982}"/>
                </a:ext>
              </a:extLst>
            </p:cNvPr>
            <p:cNvSpPr txBox="1"/>
            <p:nvPr/>
          </p:nvSpPr>
          <p:spPr>
            <a:xfrm>
              <a:off x="12341310" y="4527525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6035B773-1D11-E6E9-6BC2-6EFCCC3929C2}"/>
                </a:ext>
              </a:extLst>
            </p:cNvPr>
            <p:cNvSpPr txBox="1"/>
            <p:nvPr/>
          </p:nvSpPr>
          <p:spPr>
            <a:xfrm>
              <a:off x="12942818" y="4527525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6" name="AutoShape 55">
              <a:extLst>
                <a:ext uri="{FF2B5EF4-FFF2-40B4-BE49-F238E27FC236}">
                  <a16:creationId xmlns:a16="http://schemas.microsoft.com/office/drawing/2014/main" id="{1D035D4F-C95B-C1B2-7B32-3802C21EE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9596" y="4044161"/>
              <a:ext cx="284400" cy="283906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7" name="Multipe Users">
              <a:extLst>
                <a:ext uri="{FF2B5EF4-FFF2-40B4-BE49-F238E27FC236}">
                  <a16:creationId xmlns:a16="http://schemas.microsoft.com/office/drawing/2014/main" id="{4C78581C-21A1-4746-6FDC-04F6A4B856E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95369" y="4130006"/>
              <a:ext cx="132854" cy="112217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65AEED16-9922-24E9-6B11-4D5CF90F7495}"/>
                </a:ext>
              </a:extLst>
            </p:cNvPr>
            <p:cNvSpPr txBox="1"/>
            <p:nvPr/>
          </p:nvSpPr>
          <p:spPr>
            <a:xfrm>
              <a:off x="10900610" y="4305679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1DDB348-148D-1579-B9A3-95C605548E4E}"/>
                </a:ext>
              </a:extLst>
            </p:cNvPr>
            <p:cNvSpPr txBox="1"/>
            <p:nvPr/>
          </p:nvSpPr>
          <p:spPr>
            <a:xfrm>
              <a:off x="11644813" y="4305679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777B0F54-FD3F-4154-1AA7-07E6B8D219B2}"/>
                </a:ext>
              </a:extLst>
            </p:cNvPr>
            <p:cNvSpPr txBox="1"/>
            <p:nvPr/>
          </p:nvSpPr>
          <p:spPr>
            <a:xfrm>
              <a:off x="12355776" y="4323097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896C0CE9-88A3-56A4-5B2E-BA80FE2B767C}"/>
                </a:ext>
              </a:extLst>
            </p:cNvPr>
            <p:cNvSpPr txBox="1"/>
            <p:nvPr/>
          </p:nvSpPr>
          <p:spPr>
            <a:xfrm>
              <a:off x="12974084" y="4323097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2" name="AutoShape 55">
              <a:extLst>
                <a:ext uri="{FF2B5EF4-FFF2-40B4-BE49-F238E27FC236}">
                  <a16:creationId xmlns:a16="http://schemas.microsoft.com/office/drawing/2014/main" id="{7B3CAC9A-8643-3E07-088F-C655ED6E7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4922" y="4028370"/>
              <a:ext cx="284400" cy="283906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3" name="Multipe Users">
              <a:extLst>
                <a:ext uri="{FF2B5EF4-FFF2-40B4-BE49-F238E27FC236}">
                  <a16:creationId xmlns:a16="http://schemas.microsoft.com/office/drawing/2014/main" id="{9AE36B0C-C9A9-868F-B85C-37798B4EF5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550695" y="4114215"/>
              <a:ext cx="132854" cy="112217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4" name="Timezone">
              <a:extLst>
                <a:ext uri="{FF2B5EF4-FFF2-40B4-BE49-F238E27FC236}">
                  <a16:creationId xmlns:a16="http://schemas.microsoft.com/office/drawing/2014/main" id="{A9F3E73C-64EF-37FB-F73A-02851EB5AE6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1829957" y="4088220"/>
              <a:ext cx="169743" cy="169743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5" name="타원 354">
              <a:extLst>
                <a:ext uri="{FF2B5EF4-FFF2-40B4-BE49-F238E27FC236}">
                  <a16:creationId xmlns:a16="http://schemas.microsoft.com/office/drawing/2014/main" id="{D0A35159-5396-448C-95E3-374E4568DA53}"/>
                </a:ext>
              </a:extLst>
            </p:cNvPr>
            <p:cNvSpPr/>
            <p:nvPr/>
          </p:nvSpPr>
          <p:spPr bwMode="auto">
            <a:xfrm>
              <a:off x="11749497" y="4025545"/>
              <a:ext cx="313510" cy="313510"/>
            </a:xfrm>
            <a:prstGeom prst="ellipse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56" name="Timezone">
              <a:extLst>
                <a:ext uri="{FF2B5EF4-FFF2-40B4-BE49-F238E27FC236}">
                  <a16:creationId xmlns:a16="http://schemas.microsoft.com/office/drawing/2014/main" id="{CDFB38C0-0A1D-BFCB-99FA-474C064520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3150520" y="4088220"/>
              <a:ext cx="169743" cy="169743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타원 356">
              <a:extLst>
                <a:ext uri="{FF2B5EF4-FFF2-40B4-BE49-F238E27FC236}">
                  <a16:creationId xmlns:a16="http://schemas.microsoft.com/office/drawing/2014/main" id="{38804A51-D619-348D-C9FF-FCF132E6BED8}"/>
                </a:ext>
              </a:extLst>
            </p:cNvPr>
            <p:cNvSpPr/>
            <p:nvPr/>
          </p:nvSpPr>
          <p:spPr bwMode="auto">
            <a:xfrm>
              <a:off x="13070060" y="4025545"/>
              <a:ext cx="313510" cy="313510"/>
            </a:xfrm>
            <a:prstGeom prst="ellipse">
              <a:avLst/>
            </a:prstGeom>
            <a:noFill/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58" name="AutoShape 55">
              <a:extLst>
                <a:ext uri="{FF2B5EF4-FFF2-40B4-BE49-F238E27FC236}">
                  <a16:creationId xmlns:a16="http://schemas.microsoft.com/office/drawing/2014/main" id="{1D5F2210-D69D-8571-3315-8726AA4D1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9266" y="4263746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9BD6A903-7D7B-E0B5-6CBC-E1051BC1D349}"/>
                </a:ext>
              </a:extLst>
            </p:cNvPr>
            <p:cNvGrpSpPr/>
            <p:nvPr/>
          </p:nvGrpSpPr>
          <p:grpSpPr>
            <a:xfrm>
              <a:off x="11555103" y="4868325"/>
              <a:ext cx="773884" cy="268517"/>
              <a:chOff x="5689331" y="2533231"/>
              <a:chExt cx="773884" cy="268517"/>
            </a:xfrm>
          </p:grpSpPr>
          <p:sp>
            <p:nvSpPr>
              <p:cNvPr id="360" name="AutoShape 55">
                <a:extLst>
                  <a:ext uri="{FF2B5EF4-FFF2-40B4-BE49-F238E27FC236}">
                    <a16:creationId xmlns:a16="http://schemas.microsoft.com/office/drawing/2014/main" id="{66C787B1-506F-35E7-0985-385ED91D2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89331" y="2533231"/>
                <a:ext cx="773884" cy="268517"/>
              </a:xfrm>
              <a:prstGeom prst="rect">
                <a:avLst/>
              </a:prstGeom>
              <a:solidFill>
                <a:srgbClr val="0070C0"/>
              </a:solidFill>
              <a:ln w="3175">
                <a:solidFill>
                  <a:sysClr val="window" lastClr="FFFFFF">
                    <a:lumMod val="75000"/>
                  </a:sysClr>
                </a:solidFill>
                <a:round/>
                <a:headEnd/>
                <a:tailEnd/>
              </a:ln>
            </p:spPr>
            <p:txBody>
              <a:bodyPr wrap="none" lIns="252000" tIns="72000" rIns="108000" bIns="72000" anchor="ctr">
                <a:spAutoFit/>
              </a:bodyPr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상세보기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1" name="Add">
                <a:extLst>
                  <a:ext uri="{FF2B5EF4-FFF2-40B4-BE49-F238E27FC236}">
                    <a16:creationId xmlns:a16="http://schemas.microsoft.com/office/drawing/2014/main" id="{C7749D13-999A-56B1-DAC0-59286BB69F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9975" y="2630613"/>
                <a:ext cx="85130" cy="8513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31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712633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234EFB-FD69-3D69-11A3-85581831CE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34B05FB7-6DE5-D1A9-1D12-A0310AAFC676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746D8EAD-E1AF-B733-EE57-4677F5EC6B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1157420"/>
              </p:ext>
            </p:extLst>
          </p:nvPr>
        </p:nvGraphicFramePr>
        <p:xfrm>
          <a:off x="170952" y="93735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8947157-9C53-5680-782A-46B3DEA04A16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체크인카운터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0B959273-1CA6-F264-5A2C-5E92653BEC77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2967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10" name="그룹 9">
            <a:extLst>
              <a:ext uri="{FF2B5EF4-FFF2-40B4-BE49-F238E27FC236}">
                <a16:creationId xmlns:a16="http://schemas.microsoft.com/office/drawing/2014/main" id="{F114B5FE-2DFF-A982-4278-ABE3D8CC23DF}"/>
              </a:ext>
            </a:extLst>
          </p:cNvPr>
          <p:cNvGrpSpPr/>
          <p:nvPr/>
        </p:nvGrpSpPr>
        <p:grpSpPr>
          <a:xfrm>
            <a:off x="8674450" y="968983"/>
            <a:ext cx="701739" cy="268517"/>
            <a:chOff x="-2021847" y="4521064"/>
            <a:chExt cx="718741" cy="268517"/>
          </a:xfrm>
        </p:grpSpPr>
        <p:sp>
          <p:nvSpPr>
            <p:cNvPr id="11" name="AutoShape 55">
              <a:extLst>
                <a:ext uri="{FF2B5EF4-FFF2-40B4-BE49-F238E27FC236}">
                  <a16:creationId xmlns:a16="http://schemas.microsoft.com/office/drawing/2014/main" id="{4BDD8B03-A52B-74E7-9451-545060E50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BC6D119-7B2C-D268-23A2-5EB5CDC79044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A4F634C-7D6D-E72D-1BA9-726E5FE298E2}"/>
              </a:ext>
            </a:extLst>
          </p:cNvPr>
          <p:cNvGrpSpPr/>
          <p:nvPr/>
        </p:nvGrpSpPr>
        <p:grpSpPr>
          <a:xfrm>
            <a:off x="8101722" y="968983"/>
            <a:ext cx="673187" cy="268517"/>
            <a:chOff x="-2027515" y="4521064"/>
            <a:chExt cx="689497" cy="268517"/>
          </a:xfrm>
        </p:grpSpPr>
        <p:sp>
          <p:nvSpPr>
            <p:cNvPr id="16" name="AutoShape 55">
              <a:extLst>
                <a:ext uri="{FF2B5EF4-FFF2-40B4-BE49-F238E27FC236}">
                  <a16:creationId xmlns:a16="http://schemas.microsoft.com/office/drawing/2014/main" id="{C8BF4918-A389-3E85-D26D-7B01C5E7D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F0D5F53-57AF-8F76-254A-BA1B8D23ED0A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A16CDE71-475E-7A29-DC73-28DF82A1D7F8}"/>
              </a:ext>
            </a:extLst>
          </p:cNvPr>
          <p:cNvGrpSpPr/>
          <p:nvPr/>
        </p:nvGrpSpPr>
        <p:grpSpPr>
          <a:xfrm>
            <a:off x="9190499" y="968983"/>
            <a:ext cx="673187" cy="268517"/>
            <a:chOff x="-2081987" y="4521064"/>
            <a:chExt cx="689497" cy="268517"/>
          </a:xfrm>
        </p:grpSpPr>
        <p:sp>
          <p:nvSpPr>
            <p:cNvPr id="22" name="AutoShape 55">
              <a:extLst>
                <a:ext uri="{FF2B5EF4-FFF2-40B4-BE49-F238E27FC236}">
                  <a16:creationId xmlns:a16="http://schemas.microsoft.com/office/drawing/2014/main" id="{85E50983-9BA9-B4BD-9430-FEB5FFAE4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89E82AA-DCE3-E349-0D55-3670ED3F7DFA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21B89E7A-EE6F-9A3B-BA5C-2F3A9CE05429}"/>
              </a:ext>
            </a:extLst>
          </p:cNvPr>
          <p:cNvGrpSpPr/>
          <p:nvPr/>
        </p:nvGrpSpPr>
        <p:grpSpPr>
          <a:xfrm>
            <a:off x="179543" y="1392597"/>
            <a:ext cx="9410988" cy="352819"/>
            <a:chOff x="179543" y="1388579"/>
            <a:chExt cx="9410988" cy="352819"/>
          </a:xfrm>
        </p:grpSpPr>
        <p:sp>
          <p:nvSpPr>
            <p:cNvPr id="90" name="모서리가 둥근 직사각형 116">
              <a:extLst>
                <a:ext uri="{FF2B5EF4-FFF2-40B4-BE49-F238E27FC236}">
                  <a16:creationId xmlns:a16="http://schemas.microsoft.com/office/drawing/2014/main" id="{F87F539B-1782-1538-AD2E-279A384B47AD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C5C873DE-78D8-DD9C-31C9-9F3F9BFF954F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FB98154F-0F25-F731-D852-FB96D0502E13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94" name="포인트가 12개인 별 127">
                <a:extLst>
                  <a:ext uri="{FF2B5EF4-FFF2-40B4-BE49-F238E27FC236}">
                    <a16:creationId xmlns:a16="http://schemas.microsoft.com/office/drawing/2014/main" id="{8E1D6AC8-C7FD-FF0D-E3AE-18FBA0183D8F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95" name="Exclamation Mark">
                <a:extLst>
                  <a:ext uri="{FF2B5EF4-FFF2-40B4-BE49-F238E27FC236}">
                    <a16:creationId xmlns:a16="http://schemas.microsoft.com/office/drawing/2014/main" id="{3C5D7510-B77E-987D-E1A9-50E5390853E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C5B2DAE4-A13E-BBB6-12AB-FCC3BECF9421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0F169482-912D-4EC8-14F7-1B39CF3A54A8}"/>
              </a:ext>
            </a:extLst>
          </p:cNvPr>
          <p:cNvGrpSpPr/>
          <p:nvPr/>
        </p:nvGrpSpPr>
        <p:grpSpPr>
          <a:xfrm>
            <a:off x="7013697" y="968135"/>
            <a:ext cx="1043931" cy="268517"/>
            <a:chOff x="-2562180" y="4521064"/>
            <a:chExt cx="1069223" cy="268517"/>
          </a:xfrm>
        </p:grpSpPr>
        <p:sp>
          <p:nvSpPr>
            <p:cNvPr id="97" name="AutoShape 55">
              <a:extLst>
                <a:ext uri="{FF2B5EF4-FFF2-40B4-BE49-F238E27FC236}">
                  <a16:creationId xmlns:a16="http://schemas.microsoft.com/office/drawing/2014/main" id="{C49489BC-D796-1F46-91DE-465787204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62180" y="4521064"/>
              <a:ext cx="1041109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59478C7-42A4-3B44-4736-FE497D964087}"/>
                </a:ext>
              </a:extLst>
            </p:cNvPr>
            <p:cNvSpPr txBox="1"/>
            <p:nvPr/>
          </p:nvSpPr>
          <p:spPr>
            <a:xfrm>
              <a:off x="-2513398" y="4568271"/>
              <a:ext cx="10204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혼잡도 보기</a:t>
              </a: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8A47AE8-2D78-25BE-6638-5C797A54751C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Rectangle 7">
            <a:extLst>
              <a:ext uri="{FF2B5EF4-FFF2-40B4-BE49-F238E27FC236}">
                <a16:creationId xmlns:a16="http://schemas.microsoft.com/office/drawing/2014/main" id="{F2296493-29F6-156F-AB1B-9AB39C600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6" name="AutoShape 89">
            <a:extLst>
              <a:ext uri="{FF2B5EF4-FFF2-40B4-BE49-F238E27FC236}">
                <a16:creationId xmlns:a16="http://schemas.microsoft.com/office/drawing/2014/main" id="{F72BCF6E-0C88-43CE-0D37-0A1EEF028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BF2B620-C964-4627-EBF1-8B64EE7EBC50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12" name="AutoShape 55">
              <a:extLst>
                <a:ext uri="{FF2B5EF4-FFF2-40B4-BE49-F238E27FC236}">
                  <a16:creationId xmlns:a16="http://schemas.microsoft.com/office/drawing/2014/main" id="{00A284C4-8ED2-3A37-3960-941D22EC7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Accept">
              <a:extLst>
                <a:ext uri="{FF2B5EF4-FFF2-40B4-BE49-F238E27FC236}">
                  <a16:creationId xmlns:a16="http://schemas.microsoft.com/office/drawing/2014/main" id="{8A268A0A-9BF5-9113-2436-C25CE70F56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00" name="타원 99">
            <a:extLst>
              <a:ext uri="{FF2B5EF4-FFF2-40B4-BE49-F238E27FC236}">
                <a16:creationId xmlns:a16="http://schemas.microsoft.com/office/drawing/2014/main" id="{76BFCAA9-0EF0-DF3C-71E8-1EC955C26868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1" name="타원 100">
            <a:extLst>
              <a:ext uri="{FF2B5EF4-FFF2-40B4-BE49-F238E27FC236}">
                <a16:creationId xmlns:a16="http://schemas.microsoft.com/office/drawing/2014/main" id="{42E7F693-3507-1DF6-E2B6-50BA0A1C0B7F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2" name="Rectangle 7">
            <a:extLst>
              <a:ext uri="{FF2B5EF4-FFF2-40B4-BE49-F238E27FC236}">
                <a16:creationId xmlns:a16="http://schemas.microsoft.com/office/drawing/2014/main" id="{2BB22403-33D5-1BC3-0E32-194941CD8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Rectangle 7">
            <a:extLst>
              <a:ext uri="{FF2B5EF4-FFF2-40B4-BE49-F238E27FC236}">
                <a16:creationId xmlns:a16="http://schemas.microsoft.com/office/drawing/2014/main" id="{0746CE6E-08D4-91FE-7773-710C5AA0E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5354E90C-D4FA-2910-BA23-25AAC95152B2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64F51643-090F-A56C-D096-AD13E09D363C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9DDF594-D567-6017-9E5C-4D66827526DC}"/>
              </a:ext>
            </a:extLst>
          </p:cNvPr>
          <p:cNvSpPr/>
          <p:nvPr/>
        </p:nvSpPr>
        <p:spPr bwMode="auto">
          <a:xfrm>
            <a:off x="672032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DFE09AA-2DE5-728C-6220-F7BC0CC8842B}"/>
              </a:ext>
            </a:extLst>
          </p:cNvPr>
          <p:cNvSpPr/>
          <p:nvPr/>
        </p:nvSpPr>
        <p:spPr bwMode="auto">
          <a:xfrm>
            <a:off x="110480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E1829-6C33-7AEF-0DE0-D264DA7EA1AB}"/>
              </a:ext>
            </a:extLst>
          </p:cNvPr>
          <p:cNvSpPr/>
          <p:nvPr/>
        </p:nvSpPr>
        <p:spPr bwMode="auto">
          <a:xfrm>
            <a:off x="759269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2" name="모서리가 둥근 직사각형 500">
            <a:extLst>
              <a:ext uri="{FF2B5EF4-FFF2-40B4-BE49-F238E27FC236}">
                <a16:creationId xmlns:a16="http://schemas.microsoft.com/office/drawing/2014/main" id="{FA9A55CA-3BBF-30FC-E059-DC8ECA14DC85}"/>
              </a:ext>
            </a:extLst>
          </p:cNvPr>
          <p:cNvSpPr/>
          <p:nvPr/>
        </p:nvSpPr>
        <p:spPr bwMode="auto">
          <a:xfrm>
            <a:off x="1742983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모서리가 둥근 직사각형 501">
            <a:extLst>
              <a:ext uri="{FF2B5EF4-FFF2-40B4-BE49-F238E27FC236}">
                <a16:creationId xmlns:a16="http://schemas.microsoft.com/office/drawing/2014/main" id="{E20EF12F-7B1A-1679-1143-E48A961745CD}"/>
              </a:ext>
            </a:extLst>
          </p:cNvPr>
          <p:cNvSpPr/>
          <p:nvPr/>
        </p:nvSpPr>
        <p:spPr bwMode="auto">
          <a:xfrm>
            <a:off x="1734976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1990B81B-AA7A-3F25-B525-2B9E8F8BD4DF}"/>
              </a:ext>
            </a:extLst>
          </p:cNvPr>
          <p:cNvSpPr/>
          <p:nvPr/>
        </p:nvSpPr>
        <p:spPr bwMode="auto">
          <a:xfrm>
            <a:off x="3737624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0" name="사각형 설명선 86">
            <a:extLst>
              <a:ext uri="{FF2B5EF4-FFF2-40B4-BE49-F238E27FC236}">
                <a16:creationId xmlns:a16="http://schemas.microsoft.com/office/drawing/2014/main" id="{D342D6B2-9B3E-8ACF-24E7-3475F31559F0}"/>
              </a:ext>
            </a:extLst>
          </p:cNvPr>
          <p:cNvSpPr/>
          <p:nvPr/>
        </p:nvSpPr>
        <p:spPr bwMode="auto">
          <a:xfrm>
            <a:off x="3695438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B7EE378-0C2B-66BF-3C64-D7B44052D230}"/>
              </a:ext>
            </a:extLst>
          </p:cNvPr>
          <p:cNvSpPr/>
          <p:nvPr/>
        </p:nvSpPr>
        <p:spPr bwMode="auto">
          <a:xfrm>
            <a:off x="8966845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637C306-B544-4131-11B6-D322E449633C}"/>
              </a:ext>
            </a:extLst>
          </p:cNvPr>
          <p:cNvSpPr txBox="1"/>
          <p:nvPr/>
        </p:nvSpPr>
        <p:spPr>
          <a:xfrm>
            <a:off x="1547785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CE7CEDC-DB21-0CA2-5FDA-DDE22FE25B3E}"/>
              </a:ext>
            </a:extLst>
          </p:cNvPr>
          <p:cNvSpPr txBox="1"/>
          <p:nvPr/>
        </p:nvSpPr>
        <p:spPr>
          <a:xfrm>
            <a:off x="8458615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CBE83D5-2A9C-5872-4962-19961FAB16A8}"/>
              </a:ext>
            </a:extLst>
          </p:cNvPr>
          <p:cNvSpPr/>
          <p:nvPr/>
        </p:nvSpPr>
        <p:spPr bwMode="auto">
          <a:xfrm rot="10800000">
            <a:off x="1274291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87" name="표 86">
            <a:extLst>
              <a:ext uri="{FF2B5EF4-FFF2-40B4-BE49-F238E27FC236}">
                <a16:creationId xmlns:a16="http://schemas.microsoft.com/office/drawing/2014/main" id="{B959155C-535A-B8F9-31C1-1D6F9B46A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0668953"/>
              </p:ext>
            </p:extLst>
          </p:nvPr>
        </p:nvGraphicFramePr>
        <p:xfrm>
          <a:off x="1499948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88" name="직사각형 87">
            <a:extLst>
              <a:ext uri="{FF2B5EF4-FFF2-40B4-BE49-F238E27FC236}">
                <a16:creationId xmlns:a16="http://schemas.microsoft.com/office/drawing/2014/main" id="{26C1008D-4CE9-C851-0C9A-64645095B55F}"/>
              </a:ext>
            </a:extLst>
          </p:cNvPr>
          <p:cNvSpPr/>
          <p:nvPr/>
        </p:nvSpPr>
        <p:spPr bwMode="auto">
          <a:xfrm>
            <a:off x="7141604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1DDD774-6539-D6A5-1BE8-1129167AFDE1}"/>
              </a:ext>
            </a:extLst>
          </p:cNvPr>
          <p:cNvSpPr/>
          <p:nvPr/>
        </p:nvSpPr>
        <p:spPr bwMode="auto">
          <a:xfrm>
            <a:off x="7989760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FEA1ECEA-F1E6-224C-CE70-F43EB1F4FDDA}"/>
              </a:ext>
            </a:extLst>
          </p:cNvPr>
          <p:cNvSpPr/>
          <p:nvPr/>
        </p:nvSpPr>
        <p:spPr bwMode="auto">
          <a:xfrm>
            <a:off x="2989398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B5D78E14-C1CE-9882-0F9B-D21364A16CD4}"/>
              </a:ext>
            </a:extLst>
          </p:cNvPr>
          <p:cNvSpPr/>
          <p:nvPr/>
        </p:nvSpPr>
        <p:spPr bwMode="auto">
          <a:xfrm>
            <a:off x="2064809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E60A3A3-398B-49F1-4DEC-AE95B7D47102}"/>
              </a:ext>
            </a:extLst>
          </p:cNvPr>
          <p:cNvSpPr/>
          <p:nvPr/>
        </p:nvSpPr>
        <p:spPr bwMode="auto">
          <a:xfrm>
            <a:off x="4041066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DFED94F-AC69-F22D-4E89-0F57B03C984A}"/>
              </a:ext>
            </a:extLst>
          </p:cNvPr>
          <p:cNvSpPr/>
          <p:nvPr/>
        </p:nvSpPr>
        <p:spPr bwMode="auto">
          <a:xfrm>
            <a:off x="614440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9BF18A16-3FFD-C165-B8EB-0156C47A10E0}"/>
              </a:ext>
            </a:extLst>
          </p:cNvPr>
          <p:cNvSpPr/>
          <p:nvPr/>
        </p:nvSpPr>
        <p:spPr bwMode="auto">
          <a:xfrm>
            <a:off x="2261339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34F3D62E-A1CA-BB4D-BCEE-A50736493D24}"/>
              </a:ext>
            </a:extLst>
          </p:cNvPr>
          <p:cNvSpPr/>
          <p:nvPr/>
        </p:nvSpPr>
        <p:spPr bwMode="auto">
          <a:xfrm>
            <a:off x="274260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18E9AC05-A152-B9ED-7F29-BB9A149F87A3}"/>
              </a:ext>
            </a:extLst>
          </p:cNvPr>
          <p:cNvSpPr/>
          <p:nvPr/>
        </p:nvSpPr>
        <p:spPr bwMode="auto">
          <a:xfrm>
            <a:off x="4210456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305662DA-4DE8-6E77-9403-3EDE2E4ED5D3}"/>
              </a:ext>
            </a:extLst>
          </p:cNvPr>
          <p:cNvSpPr/>
          <p:nvPr/>
        </p:nvSpPr>
        <p:spPr bwMode="auto">
          <a:xfrm>
            <a:off x="673779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993730E3-39D6-1BD8-E23F-D49C3F702B24}"/>
              </a:ext>
            </a:extLst>
          </p:cNvPr>
          <p:cNvSpPr/>
          <p:nvPr/>
        </p:nvSpPr>
        <p:spPr bwMode="auto">
          <a:xfrm>
            <a:off x="73032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115" name="연결선: 꺾임 114">
            <a:extLst>
              <a:ext uri="{FF2B5EF4-FFF2-40B4-BE49-F238E27FC236}">
                <a16:creationId xmlns:a16="http://schemas.microsoft.com/office/drawing/2014/main" id="{E907CC51-5581-76F6-4CF6-0E03C409D3D4}"/>
              </a:ext>
            </a:extLst>
          </p:cNvPr>
          <p:cNvCxnSpPr>
            <a:cxnSpLocks/>
            <a:stCxn id="120" idx="1"/>
            <a:endCxn id="140" idx="1"/>
          </p:cNvCxnSpPr>
          <p:nvPr/>
        </p:nvCxnSpPr>
        <p:spPr bwMode="auto">
          <a:xfrm rot="10800000">
            <a:off x="981226" y="2863113"/>
            <a:ext cx="832303" cy="3008026"/>
          </a:xfrm>
          <a:prstGeom prst="bentConnector3">
            <a:avLst>
              <a:gd name="adj1" fmla="val 127466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1C5EEAC6-46EC-2323-EE23-537CA054DD0F}"/>
              </a:ext>
            </a:extLst>
          </p:cNvPr>
          <p:cNvSpPr/>
          <p:nvPr/>
        </p:nvSpPr>
        <p:spPr bwMode="auto">
          <a:xfrm>
            <a:off x="767949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871E9F2-9EBF-77FC-656B-81C528593F0E}"/>
              </a:ext>
            </a:extLst>
          </p:cNvPr>
          <p:cNvSpPr/>
          <p:nvPr/>
        </p:nvSpPr>
        <p:spPr bwMode="auto">
          <a:xfrm>
            <a:off x="7277652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21A62C9F-0981-6299-F516-81404AC8E98D}"/>
              </a:ext>
            </a:extLst>
          </p:cNvPr>
          <p:cNvSpPr/>
          <p:nvPr/>
        </p:nvSpPr>
        <p:spPr bwMode="auto">
          <a:xfrm>
            <a:off x="317468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435DCCD9-B799-7316-B639-00A2A5804801}"/>
              </a:ext>
            </a:extLst>
          </p:cNvPr>
          <p:cNvSpPr/>
          <p:nvPr/>
        </p:nvSpPr>
        <p:spPr bwMode="auto">
          <a:xfrm>
            <a:off x="2720592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A43E26A8-8E3E-7221-AF15-2A405BEECF2E}"/>
              </a:ext>
            </a:extLst>
          </p:cNvPr>
          <p:cNvSpPr/>
          <p:nvPr/>
        </p:nvSpPr>
        <p:spPr bwMode="auto">
          <a:xfrm>
            <a:off x="181352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D93A3DA-7E6B-8D57-DF17-345CB37AC502}"/>
              </a:ext>
            </a:extLst>
          </p:cNvPr>
          <p:cNvSpPr/>
          <p:nvPr/>
        </p:nvSpPr>
        <p:spPr bwMode="auto">
          <a:xfrm>
            <a:off x="670259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3E5241C5-86ED-5B3C-8C70-2CEA9198DCFB}"/>
              </a:ext>
            </a:extLst>
          </p:cNvPr>
          <p:cNvSpPr/>
          <p:nvPr/>
        </p:nvSpPr>
        <p:spPr bwMode="auto">
          <a:xfrm>
            <a:off x="624501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3789376F-3602-88B6-BF2E-0279C4CE05CD}"/>
              </a:ext>
            </a:extLst>
          </p:cNvPr>
          <p:cNvSpPr/>
          <p:nvPr/>
        </p:nvSpPr>
        <p:spPr bwMode="auto">
          <a:xfrm>
            <a:off x="57406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0128ECFF-5871-8A10-CBDC-504B82690A72}"/>
              </a:ext>
            </a:extLst>
          </p:cNvPr>
          <p:cNvSpPr/>
          <p:nvPr/>
        </p:nvSpPr>
        <p:spPr bwMode="auto">
          <a:xfrm>
            <a:off x="520920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4D7ACE8-0D59-6ADB-80BF-938919C4CEF0}"/>
              </a:ext>
            </a:extLst>
          </p:cNvPr>
          <p:cNvSpPr/>
          <p:nvPr/>
        </p:nvSpPr>
        <p:spPr bwMode="auto">
          <a:xfrm>
            <a:off x="468871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5B588389-312F-B8A8-ABF4-E33854E688FE}"/>
              </a:ext>
            </a:extLst>
          </p:cNvPr>
          <p:cNvSpPr/>
          <p:nvPr/>
        </p:nvSpPr>
        <p:spPr bwMode="auto">
          <a:xfrm>
            <a:off x="419244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41DEA498-87A5-E558-A3AB-F1C4D3EAD9A5}"/>
              </a:ext>
            </a:extLst>
          </p:cNvPr>
          <p:cNvSpPr/>
          <p:nvPr/>
        </p:nvSpPr>
        <p:spPr bwMode="auto">
          <a:xfrm>
            <a:off x="367840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FDB2994C-F816-590A-2163-5D5E1B1B7CE2}"/>
              </a:ext>
            </a:extLst>
          </p:cNvPr>
          <p:cNvSpPr/>
          <p:nvPr/>
        </p:nvSpPr>
        <p:spPr bwMode="auto">
          <a:xfrm>
            <a:off x="222614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688BC02A-31B8-BE04-098C-F542DBEE2B16}"/>
              </a:ext>
            </a:extLst>
          </p:cNvPr>
          <p:cNvSpPr/>
          <p:nvPr/>
        </p:nvSpPr>
        <p:spPr bwMode="auto">
          <a:xfrm>
            <a:off x="8172793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A64E7133-7DFB-41DA-0938-47986845C9D2}"/>
              </a:ext>
            </a:extLst>
          </p:cNvPr>
          <p:cNvSpPr/>
          <p:nvPr/>
        </p:nvSpPr>
        <p:spPr bwMode="auto">
          <a:xfrm>
            <a:off x="7712349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5244F077-BC6F-6589-6847-B714344EA441}"/>
              </a:ext>
            </a:extLst>
          </p:cNvPr>
          <p:cNvSpPr/>
          <p:nvPr/>
        </p:nvSpPr>
        <p:spPr bwMode="auto">
          <a:xfrm>
            <a:off x="3873498" y="3137387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CDC9A2D3-686E-D929-8FC3-BF380C424B83}"/>
              </a:ext>
            </a:extLst>
          </p:cNvPr>
          <p:cNvSpPr/>
          <p:nvPr/>
        </p:nvSpPr>
        <p:spPr bwMode="auto">
          <a:xfrm>
            <a:off x="5976834" y="3131993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5A77F0FA-6E6D-693F-0A68-D073FB88E375}"/>
              </a:ext>
            </a:extLst>
          </p:cNvPr>
          <p:cNvSpPr/>
          <p:nvPr/>
        </p:nvSpPr>
        <p:spPr bwMode="auto">
          <a:xfrm>
            <a:off x="981225" y="2095003"/>
            <a:ext cx="8145190" cy="1536220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37FA16AC-0FEC-8CBE-D940-83AE96BC3B5F}"/>
              </a:ext>
            </a:extLst>
          </p:cNvPr>
          <p:cNvGraphicFramePr>
            <a:graphicFrameLocks noGrp="1"/>
          </p:cNvGraphicFramePr>
          <p:nvPr/>
        </p:nvGraphicFramePr>
        <p:xfrm>
          <a:off x="1106723" y="2456239"/>
          <a:ext cx="7874859" cy="949221"/>
        </p:xfrm>
        <a:graphic>
          <a:graphicData uri="http://schemas.openxmlformats.org/drawingml/2006/table">
            <a:tbl>
              <a:tblPr/>
              <a:tblGrid>
                <a:gridCol w="4791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82643768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57640332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339037847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3521934469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3603857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410505113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617724608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4271565626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129771642"/>
                    </a:ext>
                  </a:extLst>
                </a:gridCol>
                <a:gridCol w="410875">
                  <a:extLst>
                    <a:ext uri="{9D8B030D-6E8A-4147-A177-3AD203B41FA5}">
                      <a16:colId xmlns:a16="http://schemas.microsoft.com/office/drawing/2014/main" val="204819241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부수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항공사</a:t>
                      </a:r>
                      <a:endParaRPr kumimoji="1" lang="en-US" altLang="ko-KR" sz="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OZ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142" name="TextBox 141">
            <a:extLst>
              <a:ext uri="{FF2B5EF4-FFF2-40B4-BE49-F238E27FC236}">
                <a16:creationId xmlns:a16="http://schemas.microsoft.com/office/drawing/2014/main" id="{4321A242-910C-C0B5-567A-A5EA551F0C2A}"/>
              </a:ext>
            </a:extLst>
          </p:cNvPr>
          <p:cNvSpPr txBox="1"/>
          <p:nvPr/>
        </p:nvSpPr>
        <p:spPr>
          <a:xfrm>
            <a:off x="4034832" y="2102363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F8822D84-340F-5D4C-4BE0-4A4B43B99C57}"/>
              </a:ext>
            </a:extLst>
          </p:cNvPr>
          <p:cNvGrpSpPr/>
          <p:nvPr/>
        </p:nvGrpSpPr>
        <p:grpSpPr>
          <a:xfrm>
            <a:off x="3365434" y="3364909"/>
            <a:ext cx="3475087" cy="2228744"/>
            <a:chOff x="-2918411" y="3758051"/>
            <a:chExt cx="3475087" cy="2228744"/>
          </a:xfrm>
        </p:grpSpPr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E735D1AB-64B3-E8F7-3005-4BFD55D0778A}"/>
                </a:ext>
              </a:extLst>
            </p:cNvPr>
            <p:cNvSpPr/>
            <p:nvPr/>
          </p:nvSpPr>
          <p:spPr bwMode="auto">
            <a:xfrm>
              <a:off x="-2918411" y="3758051"/>
              <a:ext cx="3475087" cy="2228744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체크인카운터 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N1 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 혼잡 현황</a:t>
              </a: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Cancel Icon">
              <a:extLst>
                <a:ext uri="{FF2B5EF4-FFF2-40B4-BE49-F238E27FC236}">
                  <a16:creationId xmlns:a16="http://schemas.microsoft.com/office/drawing/2014/main" id="{9481C392-89E6-9522-3914-F98BCA228E75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327848" y="3832678"/>
              <a:ext cx="125383" cy="158732"/>
            </a:xfrm>
            <a:custGeom>
              <a:avLst/>
              <a:gdLst>
                <a:gd name="T0" fmla="*/ 56 w 56"/>
                <a:gd name="T1" fmla="*/ 3 h 56"/>
                <a:gd name="T2" fmla="*/ 31 w 56"/>
                <a:gd name="T3" fmla="*/ 28 h 56"/>
                <a:gd name="T4" fmla="*/ 56 w 56"/>
                <a:gd name="T5" fmla="*/ 52 h 56"/>
                <a:gd name="T6" fmla="*/ 53 w 56"/>
                <a:gd name="T7" fmla="*/ 56 h 56"/>
                <a:gd name="T8" fmla="*/ 28 w 56"/>
                <a:gd name="T9" fmla="*/ 31 h 56"/>
                <a:gd name="T10" fmla="*/ 3 w 56"/>
                <a:gd name="T11" fmla="*/ 56 h 56"/>
                <a:gd name="T12" fmla="*/ 0 w 56"/>
                <a:gd name="T13" fmla="*/ 52 h 56"/>
                <a:gd name="T14" fmla="*/ 25 w 56"/>
                <a:gd name="T15" fmla="*/ 28 h 56"/>
                <a:gd name="T16" fmla="*/ 0 w 56"/>
                <a:gd name="T17" fmla="*/ 3 h 56"/>
                <a:gd name="T18" fmla="*/ 3 w 56"/>
                <a:gd name="T19" fmla="*/ 0 h 56"/>
                <a:gd name="T20" fmla="*/ 28 w 56"/>
                <a:gd name="T21" fmla="*/ 25 h 56"/>
                <a:gd name="T22" fmla="*/ 53 w 56"/>
                <a:gd name="T23" fmla="*/ 0 h 56"/>
                <a:gd name="T24" fmla="*/ 56 w 56"/>
                <a:gd name="T25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6">
                  <a:moveTo>
                    <a:pt x="56" y="3"/>
                  </a:moveTo>
                  <a:lnTo>
                    <a:pt x="31" y="28"/>
                  </a:lnTo>
                  <a:lnTo>
                    <a:pt x="56" y="52"/>
                  </a:lnTo>
                  <a:lnTo>
                    <a:pt x="53" y="56"/>
                  </a:lnTo>
                  <a:lnTo>
                    <a:pt x="28" y="31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25" y="28"/>
                  </a:lnTo>
                  <a:lnTo>
                    <a:pt x="0" y="3"/>
                  </a:lnTo>
                  <a:lnTo>
                    <a:pt x="3" y="0"/>
                  </a:lnTo>
                  <a:lnTo>
                    <a:pt x="28" y="25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60922E7E-2B6B-1E6F-F00E-61350294A469}"/>
                </a:ext>
              </a:extLst>
            </p:cNvPr>
            <p:cNvGrpSpPr/>
            <p:nvPr/>
          </p:nvGrpSpPr>
          <p:grpSpPr>
            <a:xfrm>
              <a:off x="-1508019" y="5573684"/>
              <a:ext cx="773884" cy="268517"/>
              <a:chOff x="5689331" y="2533231"/>
              <a:chExt cx="773884" cy="268517"/>
            </a:xfrm>
          </p:grpSpPr>
          <p:sp>
            <p:nvSpPr>
              <p:cNvPr id="165" name="AutoShape 55">
                <a:extLst>
                  <a:ext uri="{FF2B5EF4-FFF2-40B4-BE49-F238E27FC236}">
                    <a16:creationId xmlns:a16="http://schemas.microsoft.com/office/drawing/2014/main" id="{9D980897-0202-D998-4A86-1C4B364AD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89331" y="2533231"/>
                <a:ext cx="773884" cy="268517"/>
              </a:xfrm>
              <a:prstGeom prst="rect">
                <a:avLst/>
              </a:prstGeom>
              <a:solidFill>
                <a:srgbClr val="0070C0"/>
              </a:solidFill>
              <a:ln w="3175">
                <a:solidFill>
                  <a:sysClr val="window" lastClr="FFFFFF">
                    <a:lumMod val="75000"/>
                  </a:sysClr>
                </a:solidFill>
                <a:round/>
                <a:headEnd/>
                <a:tailEnd/>
              </a:ln>
            </p:spPr>
            <p:txBody>
              <a:bodyPr wrap="none" lIns="252000" tIns="72000" rIns="108000" bIns="72000" anchor="ctr">
                <a:spAutoFit/>
              </a:bodyPr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상세보기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6" name="Add">
                <a:extLst>
                  <a:ext uri="{FF2B5EF4-FFF2-40B4-BE49-F238E27FC236}">
                    <a16:creationId xmlns:a16="http://schemas.microsoft.com/office/drawing/2014/main" id="{2DD44695-AA75-8CE4-B797-649CC2E83F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9975" y="2630613"/>
                <a:ext cx="85130" cy="8513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31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55EB7818-B525-B545-1D0F-3683E06B0C75}"/>
                </a:ext>
              </a:extLst>
            </p:cNvPr>
            <p:cNvSpPr/>
            <p:nvPr/>
          </p:nvSpPr>
          <p:spPr bwMode="auto">
            <a:xfrm>
              <a:off x="-2650451" y="4314984"/>
              <a:ext cx="3090051" cy="1146594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A5D03EA7-58B6-F258-1382-662D91E05751}"/>
                </a:ext>
              </a:extLst>
            </p:cNvPr>
            <p:cNvSpPr txBox="1"/>
            <p:nvPr/>
          </p:nvSpPr>
          <p:spPr>
            <a:xfrm>
              <a:off x="-2289683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B3D2B9B5-AE19-EAF9-0006-8CEDF2BC13C1}"/>
                </a:ext>
              </a:extLst>
            </p:cNvPr>
            <p:cNvSpPr txBox="1"/>
            <p:nvPr/>
          </p:nvSpPr>
          <p:spPr>
            <a:xfrm>
              <a:off x="-1550108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8470D010-103A-BDDC-59B9-0D4D55B69DAF}"/>
                </a:ext>
              </a:extLst>
            </p:cNvPr>
            <p:cNvSpPr txBox="1"/>
            <p:nvPr/>
          </p:nvSpPr>
          <p:spPr>
            <a:xfrm>
              <a:off x="-888700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3D2C2A94-C1FF-4397-2274-CE3CC3A29375}"/>
                </a:ext>
              </a:extLst>
            </p:cNvPr>
            <p:cNvSpPr txBox="1"/>
            <p:nvPr/>
          </p:nvSpPr>
          <p:spPr>
            <a:xfrm>
              <a:off x="-206254" y="5116421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" name="AutoShape 55">
              <a:extLst>
                <a:ext uri="{FF2B5EF4-FFF2-40B4-BE49-F238E27FC236}">
                  <a16:creationId xmlns:a16="http://schemas.microsoft.com/office/drawing/2014/main" id="{41CC2DAD-31DE-C121-181C-C2A615CDA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97543" y="4524749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3" name="Multipe Users">
              <a:extLst>
                <a:ext uri="{FF2B5EF4-FFF2-40B4-BE49-F238E27FC236}">
                  <a16:creationId xmlns:a16="http://schemas.microsoft.com/office/drawing/2014/main" id="{93A62FD7-4D50-435A-FD02-75901A40B5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136946" y="4614442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C19B23E-91F7-7EFC-C945-810CD8BF23DA}"/>
                </a:ext>
              </a:extLst>
            </p:cNvPr>
            <p:cNvSpPr txBox="1"/>
            <p:nvPr/>
          </p:nvSpPr>
          <p:spPr>
            <a:xfrm>
              <a:off x="-2235578" y="4894575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772545DD-D458-470C-6B8B-BFB813D5F11E}"/>
                </a:ext>
              </a:extLst>
            </p:cNvPr>
            <p:cNvSpPr txBox="1"/>
            <p:nvPr/>
          </p:nvSpPr>
          <p:spPr>
            <a:xfrm>
              <a:off x="-1518065" y="4894575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53784E66-10CC-2364-5DD0-35AF00E93C26}"/>
                </a:ext>
              </a:extLst>
            </p:cNvPr>
            <p:cNvSpPr txBox="1"/>
            <p:nvPr/>
          </p:nvSpPr>
          <p:spPr>
            <a:xfrm>
              <a:off x="-874234" y="4911993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1CD9A551-1C05-6747-5571-F9982F9EF8A1}"/>
                </a:ext>
              </a:extLst>
            </p:cNvPr>
            <p:cNvSpPr txBox="1"/>
            <p:nvPr/>
          </p:nvSpPr>
          <p:spPr>
            <a:xfrm>
              <a:off x="-174988" y="4911993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8" name="타원 157">
              <a:extLst>
                <a:ext uri="{FF2B5EF4-FFF2-40B4-BE49-F238E27FC236}">
                  <a16:creationId xmlns:a16="http://schemas.microsoft.com/office/drawing/2014/main" id="{3141C2BF-0D1E-AC83-902C-E24906258D63}"/>
                </a:ext>
              </a:extLst>
            </p:cNvPr>
            <p:cNvSpPr/>
            <p:nvPr/>
          </p:nvSpPr>
          <p:spPr bwMode="auto">
            <a:xfrm>
              <a:off x="-1488444" y="4539378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59" name="AutoShape 55">
              <a:extLst>
                <a:ext uri="{FF2B5EF4-FFF2-40B4-BE49-F238E27FC236}">
                  <a16:creationId xmlns:a16="http://schemas.microsoft.com/office/drawing/2014/main" id="{1BFF2932-9488-F7F4-64A3-B1B2F63FD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770707" y="4802999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160" name="AutoShape 55">
              <a:extLst>
                <a:ext uri="{FF2B5EF4-FFF2-40B4-BE49-F238E27FC236}">
                  <a16:creationId xmlns:a16="http://schemas.microsoft.com/office/drawing/2014/main" id="{6D9E6307-92D1-DEBA-BA21-9FECB29CD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10833" y="4524749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1" name="Multipe Users">
              <a:extLst>
                <a:ext uri="{FF2B5EF4-FFF2-40B4-BE49-F238E27FC236}">
                  <a16:creationId xmlns:a16="http://schemas.microsoft.com/office/drawing/2014/main" id="{19BFE146-5496-5C1F-E16E-08BCF2A49AD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750236" y="4614442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2" name="타원 161">
              <a:extLst>
                <a:ext uri="{FF2B5EF4-FFF2-40B4-BE49-F238E27FC236}">
                  <a16:creationId xmlns:a16="http://schemas.microsoft.com/office/drawing/2014/main" id="{1808238A-B842-DDD5-D3A9-E51BD3D2AC49}"/>
                </a:ext>
              </a:extLst>
            </p:cNvPr>
            <p:cNvSpPr/>
            <p:nvPr/>
          </p:nvSpPr>
          <p:spPr bwMode="auto">
            <a:xfrm>
              <a:off x="-122950" y="4539378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163" name="Timezone">
              <a:extLst>
                <a:ext uri="{FF2B5EF4-FFF2-40B4-BE49-F238E27FC236}">
                  <a16:creationId xmlns:a16="http://schemas.microsoft.com/office/drawing/2014/main" id="{F59C9ABC-2AC7-5458-75E7-AB7DA0FD3F2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397799" y="4612237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4" name="Timezone">
              <a:extLst>
                <a:ext uri="{FF2B5EF4-FFF2-40B4-BE49-F238E27FC236}">
                  <a16:creationId xmlns:a16="http://schemas.microsoft.com/office/drawing/2014/main" id="{8B5D4911-CA52-4D65-5989-8AAB595453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32305" y="4612237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97E215A1-0A5B-79A6-A3EE-4CE1939867F6}"/>
              </a:ext>
            </a:extLst>
          </p:cNvPr>
          <p:cNvSpPr/>
          <p:nvPr/>
        </p:nvSpPr>
        <p:spPr bwMode="auto">
          <a:xfrm>
            <a:off x="1617885" y="2393239"/>
            <a:ext cx="328716" cy="392197"/>
          </a:xfrm>
          <a:prstGeom prst="rect">
            <a:avLst/>
          </a:prstGeom>
          <a:noFill/>
          <a:ln w="12700" cap="flat" cmpd="sng" algn="ctr">
            <a:solidFill>
              <a:srgbClr val="013A8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168" name="연결선: 꺾임 167">
            <a:extLst>
              <a:ext uri="{FF2B5EF4-FFF2-40B4-BE49-F238E27FC236}">
                <a16:creationId xmlns:a16="http://schemas.microsoft.com/office/drawing/2014/main" id="{EBA5D3D9-7B31-E25E-00F2-C4A0EF344F5B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1720566" y="2847113"/>
            <a:ext cx="1693845" cy="1570490"/>
          </a:xfrm>
          <a:prstGeom prst="bentConnector2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85243592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3A77EE-DC02-0549-1EFB-E883D46D70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5A9842BE-534C-42E1-E1B2-A86B85C420A6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6A84CB5-BE13-B0A3-6728-5681CC9207A3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488622"/>
          <a:ext cx="9576752" cy="4369625"/>
        </p:xfrm>
        <a:graphic>
          <a:graphicData uri="http://schemas.openxmlformats.org/drawingml/2006/table">
            <a:tbl>
              <a:tblPr/>
              <a:tblGrid>
                <a:gridCol w="5937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</a:tblGrid>
              <a:tr h="32994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05:00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509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좌측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우측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좌측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우측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좌측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우측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9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dirty="0"/>
                        <a:t>18</a:t>
                      </a:r>
                    </a:p>
                    <a:p>
                      <a:pPr algn="ctr" latinLnBrk="1"/>
                      <a:r>
                        <a:rPr lang="en-US" altLang="ko-KR" sz="700" dirty="0"/>
                        <a:t>(OZ)</a:t>
                      </a:r>
                      <a:endParaRPr lang="ko-KR" altLang="en-US" sz="700" dirty="0"/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15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14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13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(OZ)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</a:tbl>
          </a:graphicData>
        </a:graphic>
      </p:graphicFrame>
      <p:pic>
        <p:nvPicPr>
          <p:cNvPr id="43" name="그림 42">
            <a:extLst>
              <a:ext uri="{FF2B5EF4-FFF2-40B4-BE49-F238E27FC236}">
                <a16:creationId xmlns:a16="http://schemas.microsoft.com/office/drawing/2014/main" id="{989AFE34-28AD-2264-5AF6-5427894F64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589" y="5919985"/>
            <a:ext cx="9547961" cy="180287"/>
          </a:xfrm>
          <a:prstGeom prst="rect">
            <a:avLst/>
          </a:prstGeom>
        </p:spPr>
      </p:pic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731B5218-3FEE-96B4-FD58-B7C79264427B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7716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FF428212-B52F-FDCB-636E-345BB72F22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9877595"/>
              </p:ext>
            </p:extLst>
          </p:nvPr>
        </p:nvGraphicFramePr>
        <p:xfrm>
          <a:off x="170952" y="944336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7DE790F-B6B6-B70F-958C-D6A9A483F529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체크인카운터 혼잡도 상세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E7588C6E-ABC6-93F4-2B5D-7D03CEEE46F3}"/>
              </a:ext>
            </a:extLst>
          </p:cNvPr>
          <p:cNvGrpSpPr/>
          <p:nvPr/>
        </p:nvGrpSpPr>
        <p:grpSpPr>
          <a:xfrm>
            <a:off x="7172060" y="969260"/>
            <a:ext cx="954558" cy="268517"/>
            <a:chOff x="-2021848" y="4521064"/>
            <a:chExt cx="954558" cy="268517"/>
          </a:xfrm>
        </p:grpSpPr>
        <p:sp>
          <p:nvSpPr>
            <p:cNvPr id="35" name="AutoShape 55">
              <a:extLst>
                <a:ext uri="{FF2B5EF4-FFF2-40B4-BE49-F238E27FC236}">
                  <a16:creationId xmlns:a16="http://schemas.microsoft.com/office/drawing/2014/main" id="{311DCC32-DEFE-F0CC-7A20-BC5310E56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8" y="4521064"/>
              <a:ext cx="860152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7FCADB8-96E7-398D-EA85-564E671C967C}"/>
                </a:ext>
              </a:extLst>
            </p:cNvPr>
            <p:cNvSpPr txBox="1"/>
            <p:nvPr/>
          </p:nvSpPr>
          <p:spPr>
            <a:xfrm>
              <a:off x="-1996211" y="4547005"/>
              <a:ext cx="92892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엑셀다운로드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0449D85-CA73-0FB2-E3A3-A199DC86E995}"/>
              </a:ext>
            </a:extLst>
          </p:cNvPr>
          <p:cNvGrpSpPr/>
          <p:nvPr/>
        </p:nvGrpSpPr>
        <p:grpSpPr>
          <a:xfrm>
            <a:off x="8674450" y="960566"/>
            <a:ext cx="701739" cy="268517"/>
            <a:chOff x="-2021847" y="4521064"/>
            <a:chExt cx="718741" cy="268517"/>
          </a:xfrm>
        </p:grpSpPr>
        <p:sp>
          <p:nvSpPr>
            <p:cNvPr id="38" name="AutoShape 55">
              <a:extLst>
                <a:ext uri="{FF2B5EF4-FFF2-40B4-BE49-F238E27FC236}">
                  <a16:creationId xmlns:a16="http://schemas.microsoft.com/office/drawing/2014/main" id="{FB18B8AF-BAB4-A8BF-8A34-97D396CD8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14A0498-EB7D-5A99-5590-E02CB5B9131B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814F04F1-55E5-7160-EE63-7F93B719CF25}"/>
              </a:ext>
            </a:extLst>
          </p:cNvPr>
          <p:cNvGrpSpPr/>
          <p:nvPr/>
        </p:nvGrpSpPr>
        <p:grpSpPr>
          <a:xfrm>
            <a:off x="8101722" y="960566"/>
            <a:ext cx="673187" cy="268517"/>
            <a:chOff x="-2027515" y="4521064"/>
            <a:chExt cx="689497" cy="268517"/>
          </a:xfrm>
        </p:grpSpPr>
        <p:sp>
          <p:nvSpPr>
            <p:cNvPr id="41" name="AutoShape 55">
              <a:extLst>
                <a:ext uri="{FF2B5EF4-FFF2-40B4-BE49-F238E27FC236}">
                  <a16:creationId xmlns:a16="http://schemas.microsoft.com/office/drawing/2014/main" id="{6AF56EE6-D304-E745-7174-68B97241A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A4BFF708-5FA6-4E37-BD7C-F81154C5882A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2AE6AE9F-C1B7-8432-D240-8E2F0851B49E}"/>
              </a:ext>
            </a:extLst>
          </p:cNvPr>
          <p:cNvGrpSpPr/>
          <p:nvPr/>
        </p:nvGrpSpPr>
        <p:grpSpPr>
          <a:xfrm>
            <a:off x="9190499" y="960566"/>
            <a:ext cx="673187" cy="268517"/>
            <a:chOff x="-2081987" y="4521064"/>
            <a:chExt cx="689497" cy="268517"/>
          </a:xfrm>
        </p:grpSpPr>
        <p:sp>
          <p:nvSpPr>
            <p:cNvPr id="45" name="AutoShape 55">
              <a:extLst>
                <a:ext uri="{FF2B5EF4-FFF2-40B4-BE49-F238E27FC236}">
                  <a16:creationId xmlns:a16="http://schemas.microsoft.com/office/drawing/2014/main" id="{E17B505A-F879-E9FB-CB74-E89710CC4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7DAE0F2-8152-D6A0-1ED7-510DC755DA96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996B781-1ABD-F3D9-D708-E92640928B90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73B8C6AD-9248-833A-98EF-17E695E7D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9" name="AutoShape 89">
            <a:extLst>
              <a:ext uri="{FF2B5EF4-FFF2-40B4-BE49-F238E27FC236}">
                <a16:creationId xmlns:a16="http://schemas.microsoft.com/office/drawing/2014/main" id="{521D3E18-6F18-ABE9-CFF2-5F90625B0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61A99C5-7D64-3139-2C1C-C8257E63B652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19" name="AutoShape 55">
              <a:extLst>
                <a:ext uri="{FF2B5EF4-FFF2-40B4-BE49-F238E27FC236}">
                  <a16:creationId xmlns:a16="http://schemas.microsoft.com/office/drawing/2014/main" id="{D2643AE4-0A62-EE0A-7CFF-87ABAA78A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Accept">
              <a:extLst>
                <a:ext uri="{FF2B5EF4-FFF2-40B4-BE49-F238E27FC236}">
                  <a16:creationId xmlns:a16="http://schemas.microsoft.com/office/drawing/2014/main" id="{D5C49054-5DDA-DAE4-3D71-0A3F6D8F65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5" name="타원 24">
            <a:extLst>
              <a:ext uri="{FF2B5EF4-FFF2-40B4-BE49-F238E27FC236}">
                <a16:creationId xmlns:a16="http://schemas.microsoft.com/office/drawing/2014/main" id="{3C67181C-062F-E1E5-17EB-AE81388A58CE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27BFAA4A-A3CE-12AA-734F-F6C1FF9E77D7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" name="Rectangle 7">
            <a:extLst>
              <a:ext uri="{FF2B5EF4-FFF2-40B4-BE49-F238E27FC236}">
                <a16:creationId xmlns:a16="http://schemas.microsoft.com/office/drawing/2014/main" id="{CCB831E6-6146-1E6D-64C8-733FC88CC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Rectangle 7">
            <a:extLst>
              <a:ext uri="{FF2B5EF4-FFF2-40B4-BE49-F238E27FC236}">
                <a16:creationId xmlns:a16="http://schemas.microsoft.com/office/drawing/2014/main" id="{9527C305-D60D-5930-F376-E15708EBE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DB6C08C6-1096-A735-6B2E-C9408BD01E34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5BE29654-353E-8324-9EC0-AE8B0B31E397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0429470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1E009C-8709-D450-9DF4-F8C7343D9E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8BB6B02F-8523-CC67-50E0-1803E20AAE99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ACEAFD0E-957A-4D5F-3352-1B9037F05F8C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9194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6717CE12-533B-0573-388B-077772749A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731943"/>
              </p:ext>
            </p:extLst>
          </p:nvPr>
        </p:nvGraphicFramePr>
        <p:xfrm>
          <a:off x="170952" y="945814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B9B35E0-1B02-70C9-E754-7A25F3C68BDD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체크인카운터 혼잡도 차트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BEAF9D29-39E0-307F-2ACE-4D946B6FD584}"/>
              </a:ext>
            </a:extLst>
          </p:cNvPr>
          <p:cNvGrpSpPr/>
          <p:nvPr/>
        </p:nvGrpSpPr>
        <p:grpSpPr>
          <a:xfrm>
            <a:off x="170577" y="1407931"/>
            <a:ext cx="9568160" cy="352819"/>
            <a:chOff x="179543" y="1388579"/>
            <a:chExt cx="9568160" cy="352819"/>
          </a:xfrm>
        </p:grpSpPr>
        <p:sp>
          <p:nvSpPr>
            <p:cNvPr id="75" name="모서리가 둥근 직사각형 116">
              <a:extLst>
                <a:ext uri="{FF2B5EF4-FFF2-40B4-BE49-F238E27FC236}">
                  <a16:creationId xmlns:a16="http://schemas.microsoft.com/office/drawing/2014/main" id="{F826D3B1-4C42-7A28-08A3-FF4C9DB52650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9CDC58A-43F6-D0CB-BDA2-AA13EA9B5DB4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C883270B-F9BC-71EB-1CAE-2CAE7D2E5886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79" name="포인트가 12개인 별 127">
                <a:extLst>
                  <a:ext uri="{FF2B5EF4-FFF2-40B4-BE49-F238E27FC236}">
                    <a16:creationId xmlns:a16="http://schemas.microsoft.com/office/drawing/2014/main" id="{7F23484A-18A1-4977-2FB0-AB5D70F4E2AE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80" name="Exclamation Mark">
                <a:extLst>
                  <a:ext uri="{FF2B5EF4-FFF2-40B4-BE49-F238E27FC236}">
                    <a16:creationId xmlns:a16="http://schemas.microsoft.com/office/drawing/2014/main" id="{AFDA1B53-EBD9-C713-AED4-13BE0074A4C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B6D37F4-3F57-4112-E3BE-6408964BA8ED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370FA2C-E754-1C15-917C-BAB0F8A8C020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Rectangle 7">
            <a:extLst>
              <a:ext uri="{FF2B5EF4-FFF2-40B4-BE49-F238E27FC236}">
                <a16:creationId xmlns:a16="http://schemas.microsoft.com/office/drawing/2014/main" id="{9A53CA93-EAF8-560A-E13C-7236820FC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6" name="AutoShape 89">
            <a:extLst>
              <a:ext uri="{FF2B5EF4-FFF2-40B4-BE49-F238E27FC236}">
                <a16:creationId xmlns:a16="http://schemas.microsoft.com/office/drawing/2014/main" id="{9490A688-B7AC-75A1-051B-4794DC4E4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6FB38E8B-40F1-15DD-BE9B-8455A6FDBC74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20" name="AutoShape 55">
              <a:extLst>
                <a:ext uri="{FF2B5EF4-FFF2-40B4-BE49-F238E27FC236}">
                  <a16:creationId xmlns:a16="http://schemas.microsoft.com/office/drawing/2014/main" id="{C22D9069-07F6-9C9E-7E62-0F2AD3D02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Accept">
              <a:extLst>
                <a:ext uri="{FF2B5EF4-FFF2-40B4-BE49-F238E27FC236}">
                  <a16:creationId xmlns:a16="http://schemas.microsoft.com/office/drawing/2014/main" id="{C2E4CB91-23F6-0220-1CF2-CB0853022B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07095A51-1B33-594B-665B-46C008AD5905}"/>
              </a:ext>
            </a:extLst>
          </p:cNvPr>
          <p:cNvSpPr txBox="1"/>
          <p:nvPr/>
        </p:nvSpPr>
        <p:spPr>
          <a:xfrm>
            <a:off x="7574434" y="992464"/>
            <a:ext cx="19085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수정현황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운항편 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15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40B906BD-969A-B333-6586-BAF7CFE4475A}"/>
              </a:ext>
            </a:extLst>
          </p:cNvPr>
          <p:cNvCxnSpPr>
            <a:cxnSpLocks/>
          </p:cNvCxnSpPr>
          <p:nvPr/>
        </p:nvCxnSpPr>
        <p:spPr bwMode="auto">
          <a:xfrm>
            <a:off x="170952" y="1738796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5" name="차트 4">
            <a:extLst>
              <a:ext uri="{FF2B5EF4-FFF2-40B4-BE49-F238E27FC236}">
                <a16:creationId xmlns:a16="http://schemas.microsoft.com/office/drawing/2014/main" id="{43DFB14E-8612-9E90-73BA-3D6F709EEE99}"/>
              </a:ext>
            </a:extLst>
          </p:cNvPr>
          <p:cNvGraphicFramePr/>
          <p:nvPr/>
        </p:nvGraphicFramePr>
        <p:xfrm>
          <a:off x="170952" y="1835340"/>
          <a:ext cx="9576751" cy="49608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pSp>
        <p:nvGrpSpPr>
          <p:cNvPr id="6" name="Tooltip">
            <a:extLst>
              <a:ext uri="{FF2B5EF4-FFF2-40B4-BE49-F238E27FC236}">
                <a16:creationId xmlns:a16="http://schemas.microsoft.com/office/drawing/2014/main" id="{AB97E253-9958-8979-5621-0CA465223F4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08555" y="4646521"/>
            <a:ext cx="199453" cy="240855"/>
            <a:chOff x="1321652" y="1706026"/>
            <a:chExt cx="199453" cy="240855"/>
          </a:xfrm>
        </p:grpSpPr>
        <p:sp>
          <p:nvSpPr>
            <p:cNvPr id="9" name="Box">
              <a:extLst>
                <a:ext uri="{FF2B5EF4-FFF2-40B4-BE49-F238E27FC236}">
                  <a16:creationId xmlns:a16="http://schemas.microsoft.com/office/drawing/2014/main" id="{DB42EF01-7E1D-A645-D63D-BD11480ED2BD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21652" y="1706026"/>
              <a:ext cx="199453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76</a:t>
              </a:r>
            </a:p>
          </p:txBody>
        </p:sp>
        <p:sp>
          <p:nvSpPr>
            <p:cNvPr id="10" name="Arrow">
              <a:extLst>
                <a:ext uri="{FF2B5EF4-FFF2-40B4-BE49-F238E27FC236}">
                  <a16:creationId xmlns:a16="http://schemas.microsoft.com/office/drawing/2014/main" id="{A575D7FD-E3C9-4646-EA81-4306825057A3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" name="Gap">
              <a:extLst>
                <a:ext uri="{FF2B5EF4-FFF2-40B4-BE49-F238E27FC236}">
                  <a16:creationId xmlns:a16="http://schemas.microsoft.com/office/drawing/2014/main" id="{5302D0B4-108C-3758-1B6F-78C2FE80D787}"/>
                </a:ext>
              </a:extLst>
            </p:cNvPr>
            <p:cNvCxnSpPr/>
            <p:nvPr>
              <p:custDataLst>
                <p:tags r:id="rId8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Tooltip">
            <a:extLst>
              <a:ext uri="{FF2B5EF4-FFF2-40B4-BE49-F238E27FC236}">
                <a16:creationId xmlns:a16="http://schemas.microsoft.com/office/drawing/2014/main" id="{6E8331B4-C297-0943-7349-688A61C4E31F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370130" y="3021620"/>
            <a:ext cx="248045" cy="240855"/>
            <a:chOff x="1297356" y="1706026"/>
            <a:chExt cx="248045" cy="240855"/>
          </a:xfrm>
        </p:grpSpPr>
        <p:sp>
          <p:nvSpPr>
            <p:cNvPr id="23" name="Box">
              <a:extLst>
                <a:ext uri="{FF2B5EF4-FFF2-40B4-BE49-F238E27FC236}">
                  <a16:creationId xmlns:a16="http://schemas.microsoft.com/office/drawing/2014/main" id="{1754D02E-2AEF-5A37-3865-67BD66353B04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7356" y="1706026"/>
              <a:ext cx="248045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189</a:t>
              </a:r>
            </a:p>
          </p:txBody>
        </p:sp>
        <p:sp>
          <p:nvSpPr>
            <p:cNvPr id="24" name="Arrow">
              <a:extLst>
                <a:ext uri="{FF2B5EF4-FFF2-40B4-BE49-F238E27FC236}">
                  <a16:creationId xmlns:a16="http://schemas.microsoft.com/office/drawing/2014/main" id="{C5AD3551-6D90-FBAE-AA8E-7593DADA3161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" name="Gap">
              <a:extLst>
                <a:ext uri="{FF2B5EF4-FFF2-40B4-BE49-F238E27FC236}">
                  <a16:creationId xmlns:a16="http://schemas.microsoft.com/office/drawing/2014/main" id="{79F689B7-FB67-0F9E-E567-60732E4FA356}"/>
                </a:ext>
              </a:extLst>
            </p:cNvPr>
            <p:cNvCxnSpPr/>
            <p:nvPr>
              <p:custDataLst>
                <p:tags r:id="rId5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2E42565A-AC9E-DEA0-664B-229422607B62}"/>
              </a:ext>
            </a:extLst>
          </p:cNvPr>
          <p:cNvSpPr txBox="1"/>
          <p:nvPr/>
        </p:nvSpPr>
        <p:spPr>
          <a:xfrm>
            <a:off x="120173" y="1936702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인원수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EC1202C-BB26-62F3-662D-EDA754293D8B}"/>
              </a:ext>
            </a:extLst>
          </p:cNvPr>
          <p:cNvSpPr txBox="1"/>
          <p:nvPr/>
        </p:nvSpPr>
        <p:spPr>
          <a:xfrm>
            <a:off x="9224706" y="6195676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시간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B91CE75-717B-7159-1B74-4CA61B30A670}"/>
              </a:ext>
            </a:extLst>
          </p:cNvPr>
          <p:cNvSpPr/>
          <p:nvPr/>
        </p:nvSpPr>
        <p:spPr bwMode="auto">
          <a:xfrm>
            <a:off x="984552" y="5782618"/>
            <a:ext cx="120256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C215CA1E-715A-2EB7-786D-79906BD84092}"/>
              </a:ext>
            </a:extLst>
          </p:cNvPr>
          <p:cNvSpPr/>
          <p:nvPr/>
        </p:nvSpPr>
        <p:spPr bwMode="auto">
          <a:xfrm>
            <a:off x="1683292" y="5782618"/>
            <a:ext cx="143052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8C68344-72AE-37F7-55AB-AE18B6CA8A18}"/>
              </a:ext>
            </a:extLst>
          </p:cNvPr>
          <p:cNvSpPr/>
          <p:nvPr/>
        </p:nvSpPr>
        <p:spPr bwMode="auto">
          <a:xfrm>
            <a:off x="2451042" y="5347350"/>
            <a:ext cx="171387" cy="735908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7CF36999-AE2D-A6C1-EBE7-EA48EDA95F0F}"/>
              </a:ext>
            </a:extLst>
          </p:cNvPr>
          <p:cNvSpPr/>
          <p:nvPr/>
        </p:nvSpPr>
        <p:spPr bwMode="auto">
          <a:xfrm>
            <a:off x="3184287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3C05C86-4DFE-CBA9-8D58-5CDF3AF6684C}"/>
              </a:ext>
            </a:extLst>
          </p:cNvPr>
          <p:cNvSpPr/>
          <p:nvPr/>
        </p:nvSpPr>
        <p:spPr bwMode="auto">
          <a:xfrm>
            <a:off x="3934785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F05D717-A65E-BA23-CE73-890B31E6E649}"/>
              </a:ext>
            </a:extLst>
          </p:cNvPr>
          <p:cNvSpPr/>
          <p:nvPr/>
        </p:nvSpPr>
        <p:spPr bwMode="auto">
          <a:xfrm>
            <a:off x="4685283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29D1A8F-90B5-818A-59DF-2011B9B92E1B}"/>
              </a:ext>
            </a:extLst>
          </p:cNvPr>
          <p:cNvSpPr/>
          <p:nvPr/>
        </p:nvSpPr>
        <p:spPr bwMode="auto">
          <a:xfrm>
            <a:off x="5401275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1BCEA5-BA4B-AA2E-7854-B868FC05F372}"/>
              </a:ext>
            </a:extLst>
          </p:cNvPr>
          <p:cNvSpPr/>
          <p:nvPr/>
        </p:nvSpPr>
        <p:spPr bwMode="auto">
          <a:xfrm>
            <a:off x="6169026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A6212AD-04E5-63DB-9911-4BCEFEF1D494}"/>
              </a:ext>
            </a:extLst>
          </p:cNvPr>
          <p:cNvSpPr/>
          <p:nvPr/>
        </p:nvSpPr>
        <p:spPr bwMode="auto">
          <a:xfrm>
            <a:off x="6928150" y="5338722"/>
            <a:ext cx="188642" cy="74453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80413F4-DB45-758D-109A-040F7458A9F6}"/>
              </a:ext>
            </a:extLst>
          </p:cNvPr>
          <p:cNvSpPr/>
          <p:nvPr/>
        </p:nvSpPr>
        <p:spPr bwMode="auto">
          <a:xfrm>
            <a:off x="7626890" y="5563010"/>
            <a:ext cx="171389" cy="520247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A85D59-41C4-0BB3-9DB2-2BA8BA0BEF16}"/>
              </a:ext>
            </a:extLst>
          </p:cNvPr>
          <p:cNvSpPr/>
          <p:nvPr/>
        </p:nvSpPr>
        <p:spPr bwMode="auto">
          <a:xfrm>
            <a:off x="8377388" y="5761418"/>
            <a:ext cx="154137" cy="321839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917C5BD4-1327-EEB2-BEB0-25B322B9F50A}"/>
              </a:ext>
            </a:extLst>
          </p:cNvPr>
          <p:cNvSpPr/>
          <p:nvPr/>
        </p:nvSpPr>
        <p:spPr bwMode="auto">
          <a:xfrm>
            <a:off x="9136513" y="5890814"/>
            <a:ext cx="136884" cy="192443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EB937A4-93B6-DD88-5362-E50A7A5AC9C2}"/>
              </a:ext>
            </a:extLst>
          </p:cNvPr>
          <p:cNvSpPr txBox="1"/>
          <p:nvPr/>
        </p:nvSpPr>
        <p:spPr>
          <a:xfrm>
            <a:off x="6559214" y="6466947"/>
            <a:ext cx="78475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047F0B2-DFEF-6DBB-2FA2-DEE2AE1A9945}"/>
              </a:ext>
            </a:extLst>
          </p:cNvPr>
          <p:cNvSpPr/>
          <p:nvPr/>
        </p:nvSpPr>
        <p:spPr bwMode="auto">
          <a:xfrm>
            <a:off x="6417497" y="6505994"/>
            <a:ext cx="98830" cy="15758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65D668-26FA-BF23-1A95-65A731DD7BC0}"/>
              </a:ext>
            </a:extLst>
          </p:cNvPr>
          <p:cNvSpPr/>
          <p:nvPr/>
        </p:nvSpPr>
        <p:spPr bwMode="auto">
          <a:xfrm>
            <a:off x="6516328" y="6505994"/>
            <a:ext cx="98830" cy="15758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F7F60B1-4A43-6E44-AB6C-C3A35B03C6B8}"/>
              </a:ext>
            </a:extLst>
          </p:cNvPr>
          <p:cNvSpPr/>
          <p:nvPr/>
        </p:nvSpPr>
        <p:spPr bwMode="auto">
          <a:xfrm>
            <a:off x="1075361" y="5784915"/>
            <a:ext cx="114575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D6A5E3D-DF0C-D368-E407-0756D153179E}"/>
              </a:ext>
            </a:extLst>
          </p:cNvPr>
          <p:cNvSpPr/>
          <p:nvPr/>
        </p:nvSpPr>
        <p:spPr bwMode="auto">
          <a:xfrm>
            <a:off x="1799263" y="5784915"/>
            <a:ext cx="124789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2D9F388-5166-0EBC-730C-41CFDE2035BB}"/>
              </a:ext>
            </a:extLst>
          </p:cNvPr>
          <p:cNvSpPr/>
          <p:nvPr/>
        </p:nvSpPr>
        <p:spPr bwMode="auto">
          <a:xfrm>
            <a:off x="2513875" y="5352133"/>
            <a:ext cx="182958" cy="733422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526392A6-D44D-20E1-9C33-96A43A86F760}"/>
              </a:ext>
            </a:extLst>
          </p:cNvPr>
          <p:cNvSpPr/>
          <p:nvPr/>
        </p:nvSpPr>
        <p:spPr bwMode="auto">
          <a:xfrm>
            <a:off x="3355737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CF2933B8-956D-E257-9CA3-AC623DA3DCC9}"/>
              </a:ext>
            </a:extLst>
          </p:cNvPr>
          <p:cNvSpPr/>
          <p:nvPr/>
        </p:nvSpPr>
        <p:spPr bwMode="auto">
          <a:xfrm>
            <a:off x="4106235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4FD1FE4E-72BF-8247-2A97-5F28D98DA32F}"/>
              </a:ext>
            </a:extLst>
          </p:cNvPr>
          <p:cNvSpPr/>
          <p:nvPr/>
        </p:nvSpPr>
        <p:spPr bwMode="auto">
          <a:xfrm>
            <a:off x="4856733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9033CF48-2F89-0924-91CF-FDE6F29F59DE}"/>
              </a:ext>
            </a:extLst>
          </p:cNvPr>
          <p:cNvSpPr/>
          <p:nvPr/>
        </p:nvSpPr>
        <p:spPr bwMode="auto">
          <a:xfrm>
            <a:off x="5572725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49B824F-AB41-AFE4-F8E2-62A76705AC49}"/>
              </a:ext>
            </a:extLst>
          </p:cNvPr>
          <p:cNvSpPr/>
          <p:nvPr/>
        </p:nvSpPr>
        <p:spPr bwMode="auto">
          <a:xfrm>
            <a:off x="6340476" y="48422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602ACDF-6DC2-B224-75D2-85266BA11D15}"/>
              </a:ext>
            </a:extLst>
          </p:cNvPr>
          <p:cNvSpPr/>
          <p:nvPr/>
        </p:nvSpPr>
        <p:spPr bwMode="auto">
          <a:xfrm>
            <a:off x="7099600" y="5343505"/>
            <a:ext cx="188642" cy="74453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E119986-85CA-9D35-A1CB-F66E44201C3E}"/>
              </a:ext>
            </a:extLst>
          </p:cNvPr>
          <p:cNvSpPr/>
          <p:nvPr/>
        </p:nvSpPr>
        <p:spPr bwMode="auto">
          <a:xfrm>
            <a:off x="7798340" y="5558268"/>
            <a:ext cx="171389" cy="520247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E9CC937B-29C3-BA37-AAD7-7D0DB3BE8346}"/>
              </a:ext>
            </a:extLst>
          </p:cNvPr>
          <p:cNvSpPr/>
          <p:nvPr/>
        </p:nvSpPr>
        <p:spPr bwMode="auto">
          <a:xfrm>
            <a:off x="8529788" y="5763568"/>
            <a:ext cx="154137" cy="321839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460A36E7-9085-BD33-53BE-6E7EC5394775}"/>
              </a:ext>
            </a:extLst>
          </p:cNvPr>
          <p:cNvSpPr/>
          <p:nvPr/>
        </p:nvSpPr>
        <p:spPr bwMode="auto">
          <a:xfrm>
            <a:off x="9279388" y="5892964"/>
            <a:ext cx="136884" cy="192443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18B3DEFF-9A23-052F-9BE1-890121377E7B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186250C-B2CE-6D3C-BC24-1C8CC283DC0F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7" name="Rectangle 7">
            <a:extLst>
              <a:ext uri="{FF2B5EF4-FFF2-40B4-BE49-F238E27FC236}">
                <a16:creationId xmlns:a16="http://schemas.microsoft.com/office/drawing/2014/main" id="{2A3EF528-B13D-B46E-7B81-3C48ED29B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Rectangle 7">
            <a:extLst>
              <a:ext uri="{FF2B5EF4-FFF2-40B4-BE49-F238E27FC236}">
                <a16:creationId xmlns:a16="http://schemas.microsoft.com/office/drawing/2014/main" id="{37CFFC51-7622-EBA3-6968-5EC275C07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EAFBAD1D-48CB-F35C-6CCA-07F66980DCE8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0FBA923-3313-F91E-8CCC-89B1C34C0CD1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9898254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50F24-7DFB-F424-CAB1-F17E4F6CE7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30B6328D-F9C3-83DD-BD01-40478FC79FD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1BC5E950-A7F8-92BA-C717-6A93CBE27602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5872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17F12881-1078-02A7-BECA-D13F48B2A7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269168"/>
              </p:ext>
            </p:extLst>
          </p:nvPr>
        </p:nvGraphicFramePr>
        <p:xfrm>
          <a:off x="170952" y="942492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66C82EF-54B8-B87A-3ED0-0F210B54503F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A58F4CB9-4E06-8D54-CD2A-DB879E40841C}"/>
              </a:ext>
            </a:extLst>
          </p:cNvPr>
          <p:cNvGrpSpPr/>
          <p:nvPr/>
        </p:nvGrpSpPr>
        <p:grpSpPr>
          <a:xfrm>
            <a:off x="8674450" y="935747"/>
            <a:ext cx="701739" cy="268517"/>
            <a:chOff x="-2021847" y="4521064"/>
            <a:chExt cx="718741" cy="268517"/>
          </a:xfrm>
        </p:grpSpPr>
        <p:sp>
          <p:nvSpPr>
            <p:cNvPr id="34" name="AutoShape 55">
              <a:extLst>
                <a:ext uri="{FF2B5EF4-FFF2-40B4-BE49-F238E27FC236}">
                  <a16:creationId xmlns:a16="http://schemas.microsoft.com/office/drawing/2014/main" id="{C57567AB-1E55-9555-4D74-53E550535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2A46BDCF-075D-FAA5-94BC-51C78EE40EED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140F36BF-3C5E-33B0-ADFE-054BDD0487A9}"/>
              </a:ext>
            </a:extLst>
          </p:cNvPr>
          <p:cNvGrpSpPr/>
          <p:nvPr/>
        </p:nvGrpSpPr>
        <p:grpSpPr>
          <a:xfrm>
            <a:off x="8101722" y="935747"/>
            <a:ext cx="673187" cy="268517"/>
            <a:chOff x="-2027515" y="4521064"/>
            <a:chExt cx="689497" cy="268517"/>
          </a:xfrm>
        </p:grpSpPr>
        <p:sp>
          <p:nvSpPr>
            <p:cNvPr id="37" name="AutoShape 55">
              <a:extLst>
                <a:ext uri="{FF2B5EF4-FFF2-40B4-BE49-F238E27FC236}">
                  <a16:creationId xmlns:a16="http://schemas.microsoft.com/office/drawing/2014/main" id="{4733B803-91AB-33E1-9EAF-3B7F2B62C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331B97B-B94B-6BF0-D7FF-C27AC10EE2F0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09A7E240-8EA8-07BA-CAD3-73265B7618BA}"/>
              </a:ext>
            </a:extLst>
          </p:cNvPr>
          <p:cNvGrpSpPr/>
          <p:nvPr/>
        </p:nvGrpSpPr>
        <p:grpSpPr>
          <a:xfrm>
            <a:off x="9190499" y="935747"/>
            <a:ext cx="673187" cy="268517"/>
            <a:chOff x="-2081987" y="4521064"/>
            <a:chExt cx="689497" cy="268517"/>
          </a:xfrm>
        </p:grpSpPr>
        <p:sp>
          <p:nvSpPr>
            <p:cNvPr id="40" name="AutoShape 55">
              <a:extLst>
                <a:ext uri="{FF2B5EF4-FFF2-40B4-BE49-F238E27FC236}">
                  <a16:creationId xmlns:a16="http://schemas.microsoft.com/office/drawing/2014/main" id="{D6BB06AA-7E30-AB5E-0131-3F778B4C8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6760FD61-62CF-B94B-EA25-571123BD9C8E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ECE1754C-4956-46EB-599C-B3E0B1733BE4}"/>
              </a:ext>
            </a:extLst>
          </p:cNvPr>
          <p:cNvGrpSpPr/>
          <p:nvPr/>
        </p:nvGrpSpPr>
        <p:grpSpPr>
          <a:xfrm>
            <a:off x="179543" y="1388579"/>
            <a:ext cx="9410988" cy="352819"/>
            <a:chOff x="179543" y="1388579"/>
            <a:chExt cx="9410988" cy="352819"/>
          </a:xfrm>
        </p:grpSpPr>
        <p:sp>
          <p:nvSpPr>
            <p:cNvPr id="87" name="모서리가 둥근 직사각형 116">
              <a:extLst>
                <a:ext uri="{FF2B5EF4-FFF2-40B4-BE49-F238E27FC236}">
                  <a16:creationId xmlns:a16="http://schemas.microsoft.com/office/drawing/2014/main" id="{55E3A004-48C8-2860-9208-78E1C7C477E6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A585D86E-BF9D-40C4-B541-50A29B6982FB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2B854E09-4B10-A9CA-DE84-E0B38EDA4C94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91" name="포인트가 12개인 별 127">
                <a:extLst>
                  <a:ext uri="{FF2B5EF4-FFF2-40B4-BE49-F238E27FC236}">
                    <a16:creationId xmlns:a16="http://schemas.microsoft.com/office/drawing/2014/main" id="{53E850E5-164A-43B8-8BDF-64B228100764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92" name="Exclamation Mark">
                <a:extLst>
                  <a:ext uri="{FF2B5EF4-FFF2-40B4-BE49-F238E27FC236}">
                    <a16:creationId xmlns:a16="http://schemas.microsoft.com/office/drawing/2014/main" id="{E4A3F51E-DD82-31A7-D053-7878C0238E2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6D6C403F-A712-C60C-B6F7-92A46EEE10DD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411469C-F8CA-AC7A-08D7-10F3B383F635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" name="Rectangle 7">
            <a:extLst>
              <a:ext uri="{FF2B5EF4-FFF2-40B4-BE49-F238E27FC236}">
                <a16:creationId xmlns:a16="http://schemas.microsoft.com/office/drawing/2014/main" id="{73F92BF7-58C0-4F05-2599-5887DF885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1" name="AutoShape 89">
            <a:extLst>
              <a:ext uri="{FF2B5EF4-FFF2-40B4-BE49-F238E27FC236}">
                <a16:creationId xmlns:a16="http://schemas.microsoft.com/office/drawing/2014/main" id="{B8BA5538-8E28-2F07-47B4-5521F56C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B4BD81B7-87C1-C956-D794-E4652EE331E5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15" name="AutoShape 55">
              <a:extLst>
                <a:ext uri="{FF2B5EF4-FFF2-40B4-BE49-F238E27FC236}">
                  <a16:creationId xmlns:a16="http://schemas.microsoft.com/office/drawing/2014/main" id="{63916C32-3CB2-CBE6-59A4-DEFF6B0CA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Accept">
              <a:extLst>
                <a:ext uri="{FF2B5EF4-FFF2-40B4-BE49-F238E27FC236}">
                  <a16:creationId xmlns:a16="http://schemas.microsoft.com/office/drawing/2014/main" id="{B5B2A960-DE57-554D-25D7-982C4FDB0D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7" name="타원 26">
            <a:extLst>
              <a:ext uri="{FF2B5EF4-FFF2-40B4-BE49-F238E27FC236}">
                <a16:creationId xmlns:a16="http://schemas.microsoft.com/office/drawing/2014/main" id="{A5722F7A-6361-129C-20E1-845EBFB251D2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6F9771CB-61ED-A9BC-7334-449004BB64C8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" name="Rectangle 7">
            <a:extLst>
              <a:ext uri="{FF2B5EF4-FFF2-40B4-BE49-F238E27FC236}">
                <a16:creationId xmlns:a16="http://schemas.microsoft.com/office/drawing/2014/main" id="{A29B6006-105C-23EB-3D2E-FD9EE14DB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Rectangle 7">
            <a:extLst>
              <a:ext uri="{FF2B5EF4-FFF2-40B4-BE49-F238E27FC236}">
                <a16:creationId xmlns:a16="http://schemas.microsoft.com/office/drawing/2014/main" id="{EF0694F3-E050-D0BF-C7DC-0CBE27B05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936D4A11-455E-F59C-76B6-96C3B66DEB43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6555E8A5-76C6-F713-6418-51092301E88B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4892167-3423-20A7-EB78-5DDA8679F3BB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82338F9-BEC8-AE9D-5C18-DE9A951BF5A0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2B818C4-658F-F302-C909-DFCCFA9E5D08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모서리가 둥근 직사각형 500">
            <a:extLst>
              <a:ext uri="{FF2B5EF4-FFF2-40B4-BE49-F238E27FC236}">
                <a16:creationId xmlns:a16="http://schemas.microsoft.com/office/drawing/2014/main" id="{EFC27462-EEBF-15F6-177C-D11802554529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모서리가 둥근 직사각형 501">
            <a:extLst>
              <a:ext uri="{FF2B5EF4-FFF2-40B4-BE49-F238E27FC236}">
                <a16:creationId xmlns:a16="http://schemas.microsoft.com/office/drawing/2014/main" id="{22489F36-8B9C-E8C4-7392-4F72C6D3FE0D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BAEDBE3-FF5D-0F36-08A2-04417E2EC1C8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0" name="사각형 설명선 86">
            <a:extLst>
              <a:ext uri="{FF2B5EF4-FFF2-40B4-BE49-F238E27FC236}">
                <a16:creationId xmlns:a16="http://schemas.microsoft.com/office/drawing/2014/main" id="{8246BE00-2407-3F69-2D54-94348A13EF33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4C8C493-18C8-C49B-68A0-63D9F3DCD0BE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DAD27D66-6BA4-BB61-F38D-14157F01AD9D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212FBCE-CE93-BAC0-099D-2A85102EB649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F8FDE09B-2B85-7A5B-A452-D0E1693A2B55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680BD7C-6D17-8E81-7EB1-82A4347ECA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2547213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45" name="직사각형 44">
            <a:extLst>
              <a:ext uri="{FF2B5EF4-FFF2-40B4-BE49-F238E27FC236}">
                <a16:creationId xmlns:a16="http://schemas.microsoft.com/office/drawing/2014/main" id="{F685F342-53A2-DA92-8CB6-3DCE179B4769}"/>
              </a:ext>
            </a:extLst>
          </p:cNvPr>
          <p:cNvSpPr/>
          <p:nvPr/>
        </p:nvSpPr>
        <p:spPr bwMode="auto">
          <a:xfrm>
            <a:off x="732820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1800" dirty="0">
                <a:solidFill>
                  <a:srgbClr val="FFFF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C6B4BB-5482-726F-351C-E2A32C4D917C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A804B3-88A5-F53E-3271-60E2FABB9574}"/>
              </a:ext>
            </a:extLst>
          </p:cNvPr>
          <p:cNvSpPr/>
          <p:nvPr/>
        </p:nvSpPr>
        <p:spPr bwMode="auto">
          <a:xfrm>
            <a:off x="334317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0D3DD34-CE9B-D7EC-19E7-7D7BD854AF68}"/>
              </a:ext>
            </a:extLst>
          </p:cNvPr>
          <p:cNvSpPr/>
          <p:nvPr/>
        </p:nvSpPr>
        <p:spPr bwMode="auto">
          <a:xfrm>
            <a:off x="2736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92419B8-BAC9-0887-D72C-5E24B4679035}"/>
              </a:ext>
            </a:extLst>
          </p:cNvPr>
          <p:cNvSpPr/>
          <p:nvPr/>
        </p:nvSpPr>
        <p:spPr bwMode="auto">
          <a:xfrm>
            <a:off x="3942909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B61C21E-72D6-18E5-6359-0C13C746F24A}"/>
              </a:ext>
            </a:extLst>
          </p:cNvPr>
          <p:cNvSpPr/>
          <p:nvPr/>
        </p:nvSpPr>
        <p:spPr bwMode="auto">
          <a:xfrm>
            <a:off x="672678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B1E6A243-210F-7DC4-BFA2-DFE08446CB4F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6E7026AA-836A-6AA8-E830-0A21633CCBE2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718E057A-F90A-DCA2-B21F-7817F5DB7E82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6E39F346-A28B-41AE-097F-3151E11D3068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395A34D4-71BB-036B-A6C6-9A60F1643BA9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0468B97-2CB8-9267-7DC1-6B6F521BA6C4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698F2F6-89B5-FFD6-E773-802BC74913DF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3C8B9D4-EE27-78A9-0176-2AF985E6A963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F039BF-FCDC-C087-D9BA-3F226F6CB2E5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65E487B9-2F04-505B-B5ED-3DFD248754FC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FBD807C-7D9D-2569-5191-CE7D65B471D3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A56FA001-0703-3597-7BA6-0DE8FDA1AF2C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775E2487-067F-CAE8-8460-3DA894031B61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9AC6EA71-0C42-288D-DFB1-0F44A4F23D91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1034584-EEDE-210B-BA41-B680ADCCA2FA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E7DFC33-C9DE-1962-48D3-6DDBA7E2F788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A3C1F3EB-B692-980F-9B8F-0AF9CD7110AE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E2E88D1-1D4E-C046-AD32-14E41729A628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789ADD71-C877-30B7-2632-B9659A639462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타원 106">
            <a:extLst>
              <a:ext uri="{FF2B5EF4-FFF2-40B4-BE49-F238E27FC236}">
                <a16:creationId xmlns:a16="http://schemas.microsoft.com/office/drawing/2014/main" id="{2F19F017-7F78-6E8E-7CC4-DC4B0FABA896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822B7E53-F6F4-EC39-B454-A8AFFD315BD4}"/>
              </a:ext>
            </a:extLst>
          </p:cNvPr>
          <p:cNvSpPr/>
          <p:nvPr/>
        </p:nvSpPr>
        <p:spPr bwMode="auto">
          <a:xfrm>
            <a:off x="804168" y="1985928"/>
            <a:ext cx="8145190" cy="1200647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09" name="표 108">
            <a:extLst>
              <a:ext uri="{FF2B5EF4-FFF2-40B4-BE49-F238E27FC236}">
                <a16:creationId xmlns:a16="http://schemas.microsoft.com/office/drawing/2014/main" id="{48B0CD82-FC39-A00B-01C5-517C8BD624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778765"/>
              </p:ext>
            </p:extLst>
          </p:nvPr>
        </p:nvGraphicFramePr>
        <p:xfrm>
          <a:off x="929666" y="2347164"/>
          <a:ext cx="7818048" cy="632814"/>
        </p:xfrm>
        <a:graphic>
          <a:graphicData uri="http://schemas.openxmlformats.org/drawingml/2006/table">
            <a:tbl>
              <a:tblPr/>
              <a:tblGrid>
                <a:gridCol w="8686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키오스크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셀프백드랍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D63812C6-8AE5-3D27-ACD8-24694AACEBD1}"/>
              </a:ext>
            </a:extLst>
          </p:cNvPr>
          <p:cNvSpPr txBox="1"/>
          <p:nvPr/>
        </p:nvSpPr>
        <p:spPr>
          <a:xfrm>
            <a:off x="3857775" y="1993288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</a:t>
            </a:r>
            <a:r>
              <a: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</a:t>
            </a:r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E68B1CF-F5E4-06D4-11BD-1AE7A2376E57}"/>
              </a:ext>
            </a:extLst>
          </p:cNvPr>
          <p:cNvSpPr txBox="1"/>
          <p:nvPr/>
        </p:nvSpPr>
        <p:spPr>
          <a:xfrm>
            <a:off x="6802079" y="2063871"/>
            <a:ext cx="2089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키오스크 번호를 선택하세요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12" name="연결선: 꺾임 111">
            <a:extLst>
              <a:ext uri="{FF2B5EF4-FFF2-40B4-BE49-F238E27FC236}">
                <a16:creationId xmlns:a16="http://schemas.microsoft.com/office/drawing/2014/main" id="{89384CDB-CF3E-B222-D1FE-9E4A6E364415}"/>
              </a:ext>
            </a:extLst>
          </p:cNvPr>
          <p:cNvCxnSpPr>
            <a:cxnSpLocks/>
            <a:stCxn id="95" idx="1"/>
            <a:endCxn id="108" idx="1"/>
          </p:cNvCxnSpPr>
          <p:nvPr/>
        </p:nvCxnSpPr>
        <p:spPr bwMode="auto">
          <a:xfrm rot="10800000">
            <a:off x="804168" y="2586253"/>
            <a:ext cx="949232" cy="3284887"/>
          </a:xfrm>
          <a:prstGeom prst="bentConnector3">
            <a:avLst>
              <a:gd name="adj1" fmla="val 141828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E00C256B-06E1-ADFC-8D71-785AF1ABA789}"/>
              </a:ext>
            </a:extLst>
          </p:cNvPr>
          <p:cNvSpPr/>
          <p:nvPr/>
        </p:nvSpPr>
        <p:spPr bwMode="auto">
          <a:xfrm>
            <a:off x="612535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1800" dirty="0">
                <a:solidFill>
                  <a:srgbClr val="FFFF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33B08719-C24B-FA44-216D-F9A439A34E0F}"/>
              </a:ext>
            </a:extLst>
          </p:cNvPr>
          <p:cNvSpPr/>
          <p:nvPr/>
        </p:nvSpPr>
        <p:spPr bwMode="auto">
          <a:xfrm>
            <a:off x="454394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035474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714945-B279-DE93-F4B7-4BEF17AFEA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CC829D30-682D-F311-027F-9CF2820B1B15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816F4F57-1342-C5AE-1F60-CCB89DEA46E4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95872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01" name="표 100">
            <a:extLst>
              <a:ext uri="{FF2B5EF4-FFF2-40B4-BE49-F238E27FC236}">
                <a16:creationId xmlns:a16="http://schemas.microsoft.com/office/drawing/2014/main" id="{E15F0D02-EAE3-8BBC-F4C7-34FFC3C88F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4843140"/>
              </p:ext>
            </p:extLst>
          </p:nvPr>
        </p:nvGraphicFramePr>
        <p:xfrm>
          <a:off x="170952" y="942492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E70CCDCE-57CF-46DA-70FB-B83314E1FF45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7ECBDC80-885A-8E27-02F9-77900FB23339}"/>
              </a:ext>
            </a:extLst>
          </p:cNvPr>
          <p:cNvGrpSpPr/>
          <p:nvPr/>
        </p:nvGrpSpPr>
        <p:grpSpPr>
          <a:xfrm>
            <a:off x="8674450" y="935747"/>
            <a:ext cx="701739" cy="268517"/>
            <a:chOff x="-2021847" y="4521064"/>
            <a:chExt cx="718741" cy="268517"/>
          </a:xfrm>
        </p:grpSpPr>
        <p:sp>
          <p:nvSpPr>
            <p:cNvPr id="34" name="AutoShape 55">
              <a:extLst>
                <a:ext uri="{FF2B5EF4-FFF2-40B4-BE49-F238E27FC236}">
                  <a16:creationId xmlns:a16="http://schemas.microsoft.com/office/drawing/2014/main" id="{EE44C860-5BC5-03BA-5BA2-DE6F64ED8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3797778-6E8F-E2C8-7D85-2DBDF66BDB40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4F3B29A-BF55-F054-9E89-3CE463529E2F}"/>
              </a:ext>
            </a:extLst>
          </p:cNvPr>
          <p:cNvGrpSpPr/>
          <p:nvPr/>
        </p:nvGrpSpPr>
        <p:grpSpPr>
          <a:xfrm>
            <a:off x="8101722" y="935747"/>
            <a:ext cx="673187" cy="268517"/>
            <a:chOff x="-2027515" y="4521064"/>
            <a:chExt cx="689497" cy="268517"/>
          </a:xfrm>
        </p:grpSpPr>
        <p:sp>
          <p:nvSpPr>
            <p:cNvPr id="37" name="AutoShape 55">
              <a:extLst>
                <a:ext uri="{FF2B5EF4-FFF2-40B4-BE49-F238E27FC236}">
                  <a16:creationId xmlns:a16="http://schemas.microsoft.com/office/drawing/2014/main" id="{F8D18498-0E20-4465-C50A-DA9D70C2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5309547-371D-0E19-91C7-305BCDE9C119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2A922557-992A-D115-A634-C8E98B48C2C3}"/>
              </a:ext>
            </a:extLst>
          </p:cNvPr>
          <p:cNvGrpSpPr/>
          <p:nvPr/>
        </p:nvGrpSpPr>
        <p:grpSpPr>
          <a:xfrm>
            <a:off x="9190499" y="935747"/>
            <a:ext cx="673187" cy="268517"/>
            <a:chOff x="-2081987" y="4521064"/>
            <a:chExt cx="689497" cy="268517"/>
          </a:xfrm>
        </p:grpSpPr>
        <p:sp>
          <p:nvSpPr>
            <p:cNvPr id="40" name="AutoShape 55">
              <a:extLst>
                <a:ext uri="{FF2B5EF4-FFF2-40B4-BE49-F238E27FC236}">
                  <a16:creationId xmlns:a16="http://schemas.microsoft.com/office/drawing/2014/main" id="{EC2AA3D7-3BD8-CC15-BF38-53BD73D4C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4AE6C3C-DA4C-AE78-3ADD-4F7D379A6476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411778BD-BFDB-3862-7A79-246AB8A83449}"/>
              </a:ext>
            </a:extLst>
          </p:cNvPr>
          <p:cNvGrpSpPr/>
          <p:nvPr/>
        </p:nvGrpSpPr>
        <p:grpSpPr>
          <a:xfrm>
            <a:off x="179543" y="1388579"/>
            <a:ext cx="9410988" cy="352819"/>
            <a:chOff x="179543" y="1388579"/>
            <a:chExt cx="9410988" cy="352819"/>
          </a:xfrm>
        </p:grpSpPr>
        <p:sp>
          <p:nvSpPr>
            <p:cNvPr id="87" name="모서리가 둥근 직사각형 116">
              <a:extLst>
                <a:ext uri="{FF2B5EF4-FFF2-40B4-BE49-F238E27FC236}">
                  <a16:creationId xmlns:a16="http://schemas.microsoft.com/office/drawing/2014/main" id="{FDC2A9AA-CF8D-C421-104D-72D56EE62F10}"/>
                </a:ext>
              </a:extLst>
            </p:cNvPr>
            <p:cNvSpPr/>
            <p:nvPr/>
          </p:nvSpPr>
          <p:spPr bwMode="auto">
            <a:xfrm>
              <a:off x="179543" y="1388579"/>
              <a:ext cx="9410988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4C767611-414E-0934-4BF1-45895A8C4AE7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C8C5C357-1471-84E0-FD0E-80E599DE9883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91" name="포인트가 12개인 별 127">
                <a:extLst>
                  <a:ext uri="{FF2B5EF4-FFF2-40B4-BE49-F238E27FC236}">
                    <a16:creationId xmlns:a16="http://schemas.microsoft.com/office/drawing/2014/main" id="{C0348ABF-2BAE-AA3A-FB71-68D99C1AF56C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92" name="Exclamation Mark">
                <a:extLst>
                  <a:ext uri="{FF2B5EF4-FFF2-40B4-BE49-F238E27FC236}">
                    <a16:creationId xmlns:a16="http://schemas.microsoft.com/office/drawing/2014/main" id="{B9653DA3-EADE-12D4-B38E-CC6816636BF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3105D66-9F68-B57F-8BF2-B7854099FB8E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485AD5E-46DA-00B5-9AFB-0126A6F20E05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" name="Rectangle 7">
            <a:extLst>
              <a:ext uri="{FF2B5EF4-FFF2-40B4-BE49-F238E27FC236}">
                <a16:creationId xmlns:a16="http://schemas.microsoft.com/office/drawing/2014/main" id="{116B390D-F5BA-8549-B434-201CA3639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1" name="AutoShape 89">
            <a:extLst>
              <a:ext uri="{FF2B5EF4-FFF2-40B4-BE49-F238E27FC236}">
                <a16:creationId xmlns:a16="http://schemas.microsoft.com/office/drawing/2014/main" id="{292A5136-E687-B564-E740-D9D74BF60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51B95950-16D5-2B22-AF8B-2A1F1F0EB263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15" name="AutoShape 55">
              <a:extLst>
                <a:ext uri="{FF2B5EF4-FFF2-40B4-BE49-F238E27FC236}">
                  <a16:creationId xmlns:a16="http://schemas.microsoft.com/office/drawing/2014/main" id="{8DBF275A-5430-73EC-D9D7-D798DA37F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Accept">
              <a:extLst>
                <a:ext uri="{FF2B5EF4-FFF2-40B4-BE49-F238E27FC236}">
                  <a16:creationId xmlns:a16="http://schemas.microsoft.com/office/drawing/2014/main" id="{52561C29-2B08-0E10-D301-F40EF9C44F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7" name="타원 26">
            <a:extLst>
              <a:ext uri="{FF2B5EF4-FFF2-40B4-BE49-F238E27FC236}">
                <a16:creationId xmlns:a16="http://schemas.microsoft.com/office/drawing/2014/main" id="{D9F28424-4080-C992-B7C7-1BE33C1EC1CA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22806183-A25A-780B-80FC-5B36F4B5DAD3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" name="Rectangle 7">
            <a:extLst>
              <a:ext uri="{FF2B5EF4-FFF2-40B4-BE49-F238E27FC236}">
                <a16:creationId xmlns:a16="http://schemas.microsoft.com/office/drawing/2014/main" id="{07D61CBA-8DB9-9487-1D6E-EBA848245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Rectangle 7">
            <a:extLst>
              <a:ext uri="{FF2B5EF4-FFF2-40B4-BE49-F238E27FC236}">
                <a16:creationId xmlns:a16="http://schemas.microsoft.com/office/drawing/2014/main" id="{C01A3424-5BC8-12AF-5015-D1E221164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6AC85A3F-8C17-4887-D711-D4E932C0D358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B4C0B8E0-B367-BC00-0E5B-497768B57D64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FA1BF6-5098-CD77-1D48-D4A056AC5B08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C47659C-2D48-F0FC-366B-7AAEDAC0173E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AE0585E-0213-D0B9-1C79-C4D47C2718A8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모서리가 둥근 직사각형 500">
            <a:extLst>
              <a:ext uri="{FF2B5EF4-FFF2-40B4-BE49-F238E27FC236}">
                <a16:creationId xmlns:a16="http://schemas.microsoft.com/office/drawing/2014/main" id="{C48B7358-378B-5CF3-E7E6-A0FD11FA6CD0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모서리가 둥근 직사각형 501">
            <a:extLst>
              <a:ext uri="{FF2B5EF4-FFF2-40B4-BE49-F238E27FC236}">
                <a16:creationId xmlns:a16="http://schemas.microsoft.com/office/drawing/2014/main" id="{042EF391-FA86-A15A-7DDD-2CF6208A5BA2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295A265-0ECA-F8C0-81CF-F44E79D01CE1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0" name="사각형 설명선 86">
            <a:extLst>
              <a:ext uri="{FF2B5EF4-FFF2-40B4-BE49-F238E27FC236}">
                <a16:creationId xmlns:a16="http://schemas.microsoft.com/office/drawing/2014/main" id="{DE8D5ED0-2DEA-9342-3C95-F7268A78DA33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B122BB30-BBA7-C07D-625A-07E5DBA90693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A07E3E4-2B4B-71A4-54C3-E1ADD387D6DB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668A5EF-931C-776F-4E83-15CD7FA93E4C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F4D07C35-F55E-A11A-98D1-783C62C8A39E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4AEF4944-DB71-816D-6978-AEE8A7FC3ED8}"/>
              </a:ext>
            </a:extLst>
          </p:cNvPr>
          <p:cNvGraphicFramePr>
            <a:graphicFrameLocks noGrp="1"/>
          </p:cNvGraphicFramePr>
          <p:nvPr/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45" name="직사각형 44">
            <a:extLst>
              <a:ext uri="{FF2B5EF4-FFF2-40B4-BE49-F238E27FC236}">
                <a16:creationId xmlns:a16="http://schemas.microsoft.com/office/drawing/2014/main" id="{D8A778A3-2C36-17E9-7AA2-72EE164F2D79}"/>
              </a:ext>
            </a:extLst>
          </p:cNvPr>
          <p:cNvSpPr/>
          <p:nvPr/>
        </p:nvSpPr>
        <p:spPr bwMode="auto">
          <a:xfrm>
            <a:off x="732820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1800" dirty="0">
                <a:solidFill>
                  <a:srgbClr val="FFFF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74D2639-8A1D-C933-6162-CCBD18C6BD4D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FFC5F58-E7B6-783A-1FD7-C5212321D731}"/>
              </a:ext>
            </a:extLst>
          </p:cNvPr>
          <p:cNvSpPr/>
          <p:nvPr/>
        </p:nvSpPr>
        <p:spPr bwMode="auto">
          <a:xfrm>
            <a:off x="334317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1D9152A-2DB5-B12A-B25E-724D18C1629C}"/>
              </a:ext>
            </a:extLst>
          </p:cNvPr>
          <p:cNvSpPr/>
          <p:nvPr/>
        </p:nvSpPr>
        <p:spPr bwMode="auto">
          <a:xfrm>
            <a:off x="2736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924FA1C-BD73-62B9-6145-3DBA94CE4300}"/>
              </a:ext>
            </a:extLst>
          </p:cNvPr>
          <p:cNvSpPr/>
          <p:nvPr/>
        </p:nvSpPr>
        <p:spPr bwMode="auto">
          <a:xfrm>
            <a:off x="3942909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AF2F021-811A-12F6-7C7F-206D4A49CD24}"/>
              </a:ext>
            </a:extLst>
          </p:cNvPr>
          <p:cNvSpPr/>
          <p:nvPr/>
        </p:nvSpPr>
        <p:spPr bwMode="auto">
          <a:xfrm>
            <a:off x="672678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76C279FB-037B-02C7-BFD7-38FAB511FF3B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408BD48-31DA-16CD-8C88-6535FEE4A839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2A613DC2-A086-761A-B14A-9A8E8C5455D5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D931235D-F5D7-3564-9962-A3C9550FF8B4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FA00B6F7-41FD-1308-21D3-FC7671B7BBED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C339F9-EA20-8DD9-F150-B86CF3BF8613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5541F9D1-D16E-0F2C-9EC3-6680F757C38D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0827D90-A573-9D1C-BBEB-BB5A399DB408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A29EA0E-A8E3-689E-47E6-042152A62F31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4CEEE67-DB32-AA1B-6A36-FF752ABF788D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FAD429D-D831-8A86-76DE-9334DA035DB8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1C1F9AB8-DEC9-4D7E-81D2-C5B09264F8D2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0FD5B2E8-0D9E-E462-757B-7F6D8A79F7E8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5AEFE603-0D2D-5C77-C0B1-A5D34B18B783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364EFE-6541-AA85-0BB5-4E947CD9F711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6CDB8C27-56E9-35EB-D157-04CB9B94008A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46C95CBF-17B3-3D9A-7A0E-9A1C0EFA71AD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CB021A39-CE44-DEE6-932D-EE61846F7503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AA174C97-F8ED-96BB-250F-ABAFE6DE22CA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타원 106">
            <a:extLst>
              <a:ext uri="{FF2B5EF4-FFF2-40B4-BE49-F238E27FC236}">
                <a16:creationId xmlns:a16="http://schemas.microsoft.com/office/drawing/2014/main" id="{75E731BD-B14D-C8DB-0292-1EB96BB101CC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4E8B2C7B-82AB-E001-9537-2FD953B7309E}"/>
              </a:ext>
            </a:extLst>
          </p:cNvPr>
          <p:cNvSpPr/>
          <p:nvPr/>
        </p:nvSpPr>
        <p:spPr bwMode="auto">
          <a:xfrm>
            <a:off x="804168" y="1985928"/>
            <a:ext cx="8145190" cy="1200647"/>
          </a:xfrm>
          <a:prstGeom prst="roundRect">
            <a:avLst>
              <a:gd name="adj" fmla="val 8379"/>
            </a:avLst>
          </a:prstGeom>
          <a:solidFill>
            <a:schemeClr val="bg1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09" name="표 108">
            <a:extLst>
              <a:ext uri="{FF2B5EF4-FFF2-40B4-BE49-F238E27FC236}">
                <a16:creationId xmlns:a16="http://schemas.microsoft.com/office/drawing/2014/main" id="{2D6E79AA-058F-9EBD-4753-F2F21322FA49}"/>
              </a:ext>
            </a:extLst>
          </p:cNvPr>
          <p:cNvGraphicFramePr>
            <a:graphicFrameLocks noGrp="1"/>
          </p:cNvGraphicFramePr>
          <p:nvPr/>
        </p:nvGraphicFramePr>
        <p:xfrm>
          <a:off x="929666" y="2347164"/>
          <a:ext cx="7818048" cy="632814"/>
        </p:xfrm>
        <a:graphic>
          <a:graphicData uri="http://schemas.openxmlformats.org/drawingml/2006/table">
            <a:tbl>
              <a:tblPr/>
              <a:tblGrid>
                <a:gridCol w="8686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5006726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74983981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0867513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119288108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312365167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1268557401"/>
                    </a:ext>
                  </a:extLst>
                </a:gridCol>
                <a:gridCol w="868672">
                  <a:extLst>
                    <a:ext uri="{9D8B030D-6E8A-4147-A177-3AD203B41FA5}">
                      <a16:colId xmlns:a16="http://schemas.microsoft.com/office/drawing/2014/main" val="20780482"/>
                    </a:ext>
                  </a:extLst>
                </a:gridCol>
              </a:tblGrid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키오스크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7740341"/>
                  </a:ext>
                </a:extLst>
              </a:tr>
              <a:tr h="316407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셀프백드랍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ACA39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X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350323"/>
                  </a:ext>
                </a:extLst>
              </a:tr>
            </a:tbl>
          </a:graphicData>
        </a:graphic>
      </p:graphicFrame>
      <p:sp>
        <p:nvSpPr>
          <p:cNvPr id="110" name="TextBox 109">
            <a:extLst>
              <a:ext uri="{FF2B5EF4-FFF2-40B4-BE49-F238E27FC236}">
                <a16:creationId xmlns:a16="http://schemas.microsoft.com/office/drawing/2014/main" id="{BE80CE1E-7933-4E83-472D-FCF2BEE9A4E2}"/>
              </a:ext>
            </a:extLst>
          </p:cNvPr>
          <p:cNvSpPr txBox="1"/>
          <p:nvPr/>
        </p:nvSpPr>
        <p:spPr>
          <a:xfrm>
            <a:off x="3857775" y="1993288"/>
            <a:ext cx="2000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</a:t>
            </a:r>
            <a:r>
              <a: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kumimoji="0" lang="ko-KR" altLang="en-US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</a:t>
            </a:r>
            <a:r>
              <a:rPr lang="ko-KR" altLang="en-US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lang="ko-KR" altLang="en-US" sz="12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61035057-77A1-3CDE-ECE2-1CF1C13E1A76}"/>
              </a:ext>
            </a:extLst>
          </p:cNvPr>
          <p:cNvSpPr txBox="1"/>
          <p:nvPr/>
        </p:nvSpPr>
        <p:spPr>
          <a:xfrm>
            <a:off x="6802079" y="2063871"/>
            <a:ext cx="208910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*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키오스크 번호를 선택하세요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BF37E6BF-89EC-04D3-9EC7-B2A7BAA52060}"/>
              </a:ext>
            </a:extLst>
          </p:cNvPr>
          <p:cNvSpPr/>
          <p:nvPr/>
        </p:nvSpPr>
        <p:spPr bwMode="auto">
          <a:xfrm>
            <a:off x="612535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1800" dirty="0">
                <a:solidFill>
                  <a:srgbClr val="FFFF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8E9AE0ED-4792-F37F-90EA-667CB3ED9529}"/>
              </a:ext>
            </a:extLst>
          </p:cNvPr>
          <p:cNvSpPr/>
          <p:nvPr/>
        </p:nvSpPr>
        <p:spPr bwMode="auto">
          <a:xfrm>
            <a:off x="454394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C1035B49-7BF0-46DB-1DD5-467D7307C63D}"/>
              </a:ext>
            </a:extLst>
          </p:cNvPr>
          <p:cNvCxnSpPr>
            <a:endCxn id="18" idx="1"/>
          </p:cNvCxnSpPr>
          <p:nvPr/>
        </p:nvCxnSpPr>
        <p:spPr bwMode="auto">
          <a:xfrm rot="5400000">
            <a:off x="3029907" y="2717718"/>
            <a:ext cx="1911547" cy="1670690"/>
          </a:xfrm>
          <a:prstGeom prst="bentConnector4">
            <a:avLst>
              <a:gd name="adj1" fmla="val 20852"/>
              <a:gd name="adj2" fmla="val 113683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A9097E3E-50C9-95F1-E8DA-11644F3A4C98}"/>
              </a:ext>
            </a:extLst>
          </p:cNvPr>
          <p:cNvGrpSpPr/>
          <p:nvPr/>
        </p:nvGrpSpPr>
        <p:grpSpPr>
          <a:xfrm>
            <a:off x="3150335" y="3394465"/>
            <a:ext cx="3475087" cy="2228744"/>
            <a:chOff x="9377722" y="2336210"/>
            <a:chExt cx="3475087" cy="2228744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5E0F1538-DEA7-6CB8-64BE-A0FA7C454CC1}"/>
                </a:ext>
              </a:extLst>
            </p:cNvPr>
            <p:cNvSpPr/>
            <p:nvPr/>
          </p:nvSpPr>
          <p:spPr bwMode="auto">
            <a:xfrm>
              <a:off x="9377722" y="2336210"/>
              <a:ext cx="3475087" cy="2228744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셀프체크인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백드롭 </a:t>
              </a:r>
              <a:r>
                <a:rPr kumimoji="0" lang="en-US" altLang="ko-KR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N4  </a:t>
              </a:r>
              <a:r>
                <a:rPr kumimoji="0" lang="ko-KR" altLang="en-US" sz="1200" b="1" kern="0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 혼잡 현황</a:t>
              </a: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Cancel Icon">
              <a:extLst>
                <a:ext uri="{FF2B5EF4-FFF2-40B4-BE49-F238E27FC236}">
                  <a16:creationId xmlns:a16="http://schemas.microsoft.com/office/drawing/2014/main" id="{0E1AC5E4-92C4-BD54-A5FA-EB74E62F1B3C}"/>
                </a:ext>
              </a:extLst>
            </p:cNvPr>
            <p:cNvSpPr>
              <a:spLocks noChangeAspect="1"/>
            </p:cNvSpPr>
            <p:nvPr>
              <p:custDataLst>
                <p:tags r:id="rId1"/>
              </p:custDataLst>
            </p:nvPr>
          </p:nvSpPr>
          <p:spPr bwMode="auto">
            <a:xfrm>
              <a:off x="12623981" y="2410837"/>
              <a:ext cx="125383" cy="158732"/>
            </a:xfrm>
            <a:custGeom>
              <a:avLst/>
              <a:gdLst>
                <a:gd name="T0" fmla="*/ 56 w 56"/>
                <a:gd name="T1" fmla="*/ 3 h 56"/>
                <a:gd name="T2" fmla="*/ 31 w 56"/>
                <a:gd name="T3" fmla="*/ 28 h 56"/>
                <a:gd name="T4" fmla="*/ 56 w 56"/>
                <a:gd name="T5" fmla="*/ 52 h 56"/>
                <a:gd name="T6" fmla="*/ 53 w 56"/>
                <a:gd name="T7" fmla="*/ 56 h 56"/>
                <a:gd name="T8" fmla="*/ 28 w 56"/>
                <a:gd name="T9" fmla="*/ 31 h 56"/>
                <a:gd name="T10" fmla="*/ 3 w 56"/>
                <a:gd name="T11" fmla="*/ 56 h 56"/>
                <a:gd name="T12" fmla="*/ 0 w 56"/>
                <a:gd name="T13" fmla="*/ 52 h 56"/>
                <a:gd name="T14" fmla="*/ 25 w 56"/>
                <a:gd name="T15" fmla="*/ 28 h 56"/>
                <a:gd name="T16" fmla="*/ 0 w 56"/>
                <a:gd name="T17" fmla="*/ 3 h 56"/>
                <a:gd name="T18" fmla="*/ 3 w 56"/>
                <a:gd name="T19" fmla="*/ 0 h 56"/>
                <a:gd name="T20" fmla="*/ 28 w 56"/>
                <a:gd name="T21" fmla="*/ 25 h 56"/>
                <a:gd name="T22" fmla="*/ 53 w 56"/>
                <a:gd name="T23" fmla="*/ 0 h 56"/>
                <a:gd name="T24" fmla="*/ 56 w 56"/>
                <a:gd name="T25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6">
                  <a:moveTo>
                    <a:pt x="56" y="3"/>
                  </a:moveTo>
                  <a:lnTo>
                    <a:pt x="31" y="28"/>
                  </a:lnTo>
                  <a:lnTo>
                    <a:pt x="56" y="52"/>
                  </a:lnTo>
                  <a:lnTo>
                    <a:pt x="53" y="56"/>
                  </a:lnTo>
                  <a:lnTo>
                    <a:pt x="28" y="31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25" y="28"/>
                  </a:lnTo>
                  <a:lnTo>
                    <a:pt x="0" y="3"/>
                  </a:lnTo>
                  <a:lnTo>
                    <a:pt x="3" y="0"/>
                  </a:lnTo>
                  <a:lnTo>
                    <a:pt x="28" y="25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095D4093-57E2-56DB-4076-4F40F1352894}"/>
                </a:ext>
              </a:extLst>
            </p:cNvPr>
            <p:cNvSpPr/>
            <p:nvPr/>
          </p:nvSpPr>
          <p:spPr bwMode="auto">
            <a:xfrm>
              <a:off x="9645682" y="2893143"/>
              <a:ext cx="3090051" cy="1146594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6BC826B-FB16-D8B5-34BF-CE2FFC139E09}"/>
                </a:ext>
              </a:extLst>
            </p:cNvPr>
            <p:cNvSpPr txBox="1"/>
            <p:nvPr/>
          </p:nvSpPr>
          <p:spPr>
            <a:xfrm>
              <a:off x="10006450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55D2947-CDB7-A618-D66E-21A2C176822F}"/>
                </a:ext>
              </a:extLst>
            </p:cNvPr>
            <p:cNvSpPr txBox="1"/>
            <p:nvPr/>
          </p:nvSpPr>
          <p:spPr>
            <a:xfrm>
              <a:off x="10746025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53021F8-B250-114C-AA29-F5D4036F68F5}"/>
                </a:ext>
              </a:extLst>
            </p:cNvPr>
            <p:cNvSpPr txBox="1"/>
            <p:nvPr/>
          </p:nvSpPr>
          <p:spPr>
            <a:xfrm>
              <a:off x="11407433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5806172-717D-EF56-9C72-F4F6546C9041}"/>
                </a:ext>
              </a:extLst>
            </p:cNvPr>
            <p:cNvSpPr txBox="1"/>
            <p:nvPr/>
          </p:nvSpPr>
          <p:spPr>
            <a:xfrm>
              <a:off x="12089879" y="3694580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AutoShape 55">
              <a:extLst>
                <a:ext uri="{FF2B5EF4-FFF2-40B4-BE49-F238E27FC236}">
                  <a16:creationId xmlns:a16="http://schemas.microsoft.com/office/drawing/2014/main" id="{D6E64636-FD9F-59B6-6E87-A276C7F82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8590" y="3102908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" name="Multipe Users">
              <a:extLst>
                <a:ext uri="{FF2B5EF4-FFF2-40B4-BE49-F238E27FC236}">
                  <a16:creationId xmlns:a16="http://schemas.microsoft.com/office/drawing/2014/main" id="{39DE8742-7701-2449-2446-3998FDDF58E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159187" y="3192601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6492DDF-BF38-B854-AAAA-50315AECAC09}"/>
                </a:ext>
              </a:extLst>
            </p:cNvPr>
            <p:cNvSpPr txBox="1"/>
            <p:nvPr/>
          </p:nvSpPr>
          <p:spPr>
            <a:xfrm>
              <a:off x="10060555" y="3472734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2DF834D-7DFC-AFD5-2DC6-8BB882A4AC2F}"/>
                </a:ext>
              </a:extLst>
            </p:cNvPr>
            <p:cNvSpPr txBox="1"/>
            <p:nvPr/>
          </p:nvSpPr>
          <p:spPr>
            <a:xfrm>
              <a:off x="10778068" y="3472734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BAB5DBC-6272-0EEB-3BB3-31F1A528FD7D}"/>
                </a:ext>
              </a:extLst>
            </p:cNvPr>
            <p:cNvSpPr txBox="1"/>
            <p:nvPr/>
          </p:nvSpPr>
          <p:spPr>
            <a:xfrm>
              <a:off x="11421899" y="3490152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3068EAC4-21C1-A308-6B18-0FFC50CFA401}"/>
                </a:ext>
              </a:extLst>
            </p:cNvPr>
            <p:cNvSpPr txBox="1"/>
            <p:nvPr/>
          </p:nvSpPr>
          <p:spPr>
            <a:xfrm>
              <a:off x="12121145" y="3490152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446D3550-1161-04B4-0085-9050B87C61B3}"/>
                </a:ext>
              </a:extLst>
            </p:cNvPr>
            <p:cNvSpPr/>
            <p:nvPr/>
          </p:nvSpPr>
          <p:spPr bwMode="auto">
            <a:xfrm>
              <a:off x="10807689" y="3117537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7" name="AutoShape 55">
              <a:extLst>
                <a:ext uri="{FF2B5EF4-FFF2-40B4-BE49-F238E27FC236}">
                  <a16:creationId xmlns:a16="http://schemas.microsoft.com/office/drawing/2014/main" id="{E02D6196-66F4-14B9-4825-7A4E02F20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5426" y="3381158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solidFill>
                <a:srgbClr val="FF0000"/>
              </a:solidFill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8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62" name="AutoShape 55">
              <a:extLst>
                <a:ext uri="{FF2B5EF4-FFF2-40B4-BE49-F238E27FC236}">
                  <a16:creationId xmlns:a16="http://schemas.microsoft.com/office/drawing/2014/main" id="{A2864DD2-E37D-3BE3-07A2-5D8AE2E42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85300" y="3102908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" name="Multipe Users">
              <a:extLst>
                <a:ext uri="{FF2B5EF4-FFF2-40B4-BE49-F238E27FC236}">
                  <a16:creationId xmlns:a16="http://schemas.microsoft.com/office/drawing/2014/main" id="{89776C85-4F05-4076-8A12-AD4ADD0F40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545897" y="3192601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45989B0B-E303-CE19-55A0-609DA5472105}"/>
                </a:ext>
              </a:extLst>
            </p:cNvPr>
            <p:cNvSpPr/>
            <p:nvPr/>
          </p:nvSpPr>
          <p:spPr bwMode="auto">
            <a:xfrm>
              <a:off x="12173183" y="3117537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69" name="Timezone">
              <a:extLst>
                <a:ext uri="{FF2B5EF4-FFF2-40B4-BE49-F238E27FC236}">
                  <a16:creationId xmlns:a16="http://schemas.microsoft.com/office/drawing/2014/main" id="{E67393F1-F9BB-8529-6F02-0252A885546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0898334" y="3190396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" name="Timezone">
              <a:extLst>
                <a:ext uri="{FF2B5EF4-FFF2-40B4-BE49-F238E27FC236}">
                  <a16:creationId xmlns:a16="http://schemas.microsoft.com/office/drawing/2014/main" id="{D9E1B0C9-DD0D-56C8-C498-6962226CC1A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2263828" y="3190396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3534D5CB-8C69-5FB9-C185-3908EA40E44D}"/>
                </a:ext>
              </a:extLst>
            </p:cNvPr>
            <p:cNvGrpSpPr/>
            <p:nvPr/>
          </p:nvGrpSpPr>
          <p:grpSpPr>
            <a:xfrm>
              <a:off x="10775529" y="4152366"/>
              <a:ext cx="773884" cy="268517"/>
              <a:chOff x="5689331" y="2533231"/>
              <a:chExt cx="773884" cy="268517"/>
            </a:xfrm>
          </p:grpSpPr>
          <p:sp>
            <p:nvSpPr>
              <p:cNvPr id="72" name="AutoShape 55">
                <a:extLst>
                  <a:ext uri="{FF2B5EF4-FFF2-40B4-BE49-F238E27FC236}">
                    <a16:creationId xmlns:a16="http://schemas.microsoft.com/office/drawing/2014/main" id="{7C1A7A23-EED9-6ADE-A026-83F020617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89331" y="2533231"/>
                <a:ext cx="773884" cy="268517"/>
              </a:xfrm>
              <a:prstGeom prst="rect">
                <a:avLst/>
              </a:prstGeom>
              <a:solidFill>
                <a:srgbClr val="0070C0"/>
              </a:solidFill>
              <a:ln w="3175">
                <a:solidFill>
                  <a:sysClr val="window" lastClr="FFFFFF">
                    <a:lumMod val="75000"/>
                  </a:sysClr>
                </a:solidFill>
                <a:round/>
                <a:headEnd/>
                <a:tailEnd/>
              </a:ln>
            </p:spPr>
            <p:txBody>
              <a:bodyPr wrap="none" lIns="252000" tIns="72000" rIns="108000" bIns="72000" anchor="ctr">
                <a:spAutoFit/>
              </a:bodyPr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상세보기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3" name="Add">
                <a:extLst>
                  <a:ext uri="{FF2B5EF4-FFF2-40B4-BE49-F238E27FC236}">
                    <a16:creationId xmlns:a16="http://schemas.microsoft.com/office/drawing/2014/main" id="{C4503BCF-E56C-1A17-31A3-E2340A5D03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9975" y="2630613"/>
                <a:ext cx="85130" cy="8513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31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9BBD0728-1F6B-4A7A-C1A0-FA827E747AC5}"/>
              </a:ext>
            </a:extLst>
          </p:cNvPr>
          <p:cNvSpPr/>
          <p:nvPr/>
        </p:nvSpPr>
        <p:spPr bwMode="auto">
          <a:xfrm>
            <a:off x="4712024" y="2397426"/>
            <a:ext cx="227862" cy="211264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0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Arial" charset="0"/>
                <a:ea typeface="바탕체" pitchFamily="17" charset="-127"/>
              </a:rPr>
              <a:t>4</a:t>
            </a: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75" name="연결선: 꺾임 74">
            <a:extLst>
              <a:ext uri="{FF2B5EF4-FFF2-40B4-BE49-F238E27FC236}">
                <a16:creationId xmlns:a16="http://schemas.microsoft.com/office/drawing/2014/main" id="{3360F273-F388-2687-55C7-F9BBBB61629D}"/>
              </a:ext>
            </a:extLst>
          </p:cNvPr>
          <p:cNvCxnSpPr>
            <a:cxnSpLocks/>
          </p:cNvCxnSpPr>
          <p:nvPr/>
        </p:nvCxnSpPr>
        <p:spPr bwMode="auto">
          <a:xfrm rot="10800000">
            <a:off x="804168" y="2586253"/>
            <a:ext cx="949232" cy="3284887"/>
          </a:xfrm>
          <a:prstGeom prst="bentConnector3">
            <a:avLst>
              <a:gd name="adj1" fmla="val 141828"/>
            </a:avLst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96785144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8F4145-5C56-2A44-E45E-EF05B88822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B68B493-8532-AD6B-AFD3-7266A7FB23DE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37014D3C-152B-A4E6-CE24-DCA73FC38F58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434726"/>
          <a:ext cx="9576752" cy="4369625"/>
        </p:xfrm>
        <a:graphic>
          <a:graphicData uri="http://schemas.openxmlformats.org/drawingml/2006/table">
            <a:tbl>
              <a:tblPr/>
              <a:tblGrid>
                <a:gridCol w="5937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</a:tblGrid>
              <a:tr h="329940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04:30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05:00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509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셀프체크인 키오스크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셀프백드롭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셀프체크인 키오스크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셀프백드롭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셀프체크인 키오스크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셀프백드롭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59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dirty="0"/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7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6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</a:tbl>
          </a:graphicData>
        </a:graphic>
      </p:graphicFrame>
      <p:pic>
        <p:nvPicPr>
          <p:cNvPr id="49" name="그림 48">
            <a:extLst>
              <a:ext uri="{FF2B5EF4-FFF2-40B4-BE49-F238E27FC236}">
                <a16:creationId xmlns:a16="http://schemas.microsoft.com/office/drawing/2014/main" id="{9F3FEED6-4A63-9A08-1323-A875E3AF89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589" y="5866089"/>
            <a:ext cx="9547961" cy="180287"/>
          </a:xfrm>
          <a:prstGeom prst="rect">
            <a:avLst/>
          </a:prstGeom>
        </p:spPr>
      </p:pic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A02F54B2-374D-4032-F78D-A22746F3F9B3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03948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33AFD5BA-BC3C-77DF-E84A-B31D79C4DF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8727467"/>
              </p:ext>
            </p:extLst>
          </p:nvPr>
        </p:nvGraphicFramePr>
        <p:xfrm>
          <a:off x="170952" y="950568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F34450A8-99DD-8B88-A904-6593147AD9DC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상세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4E0C22CF-A0BF-794C-1BDA-D6F0771AEEBD}"/>
              </a:ext>
            </a:extLst>
          </p:cNvPr>
          <p:cNvGrpSpPr/>
          <p:nvPr/>
        </p:nvGrpSpPr>
        <p:grpSpPr>
          <a:xfrm>
            <a:off x="7172060" y="921795"/>
            <a:ext cx="954558" cy="268517"/>
            <a:chOff x="-2021848" y="4521064"/>
            <a:chExt cx="954558" cy="268517"/>
          </a:xfrm>
        </p:grpSpPr>
        <p:sp>
          <p:nvSpPr>
            <p:cNvPr id="35" name="AutoShape 55">
              <a:extLst>
                <a:ext uri="{FF2B5EF4-FFF2-40B4-BE49-F238E27FC236}">
                  <a16:creationId xmlns:a16="http://schemas.microsoft.com/office/drawing/2014/main" id="{980B3149-63F1-A71B-646D-B2ACBD420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8" y="4521064"/>
              <a:ext cx="860152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5FFAF07-2D3A-FB97-D920-8B24D0D05A3C}"/>
                </a:ext>
              </a:extLst>
            </p:cNvPr>
            <p:cNvSpPr txBox="1"/>
            <p:nvPr/>
          </p:nvSpPr>
          <p:spPr>
            <a:xfrm>
              <a:off x="-1996211" y="4547005"/>
              <a:ext cx="92892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엑셀다운로드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124F3CAD-BCD0-220A-5DBA-FCEA9712144D}"/>
              </a:ext>
            </a:extLst>
          </p:cNvPr>
          <p:cNvGrpSpPr/>
          <p:nvPr/>
        </p:nvGrpSpPr>
        <p:grpSpPr>
          <a:xfrm>
            <a:off x="8674450" y="913101"/>
            <a:ext cx="701739" cy="268517"/>
            <a:chOff x="-2021847" y="4521064"/>
            <a:chExt cx="718741" cy="268517"/>
          </a:xfrm>
        </p:grpSpPr>
        <p:sp>
          <p:nvSpPr>
            <p:cNvPr id="38" name="AutoShape 55">
              <a:extLst>
                <a:ext uri="{FF2B5EF4-FFF2-40B4-BE49-F238E27FC236}">
                  <a16:creationId xmlns:a16="http://schemas.microsoft.com/office/drawing/2014/main" id="{B39E3C9E-2B6B-60CB-B748-0CFFDEE6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C479758-1270-079E-F125-6DD8D03E4A2E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55AE3E60-BF9C-6FC5-5DC9-CE7739C08C72}"/>
              </a:ext>
            </a:extLst>
          </p:cNvPr>
          <p:cNvGrpSpPr/>
          <p:nvPr/>
        </p:nvGrpSpPr>
        <p:grpSpPr>
          <a:xfrm>
            <a:off x="8101722" y="913101"/>
            <a:ext cx="673187" cy="268517"/>
            <a:chOff x="-2027515" y="4521064"/>
            <a:chExt cx="689497" cy="268517"/>
          </a:xfrm>
        </p:grpSpPr>
        <p:sp>
          <p:nvSpPr>
            <p:cNvPr id="41" name="AutoShape 55">
              <a:extLst>
                <a:ext uri="{FF2B5EF4-FFF2-40B4-BE49-F238E27FC236}">
                  <a16:creationId xmlns:a16="http://schemas.microsoft.com/office/drawing/2014/main" id="{9A64E3D3-EAD6-5600-6D85-F5DEE377B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D497DBA-74E1-9F03-5352-92C8B18B8C22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4198483A-FA47-D7E3-A8D0-13B60995AC40}"/>
              </a:ext>
            </a:extLst>
          </p:cNvPr>
          <p:cNvGrpSpPr/>
          <p:nvPr/>
        </p:nvGrpSpPr>
        <p:grpSpPr>
          <a:xfrm>
            <a:off x="9190499" y="913101"/>
            <a:ext cx="673187" cy="268517"/>
            <a:chOff x="-2081987" y="4521064"/>
            <a:chExt cx="689497" cy="268517"/>
          </a:xfrm>
        </p:grpSpPr>
        <p:sp>
          <p:nvSpPr>
            <p:cNvPr id="44" name="AutoShape 55">
              <a:extLst>
                <a:ext uri="{FF2B5EF4-FFF2-40B4-BE49-F238E27FC236}">
                  <a16:creationId xmlns:a16="http://schemas.microsoft.com/office/drawing/2014/main" id="{38761104-D02F-C873-DBF5-31DE225FD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5835A90-8944-63C8-8A3A-10040C26F8FD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C0676F7-25FF-780A-D057-CE5AA7E24A54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F9D161AE-23D8-C372-667C-1E7CC5551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9" name="AutoShape 89">
            <a:extLst>
              <a:ext uri="{FF2B5EF4-FFF2-40B4-BE49-F238E27FC236}">
                <a16:creationId xmlns:a16="http://schemas.microsoft.com/office/drawing/2014/main" id="{7D8DAA7D-1C02-6417-E9AF-E75C88D61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64621029-44C7-73CA-46A9-E1008C582398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17" name="AutoShape 55">
              <a:extLst>
                <a:ext uri="{FF2B5EF4-FFF2-40B4-BE49-F238E27FC236}">
                  <a16:creationId xmlns:a16="http://schemas.microsoft.com/office/drawing/2014/main" id="{DEC44C43-72AB-1A2D-6A43-793325AB7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Accept">
              <a:extLst>
                <a:ext uri="{FF2B5EF4-FFF2-40B4-BE49-F238E27FC236}">
                  <a16:creationId xmlns:a16="http://schemas.microsoft.com/office/drawing/2014/main" id="{D6D9BC71-482A-5E28-7049-77D8934E5A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" name="타원 14">
            <a:extLst>
              <a:ext uri="{FF2B5EF4-FFF2-40B4-BE49-F238E27FC236}">
                <a16:creationId xmlns:a16="http://schemas.microsoft.com/office/drawing/2014/main" id="{2B77B045-657B-9835-B05B-3CCBADBA86C9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AF30EA19-55BC-6B32-5511-101E0C591D16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0" name="Rectangle 7">
            <a:extLst>
              <a:ext uri="{FF2B5EF4-FFF2-40B4-BE49-F238E27FC236}">
                <a16:creationId xmlns:a16="http://schemas.microsoft.com/office/drawing/2014/main" id="{4DF7C871-7C41-4313-62FD-A63C03495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Rectangle 7">
            <a:extLst>
              <a:ext uri="{FF2B5EF4-FFF2-40B4-BE49-F238E27FC236}">
                <a16:creationId xmlns:a16="http://schemas.microsoft.com/office/drawing/2014/main" id="{737390A4-B4EA-3B35-57A9-C0F09282B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2EA5085-D710-EED2-CEBA-DB753B317D09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683B619F-E623-4AE7-9B4C-8ADA6CCDE209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229644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BC95D2-6A67-2508-76E0-E9A94751E0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AD88AECA-99C3-9950-11E0-53E592D1A30C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FF5C40CF-547E-AAAC-9962-72543B4856C3}"/>
              </a:ext>
            </a:extLst>
          </p:cNvPr>
          <p:cNvCxnSpPr>
            <a:cxnSpLocks/>
          </p:cNvCxnSpPr>
          <p:nvPr/>
        </p:nvCxnSpPr>
        <p:spPr bwMode="auto">
          <a:xfrm>
            <a:off x="170952" y="1261441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CBBA1360-3A57-F8F3-62F8-F62A254B6C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62068"/>
              </p:ext>
            </p:extLst>
          </p:nvPr>
        </p:nvGraphicFramePr>
        <p:xfrm>
          <a:off x="170952" y="908061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B1C1848-1B86-14F1-309E-5C0FB66D6155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셀프체크인</a:t>
            </a:r>
            <a:r>
              <a:rPr lang="en-US" altLang="ko-KR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백드롭 혼잡도 차트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5E1BBA6-9BA4-43A8-E24E-112A015096A2}"/>
              </a:ext>
            </a:extLst>
          </p:cNvPr>
          <p:cNvGrpSpPr/>
          <p:nvPr/>
        </p:nvGrpSpPr>
        <p:grpSpPr>
          <a:xfrm>
            <a:off x="8637307" y="935747"/>
            <a:ext cx="701739" cy="268517"/>
            <a:chOff x="-2021847" y="4521064"/>
            <a:chExt cx="718741" cy="268517"/>
          </a:xfrm>
        </p:grpSpPr>
        <p:sp>
          <p:nvSpPr>
            <p:cNvPr id="23" name="AutoShape 55">
              <a:extLst>
                <a:ext uri="{FF2B5EF4-FFF2-40B4-BE49-F238E27FC236}">
                  <a16:creationId xmlns:a16="http://schemas.microsoft.com/office/drawing/2014/main" id="{5EB7B8B5-0035-850E-7AFB-8E8994FAC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FA98FB1-7039-86BD-11E6-E4A00217C5C0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AB1FE53-ADF8-A450-106A-DF7B278C84C8}"/>
              </a:ext>
            </a:extLst>
          </p:cNvPr>
          <p:cNvGrpSpPr/>
          <p:nvPr/>
        </p:nvGrpSpPr>
        <p:grpSpPr>
          <a:xfrm>
            <a:off x="8064579" y="935747"/>
            <a:ext cx="673187" cy="268517"/>
            <a:chOff x="-2027515" y="4521064"/>
            <a:chExt cx="689497" cy="268517"/>
          </a:xfrm>
        </p:grpSpPr>
        <p:sp>
          <p:nvSpPr>
            <p:cNvPr id="26" name="AutoShape 55">
              <a:extLst>
                <a:ext uri="{FF2B5EF4-FFF2-40B4-BE49-F238E27FC236}">
                  <a16:creationId xmlns:a16="http://schemas.microsoft.com/office/drawing/2014/main" id="{2F47E2F0-B74D-6B2D-6591-1036BC99B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80ADBE1-9D06-F6A8-D4F8-E689145172E3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676788F1-C686-30D4-63D2-1FCF3723502D}"/>
              </a:ext>
            </a:extLst>
          </p:cNvPr>
          <p:cNvGrpSpPr/>
          <p:nvPr/>
        </p:nvGrpSpPr>
        <p:grpSpPr>
          <a:xfrm>
            <a:off x="9153356" y="935747"/>
            <a:ext cx="673187" cy="268517"/>
            <a:chOff x="-2081987" y="4521064"/>
            <a:chExt cx="689497" cy="268517"/>
          </a:xfrm>
        </p:grpSpPr>
        <p:sp>
          <p:nvSpPr>
            <p:cNvPr id="32" name="AutoShape 55">
              <a:extLst>
                <a:ext uri="{FF2B5EF4-FFF2-40B4-BE49-F238E27FC236}">
                  <a16:creationId xmlns:a16="http://schemas.microsoft.com/office/drawing/2014/main" id="{97046EE0-765C-5AF5-91A6-B8247C186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404BBDD-54FA-256E-156B-C5CFEC15DDA1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B77C80D8-AC05-1781-8106-6A99AA2A585F}"/>
              </a:ext>
            </a:extLst>
          </p:cNvPr>
          <p:cNvGrpSpPr/>
          <p:nvPr/>
        </p:nvGrpSpPr>
        <p:grpSpPr>
          <a:xfrm>
            <a:off x="179543" y="1388579"/>
            <a:ext cx="9568160" cy="352819"/>
            <a:chOff x="179543" y="1388579"/>
            <a:chExt cx="9568160" cy="352819"/>
          </a:xfrm>
        </p:grpSpPr>
        <p:sp>
          <p:nvSpPr>
            <p:cNvPr id="93" name="모서리가 둥근 직사각형 116">
              <a:extLst>
                <a:ext uri="{FF2B5EF4-FFF2-40B4-BE49-F238E27FC236}">
                  <a16:creationId xmlns:a16="http://schemas.microsoft.com/office/drawing/2014/main" id="{420FDE1F-A6A9-F9CB-A788-5EEB0A424B55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0ADE71E5-8285-3642-FA29-3751D94AFDAB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94E2B1B0-2F01-8880-30B4-52EB69F6D181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97" name="포인트가 12개인 별 127">
                <a:extLst>
                  <a:ext uri="{FF2B5EF4-FFF2-40B4-BE49-F238E27FC236}">
                    <a16:creationId xmlns:a16="http://schemas.microsoft.com/office/drawing/2014/main" id="{DF4531D9-7238-B22D-FB1C-95CD5494C906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98" name="Exclamation Mark">
                <a:extLst>
                  <a:ext uri="{FF2B5EF4-FFF2-40B4-BE49-F238E27FC236}">
                    <a16:creationId xmlns:a16="http://schemas.microsoft.com/office/drawing/2014/main" id="{DA37F496-86E1-6FF1-E901-9607B6229D1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C858C5F-DED5-0444-E803-AAD95B2110B9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409EC05-21C0-7199-8F77-CA4BB26BC031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Rectangle 7">
            <a:extLst>
              <a:ext uri="{FF2B5EF4-FFF2-40B4-BE49-F238E27FC236}">
                <a16:creationId xmlns:a16="http://schemas.microsoft.com/office/drawing/2014/main" id="{0E1AA9F5-03DB-69A3-171F-DE52B75D1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16" name="AutoShape 89">
            <a:extLst>
              <a:ext uri="{FF2B5EF4-FFF2-40B4-BE49-F238E27FC236}">
                <a16:creationId xmlns:a16="http://schemas.microsoft.com/office/drawing/2014/main" id="{E0AFE014-91FE-2B5E-DED8-0EF5B7AFB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2091CAE9-9C46-10C2-21B2-F9CB55FC4DB4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20" name="AutoShape 55">
              <a:extLst>
                <a:ext uri="{FF2B5EF4-FFF2-40B4-BE49-F238E27FC236}">
                  <a16:creationId xmlns:a16="http://schemas.microsoft.com/office/drawing/2014/main" id="{89EEACAF-594D-4955-D441-69A9C9947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Accept">
              <a:extLst>
                <a:ext uri="{FF2B5EF4-FFF2-40B4-BE49-F238E27FC236}">
                  <a16:creationId xmlns:a16="http://schemas.microsoft.com/office/drawing/2014/main" id="{8E846685-A8FE-9CCB-84C7-2F03A33F91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" name="차트 1">
            <a:extLst>
              <a:ext uri="{FF2B5EF4-FFF2-40B4-BE49-F238E27FC236}">
                <a16:creationId xmlns:a16="http://schemas.microsoft.com/office/drawing/2014/main" id="{61F6C68B-11E7-C868-6B6E-B1CC35F67A0F}"/>
              </a:ext>
            </a:extLst>
          </p:cNvPr>
          <p:cNvGraphicFramePr/>
          <p:nvPr/>
        </p:nvGraphicFramePr>
        <p:xfrm>
          <a:off x="170952" y="1828415"/>
          <a:ext cx="9576751" cy="49608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pSp>
        <p:nvGrpSpPr>
          <p:cNvPr id="5" name="Tooltip">
            <a:extLst>
              <a:ext uri="{FF2B5EF4-FFF2-40B4-BE49-F238E27FC236}">
                <a16:creationId xmlns:a16="http://schemas.microsoft.com/office/drawing/2014/main" id="{C8BE4E4D-CCCE-58F2-4DED-E40150006C75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08555" y="4639596"/>
            <a:ext cx="199453" cy="240855"/>
            <a:chOff x="1321652" y="1706026"/>
            <a:chExt cx="199453" cy="240855"/>
          </a:xfrm>
        </p:grpSpPr>
        <p:sp>
          <p:nvSpPr>
            <p:cNvPr id="6" name="Box">
              <a:extLst>
                <a:ext uri="{FF2B5EF4-FFF2-40B4-BE49-F238E27FC236}">
                  <a16:creationId xmlns:a16="http://schemas.microsoft.com/office/drawing/2014/main" id="{35FF2F9C-673E-FE24-74A3-E77AC1F79479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21652" y="1706026"/>
              <a:ext cx="199453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76</a:t>
              </a:r>
            </a:p>
          </p:txBody>
        </p:sp>
        <p:sp>
          <p:nvSpPr>
            <p:cNvPr id="9" name="Arrow">
              <a:extLst>
                <a:ext uri="{FF2B5EF4-FFF2-40B4-BE49-F238E27FC236}">
                  <a16:creationId xmlns:a16="http://schemas.microsoft.com/office/drawing/2014/main" id="{FF83E9F3-25D8-559E-2301-14A397661B70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0" name="Gap">
              <a:extLst>
                <a:ext uri="{FF2B5EF4-FFF2-40B4-BE49-F238E27FC236}">
                  <a16:creationId xmlns:a16="http://schemas.microsoft.com/office/drawing/2014/main" id="{F9D5C4F8-35AD-1C8D-0488-D7D6A16FABAE}"/>
                </a:ext>
              </a:extLst>
            </p:cNvPr>
            <p:cNvCxnSpPr/>
            <p:nvPr>
              <p:custDataLst>
                <p:tags r:id="rId8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Tooltip">
            <a:extLst>
              <a:ext uri="{FF2B5EF4-FFF2-40B4-BE49-F238E27FC236}">
                <a16:creationId xmlns:a16="http://schemas.microsoft.com/office/drawing/2014/main" id="{DDAB433A-FA56-D65B-A309-C9DEDF70BB78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370130" y="3014695"/>
            <a:ext cx="248045" cy="240855"/>
            <a:chOff x="1297356" y="1706026"/>
            <a:chExt cx="248045" cy="240855"/>
          </a:xfrm>
        </p:grpSpPr>
        <p:sp>
          <p:nvSpPr>
            <p:cNvPr id="12" name="Box">
              <a:extLst>
                <a:ext uri="{FF2B5EF4-FFF2-40B4-BE49-F238E27FC236}">
                  <a16:creationId xmlns:a16="http://schemas.microsoft.com/office/drawing/2014/main" id="{599AD31C-D91D-B24A-48E5-143AEE92AF4C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7356" y="1706026"/>
              <a:ext cx="248045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189</a:t>
              </a:r>
            </a:p>
          </p:txBody>
        </p:sp>
        <p:sp>
          <p:nvSpPr>
            <p:cNvPr id="29" name="Arrow">
              <a:extLst>
                <a:ext uri="{FF2B5EF4-FFF2-40B4-BE49-F238E27FC236}">
                  <a16:creationId xmlns:a16="http://schemas.microsoft.com/office/drawing/2014/main" id="{0728ABC1-86BE-A0EE-6961-9DE903817E0A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" name="Gap">
              <a:extLst>
                <a:ext uri="{FF2B5EF4-FFF2-40B4-BE49-F238E27FC236}">
                  <a16:creationId xmlns:a16="http://schemas.microsoft.com/office/drawing/2014/main" id="{D75B0766-18FC-3DAD-1D9C-CE8FD010176A}"/>
                </a:ext>
              </a:extLst>
            </p:cNvPr>
            <p:cNvCxnSpPr/>
            <p:nvPr>
              <p:custDataLst>
                <p:tags r:id="rId5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7FC0CABB-F425-A94F-C5F3-83E3D3D0FC9A}"/>
              </a:ext>
            </a:extLst>
          </p:cNvPr>
          <p:cNvSpPr txBox="1"/>
          <p:nvPr/>
        </p:nvSpPr>
        <p:spPr>
          <a:xfrm>
            <a:off x="120173" y="1929777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인원수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1E10040-6166-1665-AE89-AC58CE8926EF}"/>
              </a:ext>
            </a:extLst>
          </p:cNvPr>
          <p:cNvSpPr txBox="1"/>
          <p:nvPr/>
        </p:nvSpPr>
        <p:spPr>
          <a:xfrm>
            <a:off x="9224706" y="6188751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시간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0CFC6A4-C021-41AA-2D61-40CDC8979B3F}"/>
              </a:ext>
            </a:extLst>
          </p:cNvPr>
          <p:cNvSpPr/>
          <p:nvPr/>
        </p:nvSpPr>
        <p:spPr bwMode="auto">
          <a:xfrm>
            <a:off x="984552" y="5782618"/>
            <a:ext cx="120256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0FFD931-3C28-62F1-75A0-C1459743CDC4}"/>
              </a:ext>
            </a:extLst>
          </p:cNvPr>
          <p:cNvSpPr/>
          <p:nvPr/>
        </p:nvSpPr>
        <p:spPr bwMode="auto">
          <a:xfrm>
            <a:off x="1683292" y="5782618"/>
            <a:ext cx="143052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83B55B-EF99-A4F6-426E-32C40E33FF9D}"/>
              </a:ext>
            </a:extLst>
          </p:cNvPr>
          <p:cNvSpPr/>
          <p:nvPr/>
        </p:nvSpPr>
        <p:spPr bwMode="auto">
          <a:xfrm>
            <a:off x="2451042" y="5347350"/>
            <a:ext cx="171387" cy="735908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8699709-E760-9E37-97E5-A6FF2064CD31}"/>
              </a:ext>
            </a:extLst>
          </p:cNvPr>
          <p:cNvSpPr/>
          <p:nvPr/>
        </p:nvSpPr>
        <p:spPr bwMode="auto">
          <a:xfrm>
            <a:off x="3184287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3FA7E963-276D-2A9B-716C-33AF0AACAEDB}"/>
              </a:ext>
            </a:extLst>
          </p:cNvPr>
          <p:cNvSpPr/>
          <p:nvPr/>
        </p:nvSpPr>
        <p:spPr bwMode="auto">
          <a:xfrm>
            <a:off x="3934785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CE58E4B-C843-E428-2754-3AE3CCD9D464}"/>
              </a:ext>
            </a:extLst>
          </p:cNvPr>
          <p:cNvSpPr/>
          <p:nvPr/>
        </p:nvSpPr>
        <p:spPr bwMode="auto">
          <a:xfrm>
            <a:off x="4685283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21BA8F59-9EA2-F96F-316E-7B86751DD1F1}"/>
              </a:ext>
            </a:extLst>
          </p:cNvPr>
          <p:cNvSpPr/>
          <p:nvPr/>
        </p:nvSpPr>
        <p:spPr bwMode="auto">
          <a:xfrm>
            <a:off x="5401275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2F2BAF80-5EFE-753B-2253-1CF1496445EE}"/>
              </a:ext>
            </a:extLst>
          </p:cNvPr>
          <p:cNvSpPr/>
          <p:nvPr/>
        </p:nvSpPr>
        <p:spPr bwMode="auto">
          <a:xfrm>
            <a:off x="6169026" y="48470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4AB72709-1293-CB39-C61E-DED09A552E89}"/>
              </a:ext>
            </a:extLst>
          </p:cNvPr>
          <p:cNvSpPr/>
          <p:nvPr/>
        </p:nvSpPr>
        <p:spPr bwMode="auto">
          <a:xfrm>
            <a:off x="6928150" y="5338722"/>
            <a:ext cx="188642" cy="74453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DBB8F0E5-EBC4-AF12-E353-5D93BF208EE8}"/>
              </a:ext>
            </a:extLst>
          </p:cNvPr>
          <p:cNvSpPr/>
          <p:nvPr/>
        </p:nvSpPr>
        <p:spPr bwMode="auto">
          <a:xfrm>
            <a:off x="7626890" y="5563010"/>
            <a:ext cx="171389" cy="520247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FA52100-8AC7-0C53-821A-3DA7A295A8F4}"/>
              </a:ext>
            </a:extLst>
          </p:cNvPr>
          <p:cNvSpPr/>
          <p:nvPr/>
        </p:nvSpPr>
        <p:spPr bwMode="auto">
          <a:xfrm>
            <a:off x="8377388" y="5761418"/>
            <a:ext cx="154137" cy="321839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0AA407EE-2C00-1C66-023F-0E0157EEDD97}"/>
              </a:ext>
            </a:extLst>
          </p:cNvPr>
          <p:cNvSpPr/>
          <p:nvPr/>
        </p:nvSpPr>
        <p:spPr bwMode="auto">
          <a:xfrm>
            <a:off x="9136513" y="5890814"/>
            <a:ext cx="136884" cy="192443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94F0A0B4-5201-4B15-F8CF-5E108A30600C}"/>
              </a:ext>
            </a:extLst>
          </p:cNvPr>
          <p:cNvSpPr txBox="1"/>
          <p:nvPr/>
        </p:nvSpPr>
        <p:spPr>
          <a:xfrm>
            <a:off x="6559214" y="6466947"/>
            <a:ext cx="78475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B412BD-DD5E-1D71-BFF5-5B78141347CA}"/>
              </a:ext>
            </a:extLst>
          </p:cNvPr>
          <p:cNvSpPr/>
          <p:nvPr/>
        </p:nvSpPr>
        <p:spPr bwMode="auto">
          <a:xfrm>
            <a:off x="6417497" y="6505994"/>
            <a:ext cx="98830" cy="15758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58F36651-A913-1FC3-D7A9-045C77B7BF40}"/>
              </a:ext>
            </a:extLst>
          </p:cNvPr>
          <p:cNvSpPr/>
          <p:nvPr/>
        </p:nvSpPr>
        <p:spPr bwMode="auto">
          <a:xfrm>
            <a:off x="6516328" y="6505994"/>
            <a:ext cx="98830" cy="15758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1E0681A1-07FB-EC1D-2261-DC3B011FC603}"/>
              </a:ext>
            </a:extLst>
          </p:cNvPr>
          <p:cNvSpPr/>
          <p:nvPr/>
        </p:nvSpPr>
        <p:spPr bwMode="auto">
          <a:xfrm>
            <a:off x="1075361" y="5784915"/>
            <a:ext cx="114575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787BE50F-9A01-2A1E-6528-2D8711C7105A}"/>
              </a:ext>
            </a:extLst>
          </p:cNvPr>
          <p:cNvSpPr/>
          <p:nvPr/>
        </p:nvSpPr>
        <p:spPr bwMode="auto">
          <a:xfrm>
            <a:off x="1799263" y="5784915"/>
            <a:ext cx="124789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79DA0303-5342-3731-0DBA-4E2567C2F189}"/>
              </a:ext>
            </a:extLst>
          </p:cNvPr>
          <p:cNvSpPr/>
          <p:nvPr/>
        </p:nvSpPr>
        <p:spPr bwMode="auto">
          <a:xfrm>
            <a:off x="2513875" y="5352133"/>
            <a:ext cx="182958" cy="733422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62E46F7-CCC8-531E-0BFF-941F856DEA34}"/>
              </a:ext>
            </a:extLst>
          </p:cNvPr>
          <p:cNvSpPr/>
          <p:nvPr/>
        </p:nvSpPr>
        <p:spPr bwMode="auto">
          <a:xfrm>
            <a:off x="3355737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4E49838-24B1-103A-D28A-8198ECC3FFE6}"/>
              </a:ext>
            </a:extLst>
          </p:cNvPr>
          <p:cNvSpPr/>
          <p:nvPr/>
        </p:nvSpPr>
        <p:spPr bwMode="auto">
          <a:xfrm>
            <a:off x="4106235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71BE20F0-C7B8-1499-5AF1-904F37E765BB}"/>
              </a:ext>
            </a:extLst>
          </p:cNvPr>
          <p:cNvSpPr/>
          <p:nvPr/>
        </p:nvSpPr>
        <p:spPr bwMode="auto">
          <a:xfrm>
            <a:off x="4856733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20959354-D07E-9B55-8C92-AC68744F787C}"/>
              </a:ext>
            </a:extLst>
          </p:cNvPr>
          <p:cNvSpPr/>
          <p:nvPr/>
        </p:nvSpPr>
        <p:spPr bwMode="auto">
          <a:xfrm>
            <a:off x="5572725" y="48518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5E89F44B-1695-F022-F9C0-4C8620F051C4}"/>
              </a:ext>
            </a:extLst>
          </p:cNvPr>
          <p:cNvSpPr/>
          <p:nvPr/>
        </p:nvSpPr>
        <p:spPr bwMode="auto">
          <a:xfrm>
            <a:off x="6340476" y="48422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C8746BA8-82D4-47DC-0BC3-1A4792E7689E}"/>
              </a:ext>
            </a:extLst>
          </p:cNvPr>
          <p:cNvSpPr/>
          <p:nvPr/>
        </p:nvSpPr>
        <p:spPr bwMode="auto">
          <a:xfrm>
            <a:off x="7099600" y="5343505"/>
            <a:ext cx="188642" cy="74453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A0BE3F74-271A-4B21-E90F-9158397FA9F8}"/>
              </a:ext>
            </a:extLst>
          </p:cNvPr>
          <p:cNvSpPr/>
          <p:nvPr/>
        </p:nvSpPr>
        <p:spPr bwMode="auto">
          <a:xfrm>
            <a:off x="7798340" y="5558268"/>
            <a:ext cx="171389" cy="520247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F2FAC8A-31F6-7F11-3F9A-082787CDD689}"/>
              </a:ext>
            </a:extLst>
          </p:cNvPr>
          <p:cNvSpPr/>
          <p:nvPr/>
        </p:nvSpPr>
        <p:spPr bwMode="auto">
          <a:xfrm>
            <a:off x="8529788" y="5763568"/>
            <a:ext cx="154137" cy="321839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EBF548EE-EDFE-E035-B1A7-B2BA5595D20F}"/>
              </a:ext>
            </a:extLst>
          </p:cNvPr>
          <p:cNvSpPr/>
          <p:nvPr/>
        </p:nvSpPr>
        <p:spPr bwMode="auto">
          <a:xfrm>
            <a:off x="9279388" y="5892964"/>
            <a:ext cx="136884" cy="192443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21480337-6C44-DF85-F272-C29D1FD20818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F91EEC6F-9ADA-5E53-3060-0DE8A93230B0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9592662C-9472-8378-4B61-FAB406F66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" name="Rectangle 7">
            <a:extLst>
              <a:ext uri="{FF2B5EF4-FFF2-40B4-BE49-F238E27FC236}">
                <a16:creationId xmlns:a16="http://schemas.microsoft.com/office/drawing/2014/main" id="{4F145A16-5ACB-D310-3733-2FEEFEDA0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4E41B5E9-2BB8-4E51-57CD-5AF327C311AA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6410488F-E84E-AE06-7657-AD3F1C64663D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448123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06297F-9525-B6D0-EB2D-F9FA49D54F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EF1AA15-8623-C1A7-D207-DBC67C942632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89" name="표 288">
            <a:extLst>
              <a:ext uri="{FF2B5EF4-FFF2-40B4-BE49-F238E27FC236}">
                <a16:creationId xmlns:a16="http://schemas.microsoft.com/office/drawing/2014/main" id="{49F1F473-7455-2E56-0140-9CECFEE123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9981075"/>
              </p:ext>
            </p:extLst>
          </p:nvPr>
        </p:nvGraphicFramePr>
        <p:xfrm>
          <a:off x="170952" y="96452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91FE81E-4D0C-0DAD-A729-CCD36AF18BC6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출국장 혼잡도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6131F472-D9BB-D4EC-8F8F-3828284ED28F}"/>
              </a:ext>
            </a:extLst>
          </p:cNvPr>
          <p:cNvGrpSpPr/>
          <p:nvPr/>
        </p:nvGrpSpPr>
        <p:grpSpPr>
          <a:xfrm>
            <a:off x="8674450" y="963752"/>
            <a:ext cx="701739" cy="268517"/>
            <a:chOff x="-2021847" y="4521064"/>
            <a:chExt cx="718741" cy="268517"/>
          </a:xfrm>
        </p:grpSpPr>
        <p:sp>
          <p:nvSpPr>
            <p:cNvPr id="19" name="AutoShape 55">
              <a:extLst>
                <a:ext uri="{FF2B5EF4-FFF2-40B4-BE49-F238E27FC236}">
                  <a16:creationId xmlns:a16="http://schemas.microsoft.com/office/drawing/2014/main" id="{B38F7498-CF7B-8DE3-019F-D19C18DB0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E526C5A-1C65-8D93-7288-EAFA575B1F4C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ECEA1AED-BDF0-0987-0969-A0012CF9A2C6}"/>
              </a:ext>
            </a:extLst>
          </p:cNvPr>
          <p:cNvGrpSpPr/>
          <p:nvPr/>
        </p:nvGrpSpPr>
        <p:grpSpPr>
          <a:xfrm>
            <a:off x="8101722" y="963752"/>
            <a:ext cx="673187" cy="268517"/>
            <a:chOff x="-2027515" y="4521064"/>
            <a:chExt cx="689497" cy="268517"/>
          </a:xfrm>
        </p:grpSpPr>
        <p:sp>
          <p:nvSpPr>
            <p:cNvPr id="33" name="AutoShape 55">
              <a:extLst>
                <a:ext uri="{FF2B5EF4-FFF2-40B4-BE49-F238E27FC236}">
                  <a16:creationId xmlns:a16="http://schemas.microsoft.com/office/drawing/2014/main" id="{5A7B5F10-F76E-FDF5-4567-994C44A24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CBEFD70-8E80-440B-290A-5C574E5E0ECC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E1EAF73D-FB6E-4D94-F2F1-12874F762CE9}"/>
              </a:ext>
            </a:extLst>
          </p:cNvPr>
          <p:cNvGrpSpPr/>
          <p:nvPr/>
        </p:nvGrpSpPr>
        <p:grpSpPr>
          <a:xfrm>
            <a:off x="9190499" y="963752"/>
            <a:ext cx="673187" cy="268517"/>
            <a:chOff x="-2081987" y="4521064"/>
            <a:chExt cx="689497" cy="268517"/>
          </a:xfrm>
        </p:grpSpPr>
        <p:sp>
          <p:nvSpPr>
            <p:cNvPr id="37" name="AutoShape 55">
              <a:extLst>
                <a:ext uri="{FF2B5EF4-FFF2-40B4-BE49-F238E27FC236}">
                  <a16:creationId xmlns:a16="http://schemas.microsoft.com/office/drawing/2014/main" id="{620C66E4-CB73-73FA-2084-B1515A00B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9AC53A6-FD00-4E5E-EE5C-B148EBCB3DE4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61E8FFCE-CC03-CA49-CCA5-1106ABBF3EC2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2452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393" name="그룹 392">
            <a:extLst>
              <a:ext uri="{FF2B5EF4-FFF2-40B4-BE49-F238E27FC236}">
                <a16:creationId xmlns:a16="http://schemas.microsoft.com/office/drawing/2014/main" id="{11EC45DA-F99B-DB93-110E-8292029A38CA}"/>
              </a:ext>
            </a:extLst>
          </p:cNvPr>
          <p:cNvGrpSpPr/>
          <p:nvPr/>
        </p:nvGrpSpPr>
        <p:grpSpPr>
          <a:xfrm>
            <a:off x="170018" y="1417154"/>
            <a:ext cx="9568160" cy="352819"/>
            <a:chOff x="179543" y="1388579"/>
            <a:chExt cx="9568160" cy="352819"/>
          </a:xfrm>
        </p:grpSpPr>
        <p:sp>
          <p:nvSpPr>
            <p:cNvPr id="394" name="모서리가 둥근 직사각형 116">
              <a:extLst>
                <a:ext uri="{FF2B5EF4-FFF2-40B4-BE49-F238E27FC236}">
                  <a16:creationId xmlns:a16="http://schemas.microsoft.com/office/drawing/2014/main" id="{9A53D2A4-FABF-006B-77E3-8704C9421EF0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395" name="TextBox 394">
              <a:extLst>
                <a:ext uri="{FF2B5EF4-FFF2-40B4-BE49-F238E27FC236}">
                  <a16:creationId xmlns:a16="http://schemas.microsoft.com/office/drawing/2014/main" id="{B50F6FD7-DEAC-BFAF-E9FF-1A0781ABDF9F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09670211-999F-8BCE-FB2E-D637270AC340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399" name="포인트가 12개인 별 127">
                <a:extLst>
                  <a:ext uri="{FF2B5EF4-FFF2-40B4-BE49-F238E27FC236}">
                    <a16:creationId xmlns:a16="http://schemas.microsoft.com/office/drawing/2014/main" id="{87707D11-2E03-F77E-12E9-EF6E9B4E8A97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400" name="Exclamation Mark">
                <a:extLst>
                  <a:ext uri="{FF2B5EF4-FFF2-40B4-BE49-F238E27FC236}">
                    <a16:creationId xmlns:a16="http://schemas.microsoft.com/office/drawing/2014/main" id="{600F0916-41C5-7C27-B64D-E6DB4F4FAA7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A6FB7A4C-2B1C-E45E-73A4-22F758956CF7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318A108-3CB5-EA08-1CF2-9BD90BFB49D7}"/>
                </a:ext>
              </a:extLst>
            </p:cNvPr>
            <p:cNvSpPr txBox="1"/>
            <p:nvPr/>
          </p:nvSpPr>
          <p:spPr>
            <a:xfrm>
              <a:off x="267510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 (2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230988B-7FC7-F3FD-5C6B-56C3771A9C03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" name="Rectangle 7">
            <a:extLst>
              <a:ext uri="{FF2B5EF4-FFF2-40B4-BE49-F238E27FC236}">
                <a16:creationId xmlns:a16="http://schemas.microsoft.com/office/drawing/2014/main" id="{54F39866-4054-76E2-E8AE-3FF916DFA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9" name="AutoShape 89">
            <a:extLst>
              <a:ext uri="{FF2B5EF4-FFF2-40B4-BE49-F238E27FC236}">
                <a16:creationId xmlns:a16="http://schemas.microsoft.com/office/drawing/2014/main" id="{E010D67C-87D6-8A54-B790-1CBDFB4A5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52881CD5-194C-AC55-602F-353E39097478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21" name="AutoShape 55">
              <a:extLst>
                <a:ext uri="{FF2B5EF4-FFF2-40B4-BE49-F238E27FC236}">
                  <a16:creationId xmlns:a16="http://schemas.microsoft.com/office/drawing/2014/main" id="{2209F4DE-98FC-F932-FA3F-FD1782908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Accept">
              <a:extLst>
                <a:ext uri="{FF2B5EF4-FFF2-40B4-BE49-F238E27FC236}">
                  <a16:creationId xmlns:a16="http://schemas.microsoft.com/office/drawing/2014/main" id="{F6A00CB4-B2F9-77C7-10CE-35324CAFCF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71" name="타원 270">
            <a:extLst>
              <a:ext uri="{FF2B5EF4-FFF2-40B4-BE49-F238E27FC236}">
                <a16:creationId xmlns:a16="http://schemas.microsoft.com/office/drawing/2014/main" id="{3BC0CAB8-8443-8549-1942-948BB1057DDB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2" name="타원 271">
            <a:extLst>
              <a:ext uri="{FF2B5EF4-FFF2-40B4-BE49-F238E27FC236}">
                <a16:creationId xmlns:a16="http://schemas.microsoft.com/office/drawing/2014/main" id="{AF5BEC75-EBC1-11DE-6460-2D90811E478E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3" name="Rectangle 7">
            <a:extLst>
              <a:ext uri="{FF2B5EF4-FFF2-40B4-BE49-F238E27FC236}">
                <a16:creationId xmlns:a16="http://schemas.microsoft.com/office/drawing/2014/main" id="{36EDAA56-04DF-B56A-D89F-5BAEB9835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4" name="Rectangle 7">
            <a:extLst>
              <a:ext uri="{FF2B5EF4-FFF2-40B4-BE49-F238E27FC236}">
                <a16:creationId xmlns:a16="http://schemas.microsoft.com/office/drawing/2014/main" id="{A036C7FB-2BBA-49F6-7BE2-61CA07C52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939EA0CC-7DDB-A5C9-0181-A7BC14F9B8C5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6" name="타원 275">
            <a:extLst>
              <a:ext uri="{FF2B5EF4-FFF2-40B4-BE49-F238E27FC236}">
                <a16:creationId xmlns:a16="http://schemas.microsoft.com/office/drawing/2014/main" id="{CC4245B6-EB2C-B473-6C9A-E1C86C78479A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226784C-F8E3-C668-2F61-CB942839473E}"/>
              </a:ext>
            </a:extLst>
          </p:cNvPr>
          <p:cNvSpPr/>
          <p:nvPr/>
        </p:nvSpPr>
        <p:spPr bwMode="auto">
          <a:xfrm>
            <a:off x="611904" y="3460704"/>
            <a:ext cx="8578680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BA6F8A9-E348-BED3-0C5A-B7F262B7E5EF}"/>
              </a:ext>
            </a:extLst>
          </p:cNvPr>
          <p:cNvSpPr/>
          <p:nvPr/>
        </p:nvSpPr>
        <p:spPr bwMode="auto">
          <a:xfrm>
            <a:off x="1212248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3F8ABBD3-9765-1A3E-55B7-129D8120A9C5}"/>
              </a:ext>
            </a:extLst>
          </p:cNvPr>
          <p:cNvSpPr/>
          <p:nvPr/>
        </p:nvSpPr>
        <p:spPr bwMode="auto">
          <a:xfrm>
            <a:off x="7700134" y="2366110"/>
            <a:ext cx="781664" cy="1094594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66" name="모서리가 둥근 직사각형 500">
            <a:extLst>
              <a:ext uri="{FF2B5EF4-FFF2-40B4-BE49-F238E27FC236}">
                <a16:creationId xmlns:a16="http://schemas.microsoft.com/office/drawing/2014/main" id="{D73CFC3D-6020-5E4D-27BD-5CCD146F8D04}"/>
              </a:ext>
            </a:extLst>
          </p:cNvPr>
          <p:cNvSpPr/>
          <p:nvPr/>
        </p:nvSpPr>
        <p:spPr bwMode="auto">
          <a:xfrm>
            <a:off x="1682855" y="6581711"/>
            <a:ext cx="7045393" cy="104776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75000"/>
            </a:sys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7" name="모서리가 둥근 직사각형 501">
            <a:extLst>
              <a:ext uri="{FF2B5EF4-FFF2-40B4-BE49-F238E27FC236}">
                <a16:creationId xmlns:a16="http://schemas.microsoft.com/office/drawing/2014/main" id="{86DD0C50-5869-C77F-F6FA-9A9326C29DA9}"/>
              </a:ext>
            </a:extLst>
          </p:cNvPr>
          <p:cNvSpPr/>
          <p:nvPr/>
        </p:nvSpPr>
        <p:spPr bwMode="auto">
          <a:xfrm>
            <a:off x="1674848" y="6581711"/>
            <a:ext cx="2122904" cy="104775"/>
          </a:xfrm>
          <a:prstGeom prst="roundRect">
            <a:avLst>
              <a:gd name="adj" fmla="val 50000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36000" tIns="36000" rIns="36000" bIns="3600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8" name="타원 267">
            <a:extLst>
              <a:ext uri="{FF2B5EF4-FFF2-40B4-BE49-F238E27FC236}">
                <a16:creationId xmlns:a16="http://schemas.microsoft.com/office/drawing/2014/main" id="{2410FC8A-4681-E0C9-665F-745F8CE7B03A}"/>
              </a:ext>
            </a:extLst>
          </p:cNvPr>
          <p:cNvSpPr/>
          <p:nvPr/>
        </p:nvSpPr>
        <p:spPr bwMode="auto">
          <a:xfrm>
            <a:off x="3677496" y="6550169"/>
            <a:ext cx="162000" cy="162000"/>
          </a:xfrm>
          <a:prstGeom prst="ellipse">
            <a:avLst/>
          </a:prstGeom>
          <a:solidFill>
            <a:srgbClr val="FAFAFA"/>
          </a:solidFill>
          <a:ln w="0">
            <a:noFill/>
            <a:prstDash val="solid"/>
            <a:round/>
            <a:headEnd/>
            <a:tailEnd/>
          </a:ln>
          <a:effectLst>
            <a:outerShdw blurRad="50800" dist="12700" dir="5400000" sx="104000" sy="104000" algn="ctr" rotWithShape="0">
              <a:prstClr val="black">
                <a:alpha val="3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9" name="사각형 설명선 86">
            <a:extLst>
              <a:ext uri="{FF2B5EF4-FFF2-40B4-BE49-F238E27FC236}">
                <a16:creationId xmlns:a16="http://schemas.microsoft.com/office/drawing/2014/main" id="{BB793FD8-58F3-4785-377E-DE26B1F4F467}"/>
              </a:ext>
            </a:extLst>
          </p:cNvPr>
          <p:cNvSpPr/>
          <p:nvPr/>
        </p:nvSpPr>
        <p:spPr bwMode="auto">
          <a:xfrm>
            <a:off x="3635310" y="6322526"/>
            <a:ext cx="484422" cy="180672"/>
          </a:xfrm>
          <a:prstGeom prst="wedgeRectCallout">
            <a:avLst>
              <a:gd name="adj1" fmla="val -20833"/>
              <a:gd name="adj2" fmla="val 84722"/>
            </a:avLst>
          </a:prstGeom>
          <a:solidFill>
            <a:srgbClr val="242852">
              <a:lumMod val="60000"/>
              <a:lumOff val="40000"/>
            </a:srgbClr>
          </a:solidFill>
          <a:ln w="6350">
            <a:solidFill>
              <a:sysClr val="window" lastClr="FFFFFF">
                <a:lumMod val="75000"/>
              </a:sysClr>
            </a:solidFill>
            <a:miter lim="800000"/>
            <a:headEnd/>
            <a:tailEnd/>
          </a:ln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kern="0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10:30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0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7A0C477-C2D2-AA50-4404-62CDC0146895}"/>
              </a:ext>
            </a:extLst>
          </p:cNvPr>
          <p:cNvSpPr/>
          <p:nvPr/>
        </p:nvSpPr>
        <p:spPr bwMode="auto">
          <a:xfrm>
            <a:off x="8906717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1B6585F3-AA91-C4C2-F374-707BCFB4A649}"/>
              </a:ext>
            </a:extLst>
          </p:cNvPr>
          <p:cNvSpPr txBox="1"/>
          <p:nvPr/>
        </p:nvSpPr>
        <p:spPr>
          <a:xfrm>
            <a:off x="1487657" y="6655612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CFFD9BF6-E93F-E716-1259-433205C77A69}"/>
              </a:ext>
            </a:extLst>
          </p:cNvPr>
          <p:cNvSpPr txBox="1"/>
          <p:nvPr/>
        </p:nvSpPr>
        <p:spPr>
          <a:xfrm>
            <a:off x="8398487" y="6649280"/>
            <a:ext cx="47533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24:00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9" name="실행 단추: 끝 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828BCE6-A69B-CD9C-34BD-C28D8E9E3683}"/>
              </a:ext>
            </a:extLst>
          </p:cNvPr>
          <p:cNvSpPr/>
          <p:nvPr/>
        </p:nvSpPr>
        <p:spPr bwMode="auto">
          <a:xfrm rot="10800000">
            <a:off x="1214163" y="6528894"/>
            <a:ext cx="315371" cy="186396"/>
          </a:xfrm>
          <a:prstGeom prst="actionButtonEnd">
            <a:avLst/>
          </a:prstGeom>
          <a:solidFill>
            <a:srgbClr val="EAEAEA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80" name="표 279">
            <a:extLst>
              <a:ext uri="{FF2B5EF4-FFF2-40B4-BE49-F238E27FC236}">
                <a16:creationId xmlns:a16="http://schemas.microsoft.com/office/drawing/2014/main" id="{D7BFE68A-9D2F-5F57-B47A-4A4A3A246A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8781641"/>
              </p:ext>
            </p:extLst>
          </p:nvPr>
        </p:nvGraphicFramePr>
        <p:xfrm>
          <a:off x="1439820" y="3539217"/>
          <a:ext cx="6961526" cy="2735654"/>
        </p:xfrm>
        <a:graphic>
          <a:graphicData uri="http://schemas.openxmlformats.org/drawingml/2006/table">
            <a:tbl>
              <a:tblPr/>
              <a:tblGrid>
                <a:gridCol w="5355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35502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</a:tbl>
          </a:graphicData>
        </a:graphic>
      </p:graphicFrame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90E4F750-5ADD-49BB-B151-C3CDA7FF57FD}"/>
              </a:ext>
            </a:extLst>
          </p:cNvPr>
          <p:cNvSpPr/>
          <p:nvPr/>
        </p:nvSpPr>
        <p:spPr bwMode="auto">
          <a:xfrm>
            <a:off x="732820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1800" dirty="0">
                <a:solidFill>
                  <a:srgbClr val="FFFF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610C7F25-C652-503B-D030-B1FFBBFDF599}"/>
              </a:ext>
            </a:extLst>
          </p:cNvPr>
          <p:cNvSpPr/>
          <p:nvPr/>
        </p:nvSpPr>
        <p:spPr bwMode="auto">
          <a:xfrm>
            <a:off x="792963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3F5A2F2F-D9AA-57E9-474B-28F2A728B8C7}"/>
              </a:ext>
            </a:extLst>
          </p:cNvPr>
          <p:cNvSpPr/>
          <p:nvPr/>
        </p:nvSpPr>
        <p:spPr bwMode="auto">
          <a:xfrm>
            <a:off x="334317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37C9E2B3-69CD-8B5D-1FEB-F60B620EC2A9}"/>
              </a:ext>
            </a:extLst>
          </p:cNvPr>
          <p:cNvSpPr/>
          <p:nvPr/>
        </p:nvSpPr>
        <p:spPr bwMode="auto">
          <a:xfrm>
            <a:off x="2736681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2A6D0E15-B45B-3CA1-7B96-D03F12FBB0E2}"/>
              </a:ext>
            </a:extLst>
          </p:cNvPr>
          <p:cNvSpPr/>
          <p:nvPr/>
        </p:nvSpPr>
        <p:spPr bwMode="auto">
          <a:xfrm>
            <a:off x="3942909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0F150761-4293-328A-0407-C4224A190A4D}"/>
              </a:ext>
            </a:extLst>
          </p:cNvPr>
          <p:cNvSpPr/>
          <p:nvPr/>
        </p:nvSpPr>
        <p:spPr bwMode="auto">
          <a:xfrm>
            <a:off x="6726782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7" name="타원 286">
            <a:extLst>
              <a:ext uri="{FF2B5EF4-FFF2-40B4-BE49-F238E27FC236}">
                <a16:creationId xmlns:a16="http://schemas.microsoft.com/office/drawing/2014/main" id="{009FDDE7-429D-6BB2-E71D-8F2F6F163E6B}"/>
              </a:ext>
            </a:extLst>
          </p:cNvPr>
          <p:cNvSpPr/>
          <p:nvPr/>
        </p:nvSpPr>
        <p:spPr bwMode="auto">
          <a:xfrm>
            <a:off x="220121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158ABC36-ED0D-01F3-3E35-D63B73C26E5B}"/>
              </a:ext>
            </a:extLst>
          </p:cNvPr>
          <p:cNvSpPr/>
          <p:nvPr/>
        </p:nvSpPr>
        <p:spPr bwMode="auto">
          <a:xfrm>
            <a:off x="2682475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FEFBA85F-FCCA-690C-1933-63C815CA2F2F}"/>
              </a:ext>
            </a:extLst>
          </p:cNvPr>
          <p:cNvSpPr/>
          <p:nvPr/>
        </p:nvSpPr>
        <p:spPr bwMode="auto">
          <a:xfrm>
            <a:off x="4150328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2" name="타원 291">
            <a:extLst>
              <a:ext uri="{FF2B5EF4-FFF2-40B4-BE49-F238E27FC236}">
                <a16:creationId xmlns:a16="http://schemas.microsoft.com/office/drawing/2014/main" id="{11D670D0-CA5D-8546-8699-52FA16D3DC40}"/>
              </a:ext>
            </a:extLst>
          </p:cNvPr>
          <p:cNvSpPr/>
          <p:nvPr/>
        </p:nvSpPr>
        <p:spPr bwMode="auto">
          <a:xfrm>
            <a:off x="6677663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3" name="타원 292">
            <a:extLst>
              <a:ext uri="{FF2B5EF4-FFF2-40B4-BE49-F238E27FC236}">
                <a16:creationId xmlns:a16="http://schemas.microsoft.com/office/drawing/2014/main" id="{011F9E77-CFC3-8E87-40D5-86DE04ADEFAC}"/>
              </a:ext>
            </a:extLst>
          </p:cNvPr>
          <p:cNvSpPr/>
          <p:nvPr/>
        </p:nvSpPr>
        <p:spPr bwMode="auto">
          <a:xfrm>
            <a:off x="7243147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0ABF4F4-178E-2635-A1D9-9F6277A75C23}"/>
              </a:ext>
            </a:extLst>
          </p:cNvPr>
          <p:cNvSpPr/>
          <p:nvPr/>
        </p:nvSpPr>
        <p:spPr bwMode="auto">
          <a:xfrm>
            <a:off x="761937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B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5" name="직사각형 294">
            <a:extLst>
              <a:ext uri="{FF2B5EF4-FFF2-40B4-BE49-F238E27FC236}">
                <a16:creationId xmlns:a16="http://schemas.microsoft.com/office/drawing/2014/main" id="{2E084AC9-FD35-4E9A-8E18-7A04E9EC972C}"/>
              </a:ext>
            </a:extLst>
          </p:cNvPr>
          <p:cNvSpPr/>
          <p:nvPr/>
        </p:nvSpPr>
        <p:spPr bwMode="auto">
          <a:xfrm>
            <a:off x="721752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C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D4CF92B-435A-EFD1-9B5D-3EBA2C8ECE59}"/>
              </a:ext>
            </a:extLst>
          </p:cNvPr>
          <p:cNvSpPr/>
          <p:nvPr/>
        </p:nvSpPr>
        <p:spPr bwMode="auto">
          <a:xfrm>
            <a:off x="311455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E8185371-F1D1-E9BC-4985-13CAA6C9C0DE}"/>
              </a:ext>
            </a:extLst>
          </p:cNvPr>
          <p:cNvSpPr/>
          <p:nvPr/>
        </p:nvSpPr>
        <p:spPr bwMode="auto">
          <a:xfrm>
            <a:off x="2660464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L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F0D6BFDC-2145-300B-B8C9-6AE23065F29F}"/>
              </a:ext>
            </a:extLst>
          </p:cNvPr>
          <p:cNvSpPr/>
          <p:nvPr/>
        </p:nvSpPr>
        <p:spPr bwMode="auto">
          <a:xfrm>
            <a:off x="1753400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19EFEC33-7502-6C88-D6B4-5875BE430D80}"/>
              </a:ext>
            </a:extLst>
          </p:cNvPr>
          <p:cNvSpPr/>
          <p:nvPr/>
        </p:nvSpPr>
        <p:spPr bwMode="auto">
          <a:xfrm>
            <a:off x="6642467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K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8702BE4A-C6EC-1991-2102-5AE7DC5F9673}"/>
              </a:ext>
            </a:extLst>
          </p:cNvPr>
          <p:cNvSpPr/>
          <p:nvPr/>
        </p:nvSpPr>
        <p:spPr bwMode="auto">
          <a:xfrm>
            <a:off x="6184888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J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1" name="직사각형 300">
            <a:extLst>
              <a:ext uri="{FF2B5EF4-FFF2-40B4-BE49-F238E27FC236}">
                <a16:creationId xmlns:a16="http://schemas.microsoft.com/office/drawing/2014/main" id="{14C92284-0B89-48DE-3546-8BAFFC484A09}"/>
              </a:ext>
            </a:extLst>
          </p:cNvPr>
          <p:cNvSpPr/>
          <p:nvPr/>
        </p:nvSpPr>
        <p:spPr bwMode="auto">
          <a:xfrm>
            <a:off x="5680496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I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9A188841-4F09-1DA1-9455-06246E35132E}"/>
              </a:ext>
            </a:extLst>
          </p:cNvPr>
          <p:cNvSpPr/>
          <p:nvPr/>
        </p:nvSpPr>
        <p:spPr bwMode="auto">
          <a:xfrm>
            <a:off x="514908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H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2A45E0BD-39F7-0F8E-49B6-9A253B775A69}"/>
              </a:ext>
            </a:extLst>
          </p:cNvPr>
          <p:cNvSpPr/>
          <p:nvPr/>
        </p:nvSpPr>
        <p:spPr bwMode="auto">
          <a:xfrm>
            <a:off x="4628591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G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4" name="직사각형 303">
            <a:extLst>
              <a:ext uri="{FF2B5EF4-FFF2-40B4-BE49-F238E27FC236}">
                <a16:creationId xmlns:a16="http://schemas.microsoft.com/office/drawing/2014/main" id="{841EB1C6-155E-DF59-68B1-9DBC934FD79A}"/>
              </a:ext>
            </a:extLst>
          </p:cNvPr>
          <p:cNvSpPr/>
          <p:nvPr/>
        </p:nvSpPr>
        <p:spPr bwMode="auto">
          <a:xfrm>
            <a:off x="41323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6215F841-678F-43D8-FB12-7983CF0265B2}"/>
              </a:ext>
            </a:extLst>
          </p:cNvPr>
          <p:cNvSpPr/>
          <p:nvPr/>
        </p:nvSpPr>
        <p:spPr bwMode="auto">
          <a:xfrm>
            <a:off x="3618279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E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D6F9F14A-A033-1BBF-A517-3386C9DB0931}"/>
              </a:ext>
            </a:extLst>
          </p:cNvPr>
          <p:cNvSpPr/>
          <p:nvPr/>
        </p:nvSpPr>
        <p:spPr bwMode="auto">
          <a:xfrm>
            <a:off x="216601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M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144EB7DC-A6D9-C718-7B9F-5E4B07F40DA7}"/>
              </a:ext>
            </a:extLst>
          </p:cNvPr>
          <p:cNvSpPr/>
          <p:nvPr/>
        </p:nvSpPr>
        <p:spPr bwMode="auto">
          <a:xfrm>
            <a:off x="8112665" y="5766302"/>
            <a:ext cx="240512" cy="209673"/>
          </a:xfrm>
          <a:prstGeom prst="rect">
            <a:avLst/>
          </a:prstGeom>
          <a:solidFill>
            <a:srgbClr val="61AACB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ko-KR" sz="1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8" name="타원 307">
            <a:extLst>
              <a:ext uri="{FF2B5EF4-FFF2-40B4-BE49-F238E27FC236}">
                <a16:creationId xmlns:a16="http://schemas.microsoft.com/office/drawing/2014/main" id="{E25480C4-80B6-4CF2-9436-1E15FCF0FEFD}"/>
              </a:ext>
            </a:extLst>
          </p:cNvPr>
          <p:cNvSpPr/>
          <p:nvPr/>
        </p:nvSpPr>
        <p:spPr bwMode="auto">
          <a:xfrm>
            <a:off x="7652221" y="5523830"/>
            <a:ext cx="170120" cy="170120"/>
          </a:xfrm>
          <a:prstGeom prst="ellipse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97FDFA8A-4230-62BF-F1BD-6E812106745D}"/>
              </a:ext>
            </a:extLst>
          </p:cNvPr>
          <p:cNvSpPr/>
          <p:nvPr/>
        </p:nvSpPr>
        <p:spPr bwMode="auto">
          <a:xfrm>
            <a:off x="612535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1800" dirty="0">
                <a:solidFill>
                  <a:srgbClr val="FFFF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E32F5B6C-7340-9327-29B7-5B03FC6487BC}"/>
              </a:ext>
            </a:extLst>
          </p:cNvPr>
          <p:cNvSpPr/>
          <p:nvPr/>
        </p:nvSpPr>
        <p:spPr bwMode="auto">
          <a:xfrm>
            <a:off x="4543947" y="4932394"/>
            <a:ext cx="322668" cy="4193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1" lang="en-US" altLang="ko-KR" sz="1800" b="0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2A</a:t>
            </a:r>
            <a:endParaRPr kumimoji="1" lang="ko-KR" altLang="en-US" sz="1800" b="0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953941D9-217D-E5D3-7424-74A9426F9EB4}"/>
              </a:ext>
            </a:extLst>
          </p:cNvPr>
          <p:cNvGrpSpPr/>
          <p:nvPr/>
        </p:nvGrpSpPr>
        <p:grpSpPr>
          <a:xfrm>
            <a:off x="72063" y="3269852"/>
            <a:ext cx="1643496" cy="2638425"/>
            <a:chOff x="-2616045" y="1885949"/>
            <a:chExt cx="1643496" cy="2638425"/>
          </a:xfrm>
        </p:grpSpPr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9E6DC48F-B640-20D5-00F0-13A2A53A986A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3" name="사각형: 둥근 모서리 312">
              <a:extLst>
                <a:ext uri="{FF2B5EF4-FFF2-40B4-BE49-F238E27FC236}">
                  <a16:creationId xmlns:a16="http://schemas.microsoft.com/office/drawing/2014/main" id="{3A3570FB-1251-8C11-609D-D5ED58124C35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75B8ECFE-A06C-D052-25B9-D15DE3341140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2AEF3C1C-CB43-7CAB-34D9-38E009208D42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A82DA989-6ADA-3D37-E743-F94EEB45BBE1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7030CD66-3B28-7ADB-49F4-4EF8FA9351B5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8" name="AutoShape 55">
              <a:extLst>
                <a:ext uri="{FF2B5EF4-FFF2-40B4-BE49-F238E27FC236}">
                  <a16:creationId xmlns:a16="http://schemas.microsoft.com/office/drawing/2014/main" id="{B643A8C5-F76A-A1EC-B197-BCF30AA93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9" name="Multipe Users">
              <a:extLst>
                <a:ext uri="{FF2B5EF4-FFF2-40B4-BE49-F238E27FC236}">
                  <a16:creationId xmlns:a16="http://schemas.microsoft.com/office/drawing/2014/main" id="{7B7467AF-312A-E537-36DD-08B62578E7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9D2CB0B1-3238-C497-426A-D47B8431C060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701F1538-2203-EC2B-9F30-4C00F2F1D133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541A080F-2B2B-F59D-7E70-484A37E99AD2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6C59A4F3-C41B-66C2-B313-DE38543012A9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8" name="타원 387">
              <a:extLst>
                <a:ext uri="{FF2B5EF4-FFF2-40B4-BE49-F238E27FC236}">
                  <a16:creationId xmlns:a16="http://schemas.microsoft.com/office/drawing/2014/main" id="{AC48AA66-1E96-11F1-F213-C85F8B48D5E0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389" name="AutoShape 55">
              <a:extLst>
                <a:ext uri="{FF2B5EF4-FFF2-40B4-BE49-F238E27FC236}">
                  <a16:creationId xmlns:a16="http://schemas.microsoft.com/office/drawing/2014/main" id="{8F437A89-4C43-DA23-DA85-D525A4769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FF000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</a:p>
          </p:txBody>
        </p:sp>
        <p:sp>
          <p:nvSpPr>
            <p:cNvPr id="390" name="AutoShape 55">
              <a:extLst>
                <a:ext uri="{FF2B5EF4-FFF2-40B4-BE49-F238E27FC236}">
                  <a16:creationId xmlns:a16="http://schemas.microsoft.com/office/drawing/2014/main" id="{8BD0BD12-3608-F7AF-0DC7-5329DCF8F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1" name="Multipe Users">
              <a:extLst>
                <a:ext uri="{FF2B5EF4-FFF2-40B4-BE49-F238E27FC236}">
                  <a16:creationId xmlns:a16="http://schemas.microsoft.com/office/drawing/2014/main" id="{6DD75DC6-F955-0ECA-4565-E1D9E80DCC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타원 391">
              <a:extLst>
                <a:ext uri="{FF2B5EF4-FFF2-40B4-BE49-F238E27FC236}">
                  <a16:creationId xmlns:a16="http://schemas.microsoft.com/office/drawing/2014/main" id="{9CA044C2-D1E7-4B68-389A-11FC7EB44F96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22" name="Timezone">
              <a:extLst>
                <a:ext uri="{FF2B5EF4-FFF2-40B4-BE49-F238E27FC236}">
                  <a16:creationId xmlns:a16="http://schemas.microsoft.com/office/drawing/2014/main" id="{B55E3E29-7618-B053-DBAE-BF74D925799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3" name="Timezone">
              <a:extLst>
                <a:ext uri="{FF2B5EF4-FFF2-40B4-BE49-F238E27FC236}">
                  <a16:creationId xmlns:a16="http://schemas.microsoft.com/office/drawing/2014/main" id="{7A4E48D6-83A7-1AE7-EED2-4BE08D7132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041ECEDD-D0DF-0EAE-DBD7-B1F0EFC27BB3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2D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E58D557-A89E-4420-7D07-3DD425F535F7}"/>
              </a:ext>
            </a:extLst>
          </p:cNvPr>
          <p:cNvGrpSpPr/>
          <p:nvPr/>
        </p:nvGrpSpPr>
        <p:grpSpPr>
          <a:xfrm>
            <a:off x="8152812" y="3217809"/>
            <a:ext cx="1643496" cy="2638425"/>
            <a:chOff x="-2616045" y="1885949"/>
            <a:chExt cx="1643496" cy="2638425"/>
          </a:xfrm>
        </p:grpSpPr>
        <p:sp>
          <p:nvSpPr>
            <p:cNvPr id="426" name="직사각형 425">
              <a:extLst>
                <a:ext uri="{FF2B5EF4-FFF2-40B4-BE49-F238E27FC236}">
                  <a16:creationId xmlns:a16="http://schemas.microsoft.com/office/drawing/2014/main" id="{1D55BECD-6A5D-9347-8786-208CC0D58258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7" name="사각형: 둥근 모서리 426">
              <a:extLst>
                <a:ext uri="{FF2B5EF4-FFF2-40B4-BE49-F238E27FC236}">
                  <a16:creationId xmlns:a16="http://schemas.microsoft.com/office/drawing/2014/main" id="{211B1D61-1296-24E0-EC63-8841028EC031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81C605E2-2959-3657-61DA-24E019105481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EAF2795-AC02-BAE0-54D3-E2365E971714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5D27AF75-71C8-68D2-A142-713FFC18CB71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B2402E1A-DC12-6824-9472-FC4B7C082BD8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2" name="AutoShape 55">
              <a:extLst>
                <a:ext uri="{FF2B5EF4-FFF2-40B4-BE49-F238E27FC236}">
                  <a16:creationId xmlns:a16="http://schemas.microsoft.com/office/drawing/2014/main" id="{DE1F7A88-3F29-8008-8619-01C5DDA2C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3" name="Multipe Users">
              <a:extLst>
                <a:ext uri="{FF2B5EF4-FFF2-40B4-BE49-F238E27FC236}">
                  <a16:creationId xmlns:a16="http://schemas.microsoft.com/office/drawing/2014/main" id="{5EAE0557-5DC5-6A7D-AEDD-A00E213AFA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D0E2DCEE-B460-000D-F8C5-FA0F0D2705DC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33ACC29-F9B9-DAE6-56EF-6AAE0A7CB0CF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F134C4EA-02C4-AB30-3C92-634FC79CC06C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A46420BE-5D13-6FE6-2B62-3967044AA061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8" name="타원 437">
              <a:extLst>
                <a:ext uri="{FF2B5EF4-FFF2-40B4-BE49-F238E27FC236}">
                  <a16:creationId xmlns:a16="http://schemas.microsoft.com/office/drawing/2014/main" id="{2209EEC5-27D4-19EA-0D05-C274062FA4A2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39" name="AutoShape 55">
              <a:extLst>
                <a:ext uri="{FF2B5EF4-FFF2-40B4-BE49-F238E27FC236}">
                  <a16:creationId xmlns:a16="http://schemas.microsoft.com/office/drawing/2014/main" id="{04BE524B-6EDB-9870-DA15-42EE79E5F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440" name="AutoShape 55">
              <a:extLst>
                <a:ext uri="{FF2B5EF4-FFF2-40B4-BE49-F238E27FC236}">
                  <a16:creationId xmlns:a16="http://schemas.microsoft.com/office/drawing/2014/main" id="{7DE571D9-9C33-861E-47C6-EF6CE05E0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1" name="Multipe Users">
              <a:extLst>
                <a:ext uri="{FF2B5EF4-FFF2-40B4-BE49-F238E27FC236}">
                  <a16:creationId xmlns:a16="http://schemas.microsoft.com/office/drawing/2014/main" id="{AB58BCE3-7419-2174-9613-EC57DF088E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42" name="타원 441">
              <a:extLst>
                <a:ext uri="{FF2B5EF4-FFF2-40B4-BE49-F238E27FC236}">
                  <a16:creationId xmlns:a16="http://schemas.microsoft.com/office/drawing/2014/main" id="{A9494FCE-233B-B528-1A81-B401E77F734C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43" name="Timezone">
              <a:extLst>
                <a:ext uri="{FF2B5EF4-FFF2-40B4-BE49-F238E27FC236}">
                  <a16:creationId xmlns:a16="http://schemas.microsoft.com/office/drawing/2014/main" id="{12E2C39A-9690-BF99-3945-F1B8312909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4" name="Timezone">
              <a:extLst>
                <a:ext uri="{FF2B5EF4-FFF2-40B4-BE49-F238E27FC236}">
                  <a16:creationId xmlns:a16="http://schemas.microsoft.com/office/drawing/2014/main" id="{8EA7F5C8-1E80-486E-6F68-8B3B6897897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4AC5966F-3876-1C9C-FE0D-8AF1D91966E8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1A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6" name="그룹 445">
            <a:extLst>
              <a:ext uri="{FF2B5EF4-FFF2-40B4-BE49-F238E27FC236}">
                <a16:creationId xmlns:a16="http://schemas.microsoft.com/office/drawing/2014/main" id="{365C7768-412D-F3E6-69D7-49F346661797}"/>
              </a:ext>
            </a:extLst>
          </p:cNvPr>
          <p:cNvGrpSpPr/>
          <p:nvPr/>
        </p:nvGrpSpPr>
        <p:grpSpPr>
          <a:xfrm>
            <a:off x="1686474" y="2071963"/>
            <a:ext cx="1643496" cy="2638425"/>
            <a:chOff x="-2616045" y="1885949"/>
            <a:chExt cx="1643496" cy="2638425"/>
          </a:xfrm>
        </p:grpSpPr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EEDC937F-5B73-28A4-D268-DCBC32E55AAE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8" name="사각형: 둥근 모서리 447">
              <a:extLst>
                <a:ext uri="{FF2B5EF4-FFF2-40B4-BE49-F238E27FC236}">
                  <a16:creationId xmlns:a16="http://schemas.microsoft.com/office/drawing/2014/main" id="{D0359055-CDD0-CB50-EC0A-6F1607FAC6BD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421EEA9E-F97D-6E68-2B71-A2AAC1B289D7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C94B6166-CB0F-6C04-B96D-242CF525150B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3663839D-5925-391F-88B6-7487501DB2CF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9FF9F1E5-D82B-899A-32DC-E31EE1DAFBC9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3" name="AutoShape 55">
              <a:extLst>
                <a:ext uri="{FF2B5EF4-FFF2-40B4-BE49-F238E27FC236}">
                  <a16:creationId xmlns:a16="http://schemas.microsoft.com/office/drawing/2014/main" id="{435DCDD7-1473-F76B-70E7-80071EA6A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4" name="Multipe Users">
              <a:extLst>
                <a:ext uri="{FF2B5EF4-FFF2-40B4-BE49-F238E27FC236}">
                  <a16:creationId xmlns:a16="http://schemas.microsoft.com/office/drawing/2014/main" id="{A8048F7A-D664-6E58-4CF7-5D914750E74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85580497-FA11-48F7-AF64-AA42CC6AE5C1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F439DC36-CC76-FC08-9E5A-94F62D8728F2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A5A04A94-7A0B-C369-844B-083AEE376597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4D6A129A-DB25-D451-5556-43BC38D94E47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9" name="타원 458">
              <a:extLst>
                <a:ext uri="{FF2B5EF4-FFF2-40B4-BE49-F238E27FC236}">
                  <a16:creationId xmlns:a16="http://schemas.microsoft.com/office/drawing/2014/main" id="{F01CCA19-BB40-D3DF-216F-F99A76C68B7C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0" name="AutoShape 55">
              <a:extLst>
                <a:ext uri="{FF2B5EF4-FFF2-40B4-BE49-F238E27FC236}">
                  <a16:creationId xmlns:a16="http://schemas.microsoft.com/office/drawing/2014/main" id="{713099D1-D06A-ED1D-57BF-B30D029B8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461" name="AutoShape 55">
              <a:extLst>
                <a:ext uri="{FF2B5EF4-FFF2-40B4-BE49-F238E27FC236}">
                  <a16:creationId xmlns:a16="http://schemas.microsoft.com/office/drawing/2014/main" id="{74FB141F-A792-A1F6-CB12-AE28FDC0B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2" name="Multipe Users">
              <a:extLst>
                <a:ext uri="{FF2B5EF4-FFF2-40B4-BE49-F238E27FC236}">
                  <a16:creationId xmlns:a16="http://schemas.microsoft.com/office/drawing/2014/main" id="{3D64A033-5C23-4D11-DDA6-D03BB3478CD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63" name="타원 462">
              <a:extLst>
                <a:ext uri="{FF2B5EF4-FFF2-40B4-BE49-F238E27FC236}">
                  <a16:creationId xmlns:a16="http://schemas.microsoft.com/office/drawing/2014/main" id="{39F6CB09-ED95-B13F-AC0A-A29BA6518C49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64" name="Timezone">
              <a:extLst>
                <a:ext uri="{FF2B5EF4-FFF2-40B4-BE49-F238E27FC236}">
                  <a16:creationId xmlns:a16="http://schemas.microsoft.com/office/drawing/2014/main" id="{332C20A9-4F82-5F81-68A1-6B709154C6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5" name="Timezone">
              <a:extLst>
                <a:ext uri="{FF2B5EF4-FFF2-40B4-BE49-F238E27FC236}">
                  <a16:creationId xmlns:a16="http://schemas.microsoft.com/office/drawing/2014/main" id="{D1D23784-6E03-CB0F-CA61-B304413A55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35ACEAA1-C4C5-A5E9-5ABE-97448FCC685F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2C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7" name="그룹 466">
            <a:extLst>
              <a:ext uri="{FF2B5EF4-FFF2-40B4-BE49-F238E27FC236}">
                <a16:creationId xmlns:a16="http://schemas.microsoft.com/office/drawing/2014/main" id="{F18DDD5A-FDF4-AB5D-14C0-33AA2A8B72BE}"/>
              </a:ext>
            </a:extLst>
          </p:cNvPr>
          <p:cNvGrpSpPr/>
          <p:nvPr/>
        </p:nvGrpSpPr>
        <p:grpSpPr>
          <a:xfrm>
            <a:off x="6599852" y="1908906"/>
            <a:ext cx="1643496" cy="2638425"/>
            <a:chOff x="-2616045" y="1885949"/>
            <a:chExt cx="1643496" cy="2638425"/>
          </a:xfrm>
        </p:grpSpPr>
        <p:sp>
          <p:nvSpPr>
            <p:cNvPr id="468" name="직사각형 467">
              <a:extLst>
                <a:ext uri="{FF2B5EF4-FFF2-40B4-BE49-F238E27FC236}">
                  <a16:creationId xmlns:a16="http://schemas.microsoft.com/office/drawing/2014/main" id="{7B62EE70-206B-A8AB-5A11-4E3D9794FA14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9" name="사각형: 둥근 모서리 468">
              <a:extLst>
                <a:ext uri="{FF2B5EF4-FFF2-40B4-BE49-F238E27FC236}">
                  <a16:creationId xmlns:a16="http://schemas.microsoft.com/office/drawing/2014/main" id="{8369C2DD-E4E4-EF7E-1CA0-1A5C3DCD1AE9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2D947BA3-2CD1-58DA-39B5-DDCFE52F1691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BD9BD090-D683-36DE-4D0E-6687AE4CF189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33D0F771-AF07-5A47-3129-A875124B0C2B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790EF5EC-9F11-444A-3797-671E6C5D3D5D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4" name="AutoShape 55">
              <a:extLst>
                <a:ext uri="{FF2B5EF4-FFF2-40B4-BE49-F238E27FC236}">
                  <a16:creationId xmlns:a16="http://schemas.microsoft.com/office/drawing/2014/main" id="{2C29DFB6-B17D-D3F1-9910-E3692FC4C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5" name="Multipe Users">
              <a:extLst>
                <a:ext uri="{FF2B5EF4-FFF2-40B4-BE49-F238E27FC236}">
                  <a16:creationId xmlns:a16="http://schemas.microsoft.com/office/drawing/2014/main" id="{B5D41EFE-9A89-2831-E91D-E3C383F3CC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E4AF7511-C635-6225-993E-A0E2EADEA8DD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71883DFB-0981-3550-B1A3-DB8820D32274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704EAC76-A684-CB81-3F6F-C6757EFC32BD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3EDAC155-BABA-249B-8188-875699AA3F93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0" name="타원 479">
              <a:extLst>
                <a:ext uri="{FF2B5EF4-FFF2-40B4-BE49-F238E27FC236}">
                  <a16:creationId xmlns:a16="http://schemas.microsoft.com/office/drawing/2014/main" id="{2729FBDD-1768-09CC-3F1B-E92965DB26B3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81" name="AutoShape 55">
              <a:extLst>
                <a:ext uri="{FF2B5EF4-FFF2-40B4-BE49-F238E27FC236}">
                  <a16:creationId xmlns:a16="http://schemas.microsoft.com/office/drawing/2014/main" id="{678FE3F1-1251-97CA-BC95-8ECBC556A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482" name="AutoShape 55">
              <a:extLst>
                <a:ext uri="{FF2B5EF4-FFF2-40B4-BE49-F238E27FC236}">
                  <a16:creationId xmlns:a16="http://schemas.microsoft.com/office/drawing/2014/main" id="{95A7631B-DBBC-A195-01E6-A7EFE4416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83" name="Multipe Users">
              <a:extLst>
                <a:ext uri="{FF2B5EF4-FFF2-40B4-BE49-F238E27FC236}">
                  <a16:creationId xmlns:a16="http://schemas.microsoft.com/office/drawing/2014/main" id="{4858A61F-7F81-8BBD-A504-63B9BF7612C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84" name="타원 483">
              <a:extLst>
                <a:ext uri="{FF2B5EF4-FFF2-40B4-BE49-F238E27FC236}">
                  <a16:creationId xmlns:a16="http://schemas.microsoft.com/office/drawing/2014/main" id="{10B85EEE-13BA-29CE-CE7D-9227B9DE509A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85" name="Timezone">
              <a:extLst>
                <a:ext uri="{FF2B5EF4-FFF2-40B4-BE49-F238E27FC236}">
                  <a16:creationId xmlns:a16="http://schemas.microsoft.com/office/drawing/2014/main" id="{B2533253-7005-C0F5-AD8D-D13C801FCA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6" name="Timezone">
              <a:extLst>
                <a:ext uri="{FF2B5EF4-FFF2-40B4-BE49-F238E27FC236}">
                  <a16:creationId xmlns:a16="http://schemas.microsoft.com/office/drawing/2014/main" id="{67E9D1A8-7D58-CF8B-70C5-B2B9BB66C4D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8C018BBE-E930-25DB-14C4-61FFC524C288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1B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DDD15311-5B11-C40B-0299-1D6945762BBA}"/>
              </a:ext>
            </a:extLst>
          </p:cNvPr>
          <p:cNvGrpSpPr/>
          <p:nvPr/>
        </p:nvGrpSpPr>
        <p:grpSpPr>
          <a:xfrm>
            <a:off x="3454340" y="1888020"/>
            <a:ext cx="1643496" cy="2638425"/>
            <a:chOff x="-2616045" y="1885949"/>
            <a:chExt cx="1643496" cy="2638425"/>
          </a:xfrm>
        </p:grpSpPr>
        <p:sp>
          <p:nvSpPr>
            <p:cNvPr id="489" name="직사각형 488">
              <a:extLst>
                <a:ext uri="{FF2B5EF4-FFF2-40B4-BE49-F238E27FC236}">
                  <a16:creationId xmlns:a16="http://schemas.microsoft.com/office/drawing/2014/main" id="{59419AB4-4F99-37CD-EB5E-C355BFD2448B}"/>
                </a:ext>
              </a:extLst>
            </p:cNvPr>
            <p:cNvSpPr/>
            <p:nvPr/>
          </p:nvSpPr>
          <p:spPr bwMode="auto">
            <a:xfrm>
              <a:off x="-2552700" y="1885949"/>
              <a:ext cx="1504950" cy="2638425"/>
            </a:xfrm>
            <a:prstGeom prst="rect">
              <a:avLst/>
            </a:prstGeom>
            <a:solidFill>
              <a:sysClr val="window" lastClr="FFFFFF"/>
            </a:solidFill>
            <a:ln w="6350">
              <a:solidFill>
                <a:sysClr val="windowText" lastClr="000000">
                  <a:lumMod val="50000"/>
                  <a:lumOff val="50000"/>
                </a:sys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200" b="1" kern="0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0" name="사각형: 둥근 모서리 489">
              <a:extLst>
                <a:ext uri="{FF2B5EF4-FFF2-40B4-BE49-F238E27FC236}">
                  <a16:creationId xmlns:a16="http://schemas.microsoft.com/office/drawing/2014/main" id="{2E3191CA-288E-DABF-91F7-2B8D2B3E3059}"/>
                </a:ext>
              </a:extLst>
            </p:cNvPr>
            <p:cNvSpPr/>
            <p:nvPr/>
          </p:nvSpPr>
          <p:spPr bwMode="auto">
            <a:xfrm>
              <a:off x="-2468340" y="2270660"/>
              <a:ext cx="1339474" cy="2190750"/>
            </a:xfrm>
            <a:prstGeom prst="roundRect">
              <a:avLst>
                <a:gd name="adj" fmla="val 8930"/>
              </a:avLst>
            </a:prstGeom>
            <a:solidFill>
              <a:schemeClr val="bg1">
                <a:lumMod val="95000"/>
              </a:schemeClr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8D9D054B-AB41-5031-1C11-C4A7D5E95B64}"/>
                </a:ext>
              </a:extLst>
            </p:cNvPr>
            <p:cNvSpPr txBox="1"/>
            <p:nvPr/>
          </p:nvSpPr>
          <p:spPr>
            <a:xfrm>
              <a:off x="-2472750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대기인원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DDBB739F-2A74-268D-8AEA-0466439F2CF6}"/>
                </a:ext>
              </a:extLst>
            </p:cNvPr>
            <p:cNvSpPr txBox="1"/>
            <p:nvPr/>
          </p:nvSpPr>
          <p:spPr>
            <a:xfrm>
              <a:off x="-1733175" y="320576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대기시간 </a:t>
              </a:r>
              <a:endPara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A14BDD8-0606-0E0A-2F90-C96F46A05EDB}"/>
                </a:ext>
              </a:extLst>
            </p:cNvPr>
            <p:cNvSpPr txBox="1"/>
            <p:nvPr/>
          </p:nvSpPr>
          <p:spPr>
            <a:xfrm>
              <a:off x="-2471933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처리인원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2C1CC96-F969-4D6E-94B0-419D78464A2A}"/>
                </a:ext>
              </a:extLst>
            </p:cNvPr>
            <p:cNvSpPr txBox="1"/>
            <p:nvPr/>
          </p:nvSpPr>
          <p:spPr>
            <a:xfrm>
              <a:off x="-1736049" y="4132097"/>
              <a:ext cx="7606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처리시간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5" name="AutoShape 55">
              <a:extLst>
                <a:ext uri="{FF2B5EF4-FFF2-40B4-BE49-F238E27FC236}">
                  <a16:creationId xmlns:a16="http://schemas.microsoft.com/office/drawing/2014/main" id="{D77F5161-2977-9E5E-2FBF-6686ABEE2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13984" y="261409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6" name="Multipe Users">
              <a:extLst>
                <a:ext uri="{FF2B5EF4-FFF2-40B4-BE49-F238E27FC236}">
                  <a16:creationId xmlns:a16="http://schemas.microsoft.com/office/drawing/2014/main" id="{D962F3F1-1A82-7815-AEED-6C01B0BF0D9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53387" y="270378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2BE014A6-27EF-A1E8-B811-7CDC89163F3D}"/>
                </a:ext>
              </a:extLst>
            </p:cNvPr>
            <p:cNvSpPr txBox="1"/>
            <p:nvPr/>
          </p:nvSpPr>
          <p:spPr>
            <a:xfrm>
              <a:off x="-2352019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B53B4E57-3C9E-A845-DD8B-55F92E470DDB}"/>
                </a:ext>
              </a:extLst>
            </p:cNvPr>
            <p:cNvSpPr txBox="1"/>
            <p:nvPr/>
          </p:nvSpPr>
          <p:spPr>
            <a:xfrm>
              <a:off x="-1701132" y="2983921"/>
              <a:ext cx="510555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0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4FA14D30-2F10-A3CD-9758-2A0A8A8C70A2}"/>
                </a:ext>
              </a:extLst>
            </p:cNvPr>
            <p:cNvSpPr txBox="1"/>
            <p:nvPr/>
          </p:nvSpPr>
          <p:spPr>
            <a:xfrm>
              <a:off x="-2390841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명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144EC42C-CAB4-A584-BA7B-D38035103B11}"/>
                </a:ext>
              </a:extLst>
            </p:cNvPr>
            <p:cNvSpPr txBox="1"/>
            <p:nvPr/>
          </p:nvSpPr>
          <p:spPr>
            <a:xfrm>
              <a:off x="-1704783" y="3927669"/>
              <a:ext cx="510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1" name="타원 500">
              <a:extLst>
                <a:ext uri="{FF2B5EF4-FFF2-40B4-BE49-F238E27FC236}">
                  <a16:creationId xmlns:a16="http://schemas.microsoft.com/office/drawing/2014/main" id="{532C057E-1140-5AE4-A6D2-F2AAC46A0700}"/>
                </a:ext>
              </a:extLst>
            </p:cNvPr>
            <p:cNvSpPr/>
            <p:nvPr/>
          </p:nvSpPr>
          <p:spPr bwMode="auto">
            <a:xfrm>
              <a:off x="-1671511" y="262872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02" name="AutoShape 55">
              <a:extLst>
                <a:ext uri="{FF2B5EF4-FFF2-40B4-BE49-F238E27FC236}">
                  <a16:creationId xmlns:a16="http://schemas.microsoft.com/office/drawing/2014/main" id="{55402977-EFB2-71F5-524E-5CEA09DDF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987391" y="2279322"/>
              <a:ext cx="372744" cy="182809"/>
            </a:xfrm>
            <a:prstGeom prst="roundRect">
              <a:avLst/>
            </a:prstGeom>
            <a:solidFill>
              <a:srgbClr val="00B0F0"/>
            </a:solidFill>
            <a:ln w="3175">
              <a:noFill/>
              <a:round/>
              <a:headEnd/>
              <a:tailEnd/>
            </a:ln>
          </p:spPr>
          <p:txBody>
            <a:bodyPr wrap="none" lIns="36000" tIns="18000" rIns="36000" bIns="18000" anchor="ctr">
              <a:noAutofit/>
            </a:bodyPr>
            <a:lstStyle/>
            <a:p>
              <a:pPr algn="ctr" latinLnBrk="1"/>
              <a:r>
                <a:rPr lang="ko-KR" altLang="en-US" sz="900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원활</a:t>
              </a:r>
            </a:p>
          </p:txBody>
        </p:sp>
        <p:sp>
          <p:nvSpPr>
            <p:cNvPr id="503" name="AutoShape 55">
              <a:extLst>
                <a:ext uri="{FF2B5EF4-FFF2-40B4-BE49-F238E27FC236}">
                  <a16:creationId xmlns:a16="http://schemas.microsoft.com/office/drawing/2014/main" id="{E15A6AE6-B700-307F-80D0-C67B9731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27440" y="3540425"/>
              <a:ext cx="392896" cy="392214"/>
            </a:xfrm>
            <a:prstGeom prst="ellipse">
              <a:avLst/>
            </a:prstGeom>
            <a:solidFill>
              <a:srgbClr val="242852">
                <a:lumMod val="20000"/>
                <a:lumOff val="80000"/>
              </a:srgbClr>
            </a:solidFill>
            <a:ln w="3175">
              <a:noFill/>
              <a:round/>
              <a:headEnd/>
              <a:tailEnd/>
            </a:ln>
          </p:spPr>
          <p:txBody>
            <a:bodyPr wrap="none" lIns="72000" tIns="72000" rIns="72000" bIns="72000" anchor="ctr">
              <a:noAutofit/>
            </a:bodyPr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04" name="Multipe Users">
              <a:extLst>
                <a:ext uri="{FF2B5EF4-FFF2-40B4-BE49-F238E27FC236}">
                  <a16:creationId xmlns:a16="http://schemas.microsoft.com/office/drawing/2014/main" id="{134262D6-F815-21AA-AFB6-8DA6B24ABDF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-2266843" y="3630118"/>
              <a:ext cx="256526" cy="216678"/>
            </a:xfrm>
            <a:custGeom>
              <a:avLst/>
              <a:gdLst>
                <a:gd name="T0" fmla="*/ 146 w 669"/>
                <a:gd name="T1" fmla="*/ 198 h 568"/>
                <a:gd name="T2" fmla="*/ 162 w 669"/>
                <a:gd name="T3" fmla="*/ 274 h 568"/>
                <a:gd name="T4" fmla="*/ 191 w 669"/>
                <a:gd name="T5" fmla="*/ 337 h 568"/>
                <a:gd name="T6" fmla="*/ 97 w 669"/>
                <a:gd name="T7" fmla="*/ 437 h 568"/>
                <a:gd name="T8" fmla="*/ 0 w 669"/>
                <a:gd name="T9" fmla="*/ 568 h 568"/>
                <a:gd name="T10" fmla="*/ 516 w 669"/>
                <a:gd name="T11" fmla="*/ 496 h 568"/>
                <a:gd name="T12" fmla="*/ 640 w 669"/>
                <a:gd name="T13" fmla="*/ 416 h 568"/>
                <a:gd name="T14" fmla="*/ 510 w 669"/>
                <a:gd name="T15" fmla="*/ 338 h 568"/>
                <a:gd name="T16" fmla="*/ 522 w 669"/>
                <a:gd name="T17" fmla="*/ 281 h 568"/>
                <a:gd name="T18" fmla="*/ 554 w 669"/>
                <a:gd name="T19" fmla="*/ 210 h 568"/>
                <a:gd name="T20" fmla="*/ 541 w 669"/>
                <a:gd name="T21" fmla="*/ 60 h 568"/>
                <a:gd name="T22" fmla="*/ 440 w 669"/>
                <a:gd name="T23" fmla="*/ 13 h 568"/>
                <a:gd name="T24" fmla="*/ 267 w 669"/>
                <a:gd name="T25" fmla="*/ 0 h 568"/>
                <a:gd name="T26" fmla="*/ 316 w 669"/>
                <a:gd name="T27" fmla="*/ 43 h 568"/>
                <a:gd name="T28" fmla="*/ 363 w 669"/>
                <a:gd name="T29" fmla="*/ 70 h 568"/>
                <a:gd name="T30" fmla="*/ 360 w 669"/>
                <a:gd name="T31" fmla="*/ 208 h 568"/>
                <a:gd name="T32" fmla="*/ 365 w 669"/>
                <a:gd name="T33" fmla="*/ 251 h 568"/>
                <a:gd name="T34" fmla="*/ 349 w 669"/>
                <a:gd name="T35" fmla="*/ 266 h 568"/>
                <a:gd name="T36" fmla="*/ 326 w 669"/>
                <a:gd name="T37" fmla="*/ 320 h 568"/>
                <a:gd name="T38" fmla="*/ 320 w 669"/>
                <a:gd name="T39" fmla="*/ 389 h 568"/>
                <a:gd name="T40" fmla="*/ 366 w 669"/>
                <a:gd name="T41" fmla="*/ 436 h 568"/>
                <a:gd name="T42" fmla="*/ 482 w 669"/>
                <a:gd name="T43" fmla="*/ 495 h 568"/>
                <a:gd name="T44" fmla="*/ 31 w 669"/>
                <a:gd name="T45" fmla="*/ 541 h 568"/>
                <a:gd name="T46" fmla="*/ 171 w 669"/>
                <a:gd name="T47" fmla="*/ 436 h 568"/>
                <a:gd name="T48" fmla="*/ 216 w 669"/>
                <a:gd name="T49" fmla="*/ 389 h 568"/>
                <a:gd name="T50" fmla="*/ 210 w 669"/>
                <a:gd name="T51" fmla="*/ 320 h 568"/>
                <a:gd name="T52" fmla="*/ 186 w 669"/>
                <a:gd name="T53" fmla="*/ 266 h 568"/>
                <a:gd name="T54" fmla="*/ 171 w 669"/>
                <a:gd name="T55" fmla="*/ 251 h 568"/>
                <a:gd name="T56" fmla="*/ 176 w 669"/>
                <a:gd name="T57" fmla="*/ 208 h 568"/>
                <a:gd name="T58" fmla="*/ 267 w 669"/>
                <a:gd name="T59" fmla="*/ 26 h 568"/>
                <a:gd name="T60" fmla="*/ 483 w 669"/>
                <a:gd name="T61" fmla="*/ 58 h 568"/>
                <a:gd name="T62" fmla="*/ 530 w 669"/>
                <a:gd name="T63" fmla="*/ 109 h 568"/>
                <a:gd name="T64" fmla="*/ 525 w 669"/>
                <a:gd name="T65" fmla="*/ 197 h 568"/>
                <a:gd name="T66" fmla="*/ 520 w 669"/>
                <a:gd name="T67" fmla="*/ 227 h 568"/>
                <a:gd name="T68" fmla="*/ 498 w 669"/>
                <a:gd name="T69" fmla="*/ 269 h 568"/>
                <a:gd name="T70" fmla="*/ 482 w 669"/>
                <a:gd name="T71" fmla="*/ 287 h 568"/>
                <a:gd name="T72" fmla="*/ 483 w 669"/>
                <a:gd name="T73" fmla="*/ 345 h 568"/>
                <a:gd name="T74" fmla="*/ 575 w 669"/>
                <a:gd name="T75" fmla="*/ 406 h 568"/>
                <a:gd name="T76" fmla="*/ 493 w 669"/>
                <a:gd name="T77" fmla="*/ 469 h 568"/>
                <a:gd name="T78" fmla="*/ 347 w 669"/>
                <a:gd name="T79" fmla="*/ 385 h 568"/>
                <a:gd name="T80" fmla="*/ 362 w 669"/>
                <a:gd name="T81" fmla="*/ 314 h 568"/>
                <a:gd name="T82" fmla="*/ 399 w 669"/>
                <a:gd name="T83" fmla="*/ 231 h 568"/>
                <a:gd name="T84" fmla="*/ 384 w 669"/>
                <a:gd name="T85" fmla="*/ 5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9" h="568">
                  <a:moveTo>
                    <a:pt x="266" y="0"/>
                  </a:moveTo>
                  <a:cubicBezTo>
                    <a:pt x="204" y="1"/>
                    <a:pt x="164" y="26"/>
                    <a:pt x="147" y="66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7" y="231"/>
                  </a:cubicBezTo>
                  <a:cubicBezTo>
                    <a:pt x="138" y="245"/>
                    <a:pt x="144" y="257"/>
                    <a:pt x="150" y="267"/>
                  </a:cubicBezTo>
                  <a:cubicBezTo>
                    <a:pt x="153" y="272"/>
                    <a:pt x="158" y="272"/>
                    <a:pt x="162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8" y="321"/>
                    <a:pt x="181" y="327"/>
                    <a:pt x="185" y="332"/>
                  </a:cubicBezTo>
                  <a:cubicBezTo>
                    <a:pt x="186" y="334"/>
                    <a:pt x="189" y="335"/>
                    <a:pt x="191" y="337"/>
                  </a:cubicBezTo>
                  <a:cubicBezTo>
                    <a:pt x="191" y="354"/>
                    <a:pt x="191" y="367"/>
                    <a:pt x="190" y="385"/>
                  </a:cubicBezTo>
                  <a:cubicBezTo>
                    <a:pt x="185" y="395"/>
                    <a:pt x="175" y="404"/>
                    <a:pt x="159" y="412"/>
                  </a:cubicBezTo>
                  <a:cubicBezTo>
                    <a:pt x="142" y="420"/>
                    <a:pt x="120" y="428"/>
                    <a:pt x="97" y="437"/>
                  </a:cubicBezTo>
                  <a:cubicBezTo>
                    <a:pt x="75" y="447"/>
                    <a:pt x="52" y="459"/>
                    <a:pt x="34" y="477"/>
                  </a:cubicBezTo>
                  <a:cubicBezTo>
                    <a:pt x="16" y="495"/>
                    <a:pt x="3" y="521"/>
                    <a:pt x="1" y="554"/>
                  </a:cubicBezTo>
                  <a:lnTo>
                    <a:pt x="0" y="568"/>
                  </a:lnTo>
                  <a:lnTo>
                    <a:pt x="535" y="568"/>
                  </a:lnTo>
                  <a:lnTo>
                    <a:pt x="535" y="554"/>
                  </a:lnTo>
                  <a:cubicBezTo>
                    <a:pt x="533" y="531"/>
                    <a:pt x="526" y="511"/>
                    <a:pt x="516" y="496"/>
                  </a:cubicBezTo>
                  <a:lnTo>
                    <a:pt x="669" y="496"/>
                  </a:lnTo>
                  <a:lnTo>
                    <a:pt x="668" y="482"/>
                  </a:lnTo>
                  <a:cubicBezTo>
                    <a:pt x="666" y="453"/>
                    <a:pt x="655" y="431"/>
                    <a:pt x="640" y="416"/>
                  </a:cubicBezTo>
                  <a:cubicBezTo>
                    <a:pt x="624" y="400"/>
                    <a:pt x="605" y="390"/>
                    <a:pt x="586" y="382"/>
                  </a:cubicBezTo>
                  <a:cubicBezTo>
                    <a:pt x="567" y="374"/>
                    <a:pt x="549" y="367"/>
                    <a:pt x="535" y="360"/>
                  </a:cubicBezTo>
                  <a:cubicBezTo>
                    <a:pt x="521" y="353"/>
                    <a:pt x="513" y="347"/>
                    <a:pt x="510" y="338"/>
                  </a:cubicBezTo>
                  <a:cubicBezTo>
                    <a:pt x="509" y="325"/>
                    <a:pt x="509" y="313"/>
                    <a:pt x="509" y="300"/>
                  </a:cubicBezTo>
                  <a:cubicBezTo>
                    <a:pt x="510" y="299"/>
                    <a:pt x="512" y="297"/>
                    <a:pt x="513" y="296"/>
                  </a:cubicBezTo>
                  <a:cubicBezTo>
                    <a:pt x="517" y="291"/>
                    <a:pt x="520" y="286"/>
                    <a:pt x="522" y="281"/>
                  </a:cubicBezTo>
                  <a:cubicBezTo>
                    <a:pt x="527" y="271"/>
                    <a:pt x="530" y="259"/>
                    <a:pt x="532" y="248"/>
                  </a:cubicBezTo>
                  <a:cubicBezTo>
                    <a:pt x="536" y="246"/>
                    <a:pt x="540" y="245"/>
                    <a:pt x="543" y="242"/>
                  </a:cubicBezTo>
                  <a:cubicBezTo>
                    <a:pt x="548" y="234"/>
                    <a:pt x="552" y="224"/>
                    <a:pt x="554" y="210"/>
                  </a:cubicBezTo>
                  <a:cubicBezTo>
                    <a:pt x="555" y="199"/>
                    <a:pt x="550" y="190"/>
                    <a:pt x="546" y="183"/>
                  </a:cubicBezTo>
                  <a:cubicBezTo>
                    <a:pt x="552" y="164"/>
                    <a:pt x="558" y="136"/>
                    <a:pt x="556" y="107"/>
                  </a:cubicBezTo>
                  <a:cubicBezTo>
                    <a:pt x="555" y="90"/>
                    <a:pt x="551" y="74"/>
                    <a:pt x="541" y="60"/>
                  </a:cubicBezTo>
                  <a:cubicBezTo>
                    <a:pt x="531" y="47"/>
                    <a:pt x="516" y="37"/>
                    <a:pt x="496" y="34"/>
                  </a:cubicBezTo>
                  <a:cubicBezTo>
                    <a:pt x="483" y="20"/>
                    <a:pt x="464" y="13"/>
                    <a:pt x="440" y="13"/>
                  </a:cubicBezTo>
                  <a:lnTo>
                    <a:pt x="440" y="13"/>
                  </a:lnTo>
                  <a:cubicBezTo>
                    <a:pt x="407" y="14"/>
                    <a:pt x="382" y="22"/>
                    <a:pt x="364" y="36"/>
                  </a:cubicBezTo>
                  <a:cubicBezTo>
                    <a:pt x="356" y="31"/>
                    <a:pt x="346" y="27"/>
                    <a:pt x="335" y="25"/>
                  </a:cubicBezTo>
                  <a:cubicBezTo>
                    <a:pt x="321" y="7"/>
                    <a:pt x="296" y="0"/>
                    <a:pt x="267" y="0"/>
                  </a:cubicBezTo>
                  <a:lnTo>
                    <a:pt x="266" y="0"/>
                  </a:lnTo>
                  <a:close/>
                  <a:moveTo>
                    <a:pt x="267" y="26"/>
                  </a:moveTo>
                  <a:cubicBezTo>
                    <a:pt x="294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6" y="50"/>
                  </a:lnTo>
                  <a:cubicBezTo>
                    <a:pt x="344" y="52"/>
                    <a:pt x="355" y="60"/>
                    <a:pt x="363" y="70"/>
                  </a:cubicBezTo>
                  <a:cubicBezTo>
                    <a:pt x="370" y="80"/>
                    <a:pt x="374" y="95"/>
                    <a:pt x="375" y="111"/>
                  </a:cubicBezTo>
                  <a:cubicBezTo>
                    <a:pt x="378" y="143"/>
                    <a:pt x="369" y="180"/>
                    <a:pt x="363" y="198"/>
                  </a:cubicBezTo>
                  <a:lnTo>
                    <a:pt x="360" y="208"/>
                  </a:lnTo>
                  <a:lnTo>
                    <a:pt x="369" y="213"/>
                  </a:lnTo>
                  <a:cubicBezTo>
                    <a:pt x="368" y="213"/>
                    <a:pt x="374" y="217"/>
                    <a:pt x="373" y="228"/>
                  </a:cubicBezTo>
                  <a:cubicBezTo>
                    <a:pt x="371" y="241"/>
                    <a:pt x="368" y="248"/>
                    <a:pt x="365" y="251"/>
                  </a:cubicBezTo>
                  <a:cubicBezTo>
                    <a:pt x="363" y="254"/>
                    <a:pt x="362" y="254"/>
                    <a:pt x="361" y="254"/>
                  </a:cubicBezTo>
                  <a:lnTo>
                    <a:pt x="351" y="255"/>
                  </a:lnTo>
                  <a:lnTo>
                    <a:pt x="349" y="266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8"/>
                    <a:pt x="333" y="312"/>
                    <a:pt x="330" y="316"/>
                  </a:cubicBezTo>
                  <a:cubicBezTo>
                    <a:pt x="328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1" y="391"/>
                  </a:lnTo>
                  <a:lnTo>
                    <a:pt x="321" y="393"/>
                  </a:lnTo>
                  <a:cubicBezTo>
                    <a:pt x="329" y="413"/>
                    <a:pt x="346" y="426"/>
                    <a:pt x="366" y="436"/>
                  </a:cubicBezTo>
                  <a:cubicBezTo>
                    <a:pt x="385" y="445"/>
                    <a:pt x="407" y="453"/>
                    <a:pt x="428" y="462"/>
                  </a:cubicBezTo>
                  <a:cubicBezTo>
                    <a:pt x="446" y="469"/>
                    <a:pt x="462" y="478"/>
                    <a:pt x="475" y="489"/>
                  </a:cubicBezTo>
                  <a:cubicBezTo>
                    <a:pt x="477" y="492"/>
                    <a:pt x="479" y="494"/>
                    <a:pt x="482" y="495"/>
                  </a:cubicBezTo>
                  <a:cubicBezTo>
                    <a:pt x="482" y="495"/>
                    <a:pt x="482" y="495"/>
                    <a:pt x="483" y="496"/>
                  </a:cubicBezTo>
                  <a:cubicBezTo>
                    <a:pt x="494" y="507"/>
                    <a:pt x="501" y="522"/>
                    <a:pt x="505" y="541"/>
                  </a:cubicBezTo>
                  <a:lnTo>
                    <a:pt x="31" y="541"/>
                  </a:lnTo>
                  <a:cubicBezTo>
                    <a:pt x="35" y="522"/>
                    <a:pt x="42" y="507"/>
                    <a:pt x="53" y="496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9" y="453"/>
                    <a:pt x="151" y="445"/>
                    <a:pt x="171" y="436"/>
                  </a:cubicBezTo>
                  <a:cubicBezTo>
                    <a:pt x="190" y="426"/>
                    <a:pt x="208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9" y="319"/>
                    <a:pt x="206" y="316"/>
                  </a:cubicBezTo>
                  <a:cubicBezTo>
                    <a:pt x="204" y="312"/>
                    <a:pt x="201" y="307"/>
                    <a:pt x="198" y="302"/>
                  </a:cubicBezTo>
                  <a:cubicBezTo>
                    <a:pt x="192" y="291"/>
                    <a:pt x="188" y="277"/>
                    <a:pt x="186" y="266"/>
                  </a:cubicBezTo>
                  <a:lnTo>
                    <a:pt x="185" y="255"/>
                  </a:lnTo>
                  <a:lnTo>
                    <a:pt x="174" y="254"/>
                  </a:lnTo>
                  <a:cubicBezTo>
                    <a:pt x="174" y="254"/>
                    <a:pt x="173" y="254"/>
                    <a:pt x="171" y="251"/>
                  </a:cubicBezTo>
                  <a:cubicBezTo>
                    <a:pt x="168" y="248"/>
                    <a:pt x="165" y="241"/>
                    <a:pt x="163" y="228"/>
                  </a:cubicBezTo>
                  <a:cubicBezTo>
                    <a:pt x="161" y="222"/>
                    <a:pt x="166" y="217"/>
                    <a:pt x="167" y="213"/>
                  </a:cubicBezTo>
                  <a:lnTo>
                    <a:pt x="176" y="208"/>
                  </a:lnTo>
                  <a:lnTo>
                    <a:pt x="173" y="198"/>
                  </a:lnTo>
                  <a:cubicBezTo>
                    <a:pt x="161" y="150"/>
                    <a:pt x="159" y="106"/>
                    <a:pt x="172" y="76"/>
                  </a:cubicBezTo>
                  <a:cubicBezTo>
                    <a:pt x="185" y="46"/>
                    <a:pt x="211" y="27"/>
                    <a:pt x="267" y="26"/>
                  </a:cubicBezTo>
                  <a:close/>
                  <a:moveTo>
                    <a:pt x="440" y="40"/>
                  </a:moveTo>
                  <a:cubicBezTo>
                    <a:pt x="463" y="40"/>
                    <a:pt x="476" y="46"/>
                    <a:pt x="480" y="53"/>
                  </a:cubicBezTo>
                  <a:lnTo>
                    <a:pt x="483" y="58"/>
                  </a:lnTo>
                  <a:lnTo>
                    <a:pt x="490" y="59"/>
                  </a:lnTo>
                  <a:cubicBezTo>
                    <a:pt x="505" y="61"/>
                    <a:pt x="513" y="67"/>
                    <a:pt x="519" y="76"/>
                  </a:cubicBezTo>
                  <a:cubicBezTo>
                    <a:pt x="525" y="84"/>
                    <a:pt x="529" y="96"/>
                    <a:pt x="530" y="109"/>
                  </a:cubicBezTo>
                  <a:cubicBezTo>
                    <a:pt x="532" y="135"/>
                    <a:pt x="524" y="167"/>
                    <a:pt x="519" y="181"/>
                  </a:cubicBezTo>
                  <a:lnTo>
                    <a:pt x="516" y="191"/>
                  </a:lnTo>
                  <a:lnTo>
                    <a:pt x="525" y="197"/>
                  </a:lnTo>
                  <a:cubicBezTo>
                    <a:pt x="524" y="196"/>
                    <a:pt x="528" y="198"/>
                    <a:pt x="527" y="207"/>
                  </a:cubicBezTo>
                  <a:cubicBezTo>
                    <a:pt x="527" y="214"/>
                    <a:pt x="524" y="219"/>
                    <a:pt x="522" y="225"/>
                  </a:cubicBezTo>
                  <a:cubicBezTo>
                    <a:pt x="520" y="227"/>
                    <a:pt x="519" y="227"/>
                    <a:pt x="520" y="227"/>
                  </a:cubicBezTo>
                  <a:lnTo>
                    <a:pt x="509" y="228"/>
                  </a:lnTo>
                  <a:lnTo>
                    <a:pt x="508" y="239"/>
                  </a:lnTo>
                  <a:cubicBezTo>
                    <a:pt x="507" y="248"/>
                    <a:pt x="503" y="260"/>
                    <a:pt x="498" y="269"/>
                  </a:cubicBezTo>
                  <a:cubicBezTo>
                    <a:pt x="496" y="273"/>
                    <a:pt x="494" y="277"/>
                    <a:pt x="492" y="280"/>
                  </a:cubicBezTo>
                  <a:cubicBezTo>
                    <a:pt x="490" y="283"/>
                    <a:pt x="488" y="284"/>
                    <a:pt x="489" y="283"/>
                  </a:cubicBezTo>
                  <a:lnTo>
                    <a:pt x="482" y="287"/>
                  </a:lnTo>
                  <a:lnTo>
                    <a:pt x="482" y="295"/>
                  </a:lnTo>
                  <a:cubicBezTo>
                    <a:pt x="482" y="311"/>
                    <a:pt x="482" y="325"/>
                    <a:pt x="483" y="344"/>
                  </a:cubicBezTo>
                  <a:lnTo>
                    <a:pt x="483" y="345"/>
                  </a:lnTo>
                  <a:lnTo>
                    <a:pt x="484" y="347"/>
                  </a:lnTo>
                  <a:cubicBezTo>
                    <a:pt x="491" y="365"/>
                    <a:pt x="506" y="376"/>
                    <a:pt x="523" y="384"/>
                  </a:cubicBezTo>
                  <a:cubicBezTo>
                    <a:pt x="539" y="392"/>
                    <a:pt x="558" y="399"/>
                    <a:pt x="575" y="406"/>
                  </a:cubicBezTo>
                  <a:cubicBezTo>
                    <a:pt x="593" y="414"/>
                    <a:pt x="609" y="422"/>
                    <a:pt x="621" y="434"/>
                  </a:cubicBezTo>
                  <a:cubicBezTo>
                    <a:pt x="629" y="443"/>
                    <a:pt x="635" y="455"/>
                    <a:pt x="638" y="469"/>
                  </a:cubicBezTo>
                  <a:lnTo>
                    <a:pt x="493" y="469"/>
                  </a:lnTo>
                  <a:cubicBezTo>
                    <a:pt x="477" y="455"/>
                    <a:pt x="458" y="445"/>
                    <a:pt x="439" y="437"/>
                  </a:cubicBezTo>
                  <a:cubicBezTo>
                    <a:pt x="417" y="428"/>
                    <a:pt x="395" y="420"/>
                    <a:pt x="378" y="412"/>
                  </a:cubicBezTo>
                  <a:cubicBezTo>
                    <a:pt x="361" y="404"/>
                    <a:pt x="351" y="395"/>
                    <a:pt x="347" y="385"/>
                  </a:cubicBezTo>
                  <a:cubicBezTo>
                    <a:pt x="345" y="367"/>
                    <a:pt x="346" y="353"/>
                    <a:pt x="346" y="337"/>
                  </a:cubicBezTo>
                  <a:cubicBezTo>
                    <a:pt x="348" y="335"/>
                    <a:pt x="350" y="334"/>
                    <a:pt x="352" y="331"/>
                  </a:cubicBezTo>
                  <a:cubicBezTo>
                    <a:pt x="355" y="326"/>
                    <a:pt x="359" y="320"/>
                    <a:pt x="362" y="314"/>
                  </a:cubicBezTo>
                  <a:cubicBezTo>
                    <a:pt x="368" y="302"/>
                    <a:pt x="372" y="288"/>
                    <a:pt x="374" y="274"/>
                  </a:cubicBezTo>
                  <a:cubicBezTo>
                    <a:pt x="378" y="272"/>
                    <a:pt x="383" y="272"/>
                    <a:pt x="386" y="267"/>
                  </a:cubicBezTo>
                  <a:cubicBezTo>
                    <a:pt x="393" y="259"/>
                    <a:pt x="397" y="247"/>
                    <a:pt x="399" y="231"/>
                  </a:cubicBezTo>
                  <a:cubicBezTo>
                    <a:pt x="401" y="216"/>
                    <a:pt x="396" y="206"/>
                    <a:pt x="390" y="199"/>
                  </a:cubicBezTo>
                  <a:cubicBezTo>
                    <a:pt x="396" y="178"/>
                    <a:pt x="405" y="144"/>
                    <a:pt x="402" y="109"/>
                  </a:cubicBezTo>
                  <a:cubicBezTo>
                    <a:pt x="398" y="88"/>
                    <a:pt x="395" y="68"/>
                    <a:pt x="384" y="54"/>
                  </a:cubicBezTo>
                  <a:cubicBezTo>
                    <a:pt x="397" y="46"/>
                    <a:pt x="415" y="40"/>
                    <a:pt x="440" y="40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타원 504">
              <a:extLst>
                <a:ext uri="{FF2B5EF4-FFF2-40B4-BE49-F238E27FC236}">
                  <a16:creationId xmlns:a16="http://schemas.microsoft.com/office/drawing/2014/main" id="{50255C42-C879-C917-8F6E-5E432C7AA917}"/>
                </a:ext>
              </a:extLst>
            </p:cNvPr>
            <p:cNvSpPr/>
            <p:nvPr/>
          </p:nvSpPr>
          <p:spPr bwMode="auto">
            <a:xfrm>
              <a:off x="-1652745" y="3555054"/>
              <a:ext cx="388573" cy="3885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1" lang="ko-KR" altLang="en-US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  <a:ea typeface="바탕체" pitchFamily="17" charset="-127"/>
              </a:endParaRPr>
            </a:p>
          </p:txBody>
        </p:sp>
        <p:sp>
          <p:nvSpPr>
            <p:cNvPr id="506" name="Timezone">
              <a:extLst>
                <a:ext uri="{FF2B5EF4-FFF2-40B4-BE49-F238E27FC236}">
                  <a16:creationId xmlns:a16="http://schemas.microsoft.com/office/drawing/2014/main" id="{F2ECC8DD-7636-1F80-F336-65C33AFB13B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80866" y="270158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7" name="Timezone">
              <a:extLst>
                <a:ext uri="{FF2B5EF4-FFF2-40B4-BE49-F238E27FC236}">
                  <a16:creationId xmlns:a16="http://schemas.microsoft.com/office/drawing/2014/main" id="{3F874EA6-7D09-B0F0-E0B9-BFB84A4C5F2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-1562100" y="3627913"/>
              <a:ext cx="234622" cy="234622"/>
            </a:xfrm>
            <a:custGeom>
              <a:avLst/>
              <a:gdLst>
                <a:gd name="T0" fmla="*/ 7 w 667"/>
                <a:gd name="T1" fmla="*/ 535 h 670"/>
                <a:gd name="T2" fmla="*/ 246 w 667"/>
                <a:gd name="T3" fmla="*/ 552 h 670"/>
                <a:gd name="T4" fmla="*/ 167 w 667"/>
                <a:gd name="T5" fmla="*/ 108 h 670"/>
                <a:gd name="T6" fmla="*/ 427 w 667"/>
                <a:gd name="T7" fmla="*/ 83 h 670"/>
                <a:gd name="T8" fmla="*/ 513 w 667"/>
                <a:gd name="T9" fmla="*/ 108 h 670"/>
                <a:gd name="T10" fmla="*/ 667 w 667"/>
                <a:gd name="T11" fmla="*/ 16 h 670"/>
                <a:gd name="T12" fmla="*/ 327 w 667"/>
                <a:gd name="T13" fmla="*/ 5 h 670"/>
                <a:gd name="T14" fmla="*/ 613 w 667"/>
                <a:gd name="T15" fmla="*/ 56 h 670"/>
                <a:gd name="T16" fmla="*/ 613 w 667"/>
                <a:gd name="T17" fmla="*/ 56 h 670"/>
                <a:gd name="T18" fmla="*/ 67 w 667"/>
                <a:gd name="T19" fmla="*/ 83 h 670"/>
                <a:gd name="T20" fmla="*/ 267 w 667"/>
                <a:gd name="T21" fmla="*/ 96 h 670"/>
                <a:gd name="T22" fmla="*/ 560 w 667"/>
                <a:gd name="T23" fmla="*/ 110 h 670"/>
                <a:gd name="T24" fmla="*/ 93 w 667"/>
                <a:gd name="T25" fmla="*/ 110 h 670"/>
                <a:gd name="T26" fmla="*/ 93 w 667"/>
                <a:gd name="T27" fmla="*/ 110 h 670"/>
                <a:gd name="T28" fmla="*/ 240 w 667"/>
                <a:gd name="T29" fmla="*/ 123 h 670"/>
                <a:gd name="T30" fmla="*/ 400 w 667"/>
                <a:gd name="T31" fmla="*/ 136 h 670"/>
                <a:gd name="T32" fmla="*/ 467 w 667"/>
                <a:gd name="T33" fmla="*/ 123 h 670"/>
                <a:gd name="T34" fmla="*/ 613 w 667"/>
                <a:gd name="T35" fmla="*/ 136 h 670"/>
                <a:gd name="T36" fmla="*/ 613 w 667"/>
                <a:gd name="T37" fmla="*/ 136 h 670"/>
                <a:gd name="T38" fmla="*/ 67 w 667"/>
                <a:gd name="T39" fmla="*/ 163 h 670"/>
                <a:gd name="T40" fmla="*/ 187 w 667"/>
                <a:gd name="T41" fmla="*/ 176 h 670"/>
                <a:gd name="T42" fmla="*/ 253 w 667"/>
                <a:gd name="T43" fmla="*/ 163 h 670"/>
                <a:gd name="T44" fmla="*/ 440 w 667"/>
                <a:gd name="T45" fmla="*/ 150 h 670"/>
                <a:gd name="T46" fmla="*/ 440 w 667"/>
                <a:gd name="T47" fmla="*/ 150 h 670"/>
                <a:gd name="T48" fmla="*/ 587 w 667"/>
                <a:gd name="T49" fmla="*/ 190 h 670"/>
                <a:gd name="T50" fmla="*/ 93 w 667"/>
                <a:gd name="T51" fmla="*/ 216 h 670"/>
                <a:gd name="T52" fmla="*/ 213 w 667"/>
                <a:gd name="T53" fmla="*/ 203 h 670"/>
                <a:gd name="T54" fmla="*/ 400 w 667"/>
                <a:gd name="T55" fmla="*/ 190 h 670"/>
                <a:gd name="T56" fmla="*/ 400 w 667"/>
                <a:gd name="T57" fmla="*/ 190 h 670"/>
                <a:gd name="T58" fmla="*/ 493 w 667"/>
                <a:gd name="T59" fmla="*/ 203 h 670"/>
                <a:gd name="T60" fmla="*/ 613 w 667"/>
                <a:gd name="T61" fmla="*/ 243 h 670"/>
                <a:gd name="T62" fmla="*/ 40 w 667"/>
                <a:gd name="T63" fmla="*/ 243 h 670"/>
                <a:gd name="T64" fmla="*/ 187 w 667"/>
                <a:gd name="T65" fmla="*/ 230 h 670"/>
                <a:gd name="T66" fmla="*/ 187 w 667"/>
                <a:gd name="T67" fmla="*/ 230 h 670"/>
                <a:gd name="T68" fmla="*/ 280 w 667"/>
                <a:gd name="T69" fmla="*/ 243 h 670"/>
                <a:gd name="T70" fmla="*/ 440 w 667"/>
                <a:gd name="T71" fmla="*/ 256 h 670"/>
                <a:gd name="T72" fmla="*/ 560 w 667"/>
                <a:gd name="T73" fmla="*/ 270 h 670"/>
                <a:gd name="T74" fmla="*/ 93 w 667"/>
                <a:gd name="T75" fmla="*/ 270 h 670"/>
                <a:gd name="T76" fmla="*/ 93 w 667"/>
                <a:gd name="T77" fmla="*/ 270 h 670"/>
                <a:gd name="T78" fmla="*/ 240 w 667"/>
                <a:gd name="T79" fmla="*/ 283 h 670"/>
                <a:gd name="T80" fmla="*/ 467 w 667"/>
                <a:gd name="T81" fmla="*/ 670 h 670"/>
                <a:gd name="T82" fmla="*/ 640 w 667"/>
                <a:gd name="T83" fmla="*/ 470 h 670"/>
                <a:gd name="T84" fmla="*/ 53 w 667"/>
                <a:gd name="T85" fmla="*/ 310 h 670"/>
                <a:gd name="T86" fmla="*/ 53 w 667"/>
                <a:gd name="T87" fmla="*/ 310 h 670"/>
                <a:gd name="T88" fmla="*/ 200 w 667"/>
                <a:gd name="T89" fmla="*/ 323 h 670"/>
                <a:gd name="T90" fmla="*/ 267 w 667"/>
                <a:gd name="T91" fmla="*/ 336 h 670"/>
                <a:gd name="T92" fmla="*/ 453 w 667"/>
                <a:gd name="T93" fmla="*/ 336 h 670"/>
                <a:gd name="T94" fmla="*/ 395 w 667"/>
                <a:gd name="T95" fmla="*/ 523 h 670"/>
                <a:gd name="T96" fmla="*/ 490 w 667"/>
                <a:gd name="T97" fmla="*/ 470 h 670"/>
                <a:gd name="T98" fmla="*/ 93 w 667"/>
                <a:gd name="T99" fmla="*/ 350 h 670"/>
                <a:gd name="T100" fmla="*/ 93 w 667"/>
                <a:gd name="T101" fmla="*/ 350 h 670"/>
                <a:gd name="T102" fmla="*/ 240 w 667"/>
                <a:gd name="T103" fmla="*/ 363 h 670"/>
                <a:gd name="T104" fmla="*/ 53 w 667"/>
                <a:gd name="T105" fmla="*/ 416 h 670"/>
                <a:gd name="T106" fmla="*/ 173 w 667"/>
                <a:gd name="T107" fmla="*/ 403 h 670"/>
                <a:gd name="T108" fmla="*/ 93 w 667"/>
                <a:gd name="T109" fmla="*/ 430 h 670"/>
                <a:gd name="T110" fmla="*/ 93 w 667"/>
                <a:gd name="T111" fmla="*/ 430 h 670"/>
                <a:gd name="T112" fmla="*/ 240 w 667"/>
                <a:gd name="T113" fmla="*/ 443 h 670"/>
                <a:gd name="T114" fmla="*/ 53 w 667"/>
                <a:gd name="T115" fmla="*/ 496 h 670"/>
                <a:gd name="T116" fmla="*/ 173 w 667"/>
                <a:gd name="T117" fmla="*/ 483 h 670"/>
                <a:gd name="T118" fmla="*/ 93 w 667"/>
                <a:gd name="T119" fmla="*/ 510 h 670"/>
                <a:gd name="T120" fmla="*/ 93 w 667"/>
                <a:gd name="T121" fmla="*/ 510 h 670"/>
                <a:gd name="T122" fmla="*/ 240 w 667"/>
                <a:gd name="T123" fmla="*/ 523 h 670"/>
                <a:gd name="T124" fmla="*/ 187 w 667"/>
                <a:gd name="T125" fmla="*/ 57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70">
                  <a:moveTo>
                    <a:pt x="13" y="3"/>
                  </a:moveTo>
                  <a:cubicBezTo>
                    <a:pt x="6" y="3"/>
                    <a:pt x="0" y="9"/>
                    <a:pt x="0" y="16"/>
                  </a:cubicBezTo>
                  <a:lnTo>
                    <a:pt x="0" y="523"/>
                  </a:lnTo>
                  <a:cubicBezTo>
                    <a:pt x="0" y="528"/>
                    <a:pt x="3" y="533"/>
                    <a:pt x="7" y="535"/>
                  </a:cubicBezTo>
                  <a:lnTo>
                    <a:pt x="167" y="615"/>
                  </a:lnTo>
                  <a:cubicBezTo>
                    <a:pt x="171" y="617"/>
                    <a:pt x="176" y="617"/>
                    <a:pt x="179" y="615"/>
                  </a:cubicBezTo>
                  <a:lnTo>
                    <a:pt x="258" y="576"/>
                  </a:lnTo>
                  <a:cubicBezTo>
                    <a:pt x="275" y="568"/>
                    <a:pt x="263" y="543"/>
                    <a:pt x="246" y="552"/>
                  </a:cubicBezTo>
                  <a:lnTo>
                    <a:pt x="173" y="588"/>
                  </a:lnTo>
                  <a:lnTo>
                    <a:pt x="27" y="515"/>
                  </a:lnTo>
                  <a:lnTo>
                    <a:pt x="27" y="38"/>
                  </a:lnTo>
                  <a:lnTo>
                    <a:pt x="167" y="108"/>
                  </a:lnTo>
                  <a:cubicBezTo>
                    <a:pt x="171" y="110"/>
                    <a:pt x="176" y="110"/>
                    <a:pt x="179" y="108"/>
                  </a:cubicBezTo>
                  <a:lnTo>
                    <a:pt x="334" y="31"/>
                  </a:lnTo>
                  <a:lnTo>
                    <a:pt x="429" y="75"/>
                  </a:lnTo>
                  <a:cubicBezTo>
                    <a:pt x="428" y="78"/>
                    <a:pt x="427" y="80"/>
                    <a:pt x="427" y="83"/>
                  </a:cubicBezTo>
                  <a:cubicBezTo>
                    <a:pt x="427" y="91"/>
                    <a:pt x="433" y="96"/>
                    <a:pt x="440" y="96"/>
                  </a:cubicBezTo>
                  <a:cubicBezTo>
                    <a:pt x="446" y="96"/>
                    <a:pt x="451" y="92"/>
                    <a:pt x="453" y="86"/>
                  </a:cubicBezTo>
                  <a:lnTo>
                    <a:pt x="501" y="109"/>
                  </a:lnTo>
                  <a:cubicBezTo>
                    <a:pt x="505" y="110"/>
                    <a:pt x="509" y="110"/>
                    <a:pt x="513" y="108"/>
                  </a:cubicBezTo>
                  <a:lnTo>
                    <a:pt x="640" y="39"/>
                  </a:lnTo>
                  <a:lnTo>
                    <a:pt x="640" y="316"/>
                  </a:lnTo>
                  <a:cubicBezTo>
                    <a:pt x="640" y="334"/>
                    <a:pt x="667" y="334"/>
                    <a:pt x="667" y="316"/>
                  </a:cubicBezTo>
                  <a:lnTo>
                    <a:pt x="667" y="16"/>
                  </a:lnTo>
                  <a:cubicBezTo>
                    <a:pt x="667" y="6"/>
                    <a:pt x="656" y="0"/>
                    <a:pt x="647" y="5"/>
                  </a:cubicBezTo>
                  <a:lnTo>
                    <a:pt x="506" y="82"/>
                  </a:lnTo>
                  <a:lnTo>
                    <a:pt x="339" y="4"/>
                  </a:lnTo>
                  <a:cubicBezTo>
                    <a:pt x="335" y="3"/>
                    <a:pt x="331" y="3"/>
                    <a:pt x="327" y="5"/>
                  </a:cubicBezTo>
                  <a:lnTo>
                    <a:pt x="173" y="82"/>
                  </a:lnTo>
                  <a:lnTo>
                    <a:pt x="19" y="5"/>
                  </a:lnTo>
                  <a:cubicBezTo>
                    <a:pt x="17" y="4"/>
                    <a:pt x="15" y="3"/>
                    <a:pt x="13" y="3"/>
                  </a:cubicBezTo>
                  <a:close/>
                  <a:moveTo>
                    <a:pt x="613" y="56"/>
                  </a:moveTo>
                  <a:cubicBezTo>
                    <a:pt x="606" y="56"/>
                    <a:pt x="600" y="62"/>
                    <a:pt x="600" y="70"/>
                  </a:cubicBezTo>
                  <a:cubicBezTo>
                    <a:pt x="600" y="77"/>
                    <a:pt x="606" y="83"/>
                    <a:pt x="613" y="83"/>
                  </a:cubicBezTo>
                  <a:cubicBezTo>
                    <a:pt x="621" y="83"/>
                    <a:pt x="627" y="77"/>
                    <a:pt x="627" y="70"/>
                  </a:cubicBezTo>
                  <a:cubicBezTo>
                    <a:pt x="627" y="62"/>
                    <a:pt x="621" y="56"/>
                    <a:pt x="613" y="56"/>
                  </a:cubicBezTo>
                  <a:close/>
                  <a:moveTo>
                    <a:pt x="53" y="70"/>
                  </a:moveTo>
                  <a:cubicBezTo>
                    <a:pt x="46" y="70"/>
                    <a:pt x="40" y="76"/>
                    <a:pt x="40" y="83"/>
                  </a:cubicBezTo>
                  <a:cubicBezTo>
                    <a:pt x="40" y="91"/>
                    <a:pt x="46" y="96"/>
                    <a:pt x="53" y="96"/>
                  </a:cubicBezTo>
                  <a:cubicBezTo>
                    <a:pt x="61" y="96"/>
                    <a:pt x="67" y="91"/>
                    <a:pt x="67" y="83"/>
                  </a:cubicBezTo>
                  <a:cubicBezTo>
                    <a:pt x="67" y="76"/>
                    <a:pt x="61" y="70"/>
                    <a:pt x="53" y="70"/>
                  </a:cubicBezTo>
                  <a:close/>
                  <a:moveTo>
                    <a:pt x="267" y="70"/>
                  </a:moveTo>
                  <a:cubicBezTo>
                    <a:pt x="259" y="70"/>
                    <a:pt x="253" y="76"/>
                    <a:pt x="253" y="83"/>
                  </a:cubicBezTo>
                  <a:cubicBezTo>
                    <a:pt x="253" y="91"/>
                    <a:pt x="259" y="96"/>
                    <a:pt x="267" y="96"/>
                  </a:cubicBezTo>
                  <a:cubicBezTo>
                    <a:pt x="274" y="96"/>
                    <a:pt x="280" y="91"/>
                    <a:pt x="280" y="83"/>
                  </a:cubicBezTo>
                  <a:cubicBezTo>
                    <a:pt x="280" y="76"/>
                    <a:pt x="274" y="70"/>
                    <a:pt x="267" y="70"/>
                  </a:cubicBezTo>
                  <a:close/>
                  <a:moveTo>
                    <a:pt x="573" y="96"/>
                  </a:moveTo>
                  <a:cubicBezTo>
                    <a:pt x="566" y="96"/>
                    <a:pt x="560" y="102"/>
                    <a:pt x="560" y="110"/>
                  </a:cubicBezTo>
                  <a:cubicBezTo>
                    <a:pt x="560" y="117"/>
                    <a:pt x="566" y="123"/>
                    <a:pt x="573" y="123"/>
                  </a:cubicBezTo>
                  <a:cubicBezTo>
                    <a:pt x="581" y="123"/>
                    <a:pt x="587" y="117"/>
                    <a:pt x="587" y="110"/>
                  </a:cubicBezTo>
                  <a:cubicBezTo>
                    <a:pt x="587" y="102"/>
                    <a:pt x="581" y="96"/>
                    <a:pt x="573" y="96"/>
                  </a:cubicBezTo>
                  <a:close/>
                  <a:moveTo>
                    <a:pt x="93" y="110"/>
                  </a:moveTo>
                  <a:cubicBezTo>
                    <a:pt x="86" y="110"/>
                    <a:pt x="80" y="116"/>
                    <a:pt x="80" y="123"/>
                  </a:cubicBezTo>
                  <a:cubicBezTo>
                    <a:pt x="80" y="131"/>
                    <a:pt x="86" y="136"/>
                    <a:pt x="93" y="136"/>
                  </a:cubicBezTo>
                  <a:cubicBezTo>
                    <a:pt x="101" y="136"/>
                    <a:pt x="107" y="131"/>
                    <a:pt x="107" y="123"/>
                  </a:cubicBezTo>
                  <a:cubicBezTo>
                    <a:pt x="107" y="116"/>
                    <a:pt x="101" y="110"/>
                    <a:pt x="93" y="110"/>
                  </a:cubicBezTo>
                  <a:close/>
                  <a:moveTo>
                    <a:pt x="227" y="110"/>
                  </a:moveTo>
                  <a:cubicBezTo>
                    <a:pt x="219" y="110"/>
                    <a:pt x="213" y="116"/>
                    <a:pt x="213" y="123"/>
                  </a:cubicBezTo>
                  <a:cubicBezTo>
                    <a:pt x="213" y="131"/>
                    <a:pt x="219" y="136"/>
                    <a:pt x="227" y="136"/>
                  </a:cubicBezTo>
                  <a:cubicBezTo>
                    <a:pt x="234" y="136"/>
                    <a:pt x="240" y="131"/>
                    <a:pt x="240" y="123"/>
                  </a:cubicBezTo>
                  <a:cubicBezTo>
                    <a:pt x="240" y="116"/>
                    <a:pt x="234" y="110"/>
                    <a:pt x="227" y="110"/>
                  </a:cubicBezTo>
                  <a:close/>
                  <a:moveTo>
                    <a:pt x="400" y="110"/>
                  </a:moveTo>
                  <a:cubicBezTo>
                    <a:pt x="393" y="110"/>
                    <a:pt x="387" y="116"/>
                    <a:pt x="387" y="123"/>
                  </a:cubicBezTo>
                  <a:cubicBezTo>
                    <a:pt x="387" y="131"/>
                    <a:pt x="393" y="136"/>
                    <a:pt x="400" y="136"/>
                  </a:cubicBezTo>
                  <a:cubicBezTo>
                    <a:pt x="407" y="136"/>
                    <a:pt x="413" y="131"/>
                    <a:pt x="413" y="123"/>
                  </a:cubicBezTo>
                  <a:cubicBezTo>
                    <a:pt x="413" y="116"/>
                    <a:pt x="407" y="110"/>
                    <a:pt x="400" y="110"/>
                  </a:cubicBezTo>
                  <a:close/>
                  <a:moveTo>
                    <a:pt x="480" y="110"/>
                  </a:moveTo>
                  <a:cubicBezTo>
                    <a:pt x="473" y="110"/>
                    <a:pt x="467" y="116"/>
                    <a:pt x="467" y="123"/>
                  </a:cubicBezTo>
                  <a:cubicBezTo>
                    <a:pt x="467" y="131"/>
                    <a:pt x="473" y="136"/>
                    <a:pt x="480" y="136"/>
                  </a:cubicBezTo>
                  <a:cubicBezTo>
                    <a:pt x="487" y="136"/>
                    <a:pt x="493" y="131"/>
                    <a:pt x="493" y="123"/>
                  </a:cubicBezTo>
                  <a:cubicBezTo>
                    <a:pt x="493" y="116"/>
                    <a:pt x="487" y="110"/>
                    <a:pt x="480" y="110"/>
                  </a:cubicBezTo>
                  <a:close/>
                  <a:moveTo>
                    <a:pt x="613" y="136"/>
                  </a:moveTo>
                  <a:cubicBezTo>
                    <a:pt x="606" y="136"/>
                    <a:pt x="600" y="142"/>
                    <a:pt x="600" y="150"/>
                  </a:cubicBezTo>
                  <a:cubicBezTo>
                    <a:pt x="600" y="157"/>
                    <a:pt x="606" y="163"/>
                    <a:pt x="613" y="163"/>
                  </a:cubicBezTo>
                  <a:cubicBezTo>
                    <a:pt x="621" y="163"/>
                    <a:pt x="627" y="157"/>
                    <a:pt x="627" y="150"/>
                  </a:cubicBezTo>
                  <a:cubicBezTo>
                    <a:pt x="627" y="142"/>
                    <a:pt x="621" y="136"/>
                    <a:pt x="613" y="136"/>
                  </a:cubicBezTo>
                  <a:close/>
                  <a:moveTo>
                    <a:pt x="53" y="150"/>
                  </a:moveTo>
                  <a:cubicBezTo>
                    <a:pt x="46" y="150"/>
                    <a:pt x="40" y="156"/>
                    <a:pt x="40" y="163"/>
                  </a:cubicBezTo>
                  <a:cubicBezTo>
                    <a:pt x="40" y="171"/>
                    <a:pt x="46" y="176"/>
                    <a:pt x="53" y="176"/>
                  </a:cubicBezTo>
                  <a:cubicBezTo>
                    <a:pt x="61" y="176"/>
                    <a:pt x="67" y="171"/>
                    <a:pt x="67" y="163"/>
                  </a:cubicBezTo>
                  <a:cubicBezTo>
                    <a:pt x="67" y="156"/>
                    <a:pt x="61" y="150"/>
                    <a:pt x="53" y="150"/>
                  </a:cubicBezTo>
                  <a:close/>
                  <a:moveTo>
                    <a:pt x="187" y="150"/>
                  </a:moveTo>
                  <a:cubicBezTo>
                    <a:pt x="179" y="150"/>
                    <a:pt x="173" y="156"/>
                    <a:pt x="173" y="163"/>
                  </a:cubicBezTo>
                  <a:cubicBezTo>
                    <a:pt x="173" y="171"/>
                    <a:pt x="179" y="176"/>
                    <a:pt x="187" y="176"/>
                  </a:cubicBezTo>
                  <a:cubicBezTo>
                    <a:pt x="194" y="176"/>
                    <a:pt x="200" y="171"/>
                    <a:pt x="200" y="163"/>
                  </a:cubicBezTo>
                  <a:cubicBezTo>
                    <a:pt x="200" y="156"/>
                    <a:pt x="194" y="150"/>
                    <a:pt x="187" y="150"/>
                  </a:cubicBezTo>
                  <a:close/>
                  <a:moveTo>
                    <a:pt x="267" y="150"/>
                  </a:moveTo>
                  <a:cubicBezTo>
                    <a:pt x="259" y="150"/>
                    <a:pt x="253" y="156"/>
                    <a:pt x="253" y="163"/>
                  </a:cubicBezTo>
                  <a:cubicBezTo>
                    <a:pt x="253" y="171"/>
                    <a:pt x="259" y="176"/>
                    <a:pt x="267" y="176"/>
                  </a:cubicBezTo>
                  <a:cubicBezTo>
                    <a:pt x="274" y="176"/>
                    <a:pt x="280" y="171"/>
                    <a:pt x="280" y="163"/>
                  </a:cubicBezTo>
                  <a:cubicBezTo>
                    <a:pt x="280" y="156"/>
                    <a:pt x="274" y="150"/>
                    <a:pt x="267" y="150"/>
                  </a:cubicBezTo>
                  <a:close/>
                  <a:moveTo>
                    <a:pt x="440" y="150"/>
                  </a:moveTo>
                  <a:cubicBezTo>
                    <a:pt x="433" y="150"/>
                    <a:pt x="427" y="156"/>
                    <a:pt x="427" y="163"/>
                  </a:cubicBezTo>
                  <a:cubicBezTo>
                    <a:pt x="427" y="171"/>
                    <a:pt x="433" y="176"/>
                    <a:pt x="440" y="176"/>
                  </a:cubicBezTo>
                  <a:cubicBezTo>
                    <a:pt x="447" y="176"/>
                    <a:pt x="453" y="171"/>
                    <a:pt x="453" y="163"/>
                  </a:cubicBezTo>
                  <a:cubicBezTo>
                    <a:pt x="453" y="156"/>
                    <a:pt x="447" y="150"/>
                    <a:pt x="440" y="150"/>
                  </a:cubicBezTo>
                  <a:close/>
                  <a:moveTo>
                    <a:pt x="573" y="176"/>
                  </a:moveTo>
                  <a:cubicBezTo>
                    <a:pt x="566" y="176"/>
                    <a:pt x="560" y="182"/>
                    <a:pt x="560" y="190"/>
                  </a:cubicBezTo>
                  <a:cubicBezTo>
                    <a:pt x="560" y="197"/>
                    <a:pt x="566" y="203"/>
                    <a:pt x="573" y="203"/>
                  </a:cubicBezTo>
                  <a:cubicBezTo>
                    <a:pt x="581" y="203"/>
                    <a:pt x="587" y="197"/>
                    <a:pt x="587" y="190"/>
                  </a:cubicBezTo>
                  <a:cubicBezTo>
                    <a:pt x="587" y="182"/>
                    <a:pt x="581" y="176"/>
                    <a:pt x="573" y="176"/>
                  </a:cubicBezTo>
                  <a:close/>
                  <a:moveTo>
                    <a:pt x="93" y="190"/>
                  </a:moveTo>
                  <a:cubicBezTo>
                    <a:pt x="86" y="190"/>
                    <a:pt x="80" y="196"/>
                    <a:pt x="80" y="203"/>
                  </a:cubicBezTo>
                  <a:cubicBezTo>
                    <a:pt x="80" y="211"/>
                    <a:pt x="86" y="216"/>
                    <a:pt x="93" y="216"/>
                  </a:cubicBezTo>
                  <a:cubicBezTo>
                    <a:pt x="101" y="216"/>
                    <a:pt x="107" y="211"/>
                    <a:pt x="107" y="203"/>
                  </a:cubicBezTo>
                  <a:cubicBezTo>
                    <a:pt x="107" y="196"/>
                    <a:pt x="101" y="190"/>
                    <a:pt x="93" y="190"/>
                  </a:cubicBezTo>
                  <a:close/>
                  <a:moveTo>
                    <a:pt x="227" y="190"/>
                  </a:moveTo>
                  <a:cubicBezTo>
                    <a:pt x="219" y="190"/>
                    <a:pt x="213" y="196"/>
                    <a:pt x="213" y="203"/>
                  </a:cubicBezTo>
                  <a:cubicBezTo>
                    <a:pt x="213" y="211"/>
                    <a:pt x="219" y="216"/>
                    <a:pt x="227" y="216"/>
                  </a:cubicBezTo>
                  <a:cubicBezTo>
                    <a:pt x="234" y="216"/>
                    <a:pt x="240" y="211"/>
                    <a:pt x="240" y="203"/>
                  </a:cubicBezTo>
                  <a:cubicBezTo>
                    <a:pt x="240" y="196"/>
                    <a:pt x="234" y="190"/>
                    <a:pt x="227" y="190"/>
                  </a:cubicBezTo>
                  <a:close/>
                  <a:moveTo>
                    <a:pt x="400" y="190"/>
                  </a:moveTo>
                  <a:cubicBezTo>
                    <a:pt x="393" y="190"/>
                    <a:pt x="387" y="196"/>
                    <a:pt x="387" y="203"/>
                  </a:cubicBezTo>
                  <a:cubicBezTo>
                    <a:pt x="387" y="211"/>
                    <a:pt x="393" y="216"/>
                    <a:pt x="400" y="216"/>
                  </a:cubicBezTo>
                  <a:cubicBezTo>
                    <a:pt x="407" y="216"/>
                    <a:pt x="413" y="211"/>
                    <a:pt x="413" y="203"/>
                  </a:cubicBezTo>
                  <a:cubicBezTo>
                    <a:pt x="413" y="196"/>
                    <a:pt x="407" y="190"/>
                    <a:pt x="400" y="190"/>
                  </a:cubicBezTo>
                  <a:close/>
                  <a:moveTo>
                    <a:pt x="480" y="190"/>
                  </a:moveTo>
                  <a:cubicBezTo>
                    <a:pt x="473" y="190"/>
                    <a:pt x="467" y="196"/>
                    <a:pt x="467" y="203"/>
                  </a:cubicBezTo>
                  <a:cubicBezTo>
                    <a:pt x="467" y="211"/>
                    <a:pt x="473" y="216"/>
                    <a:pt x="480" y="216"/>
                  </a:cubicBezTo>
                  <a:cubicBezTo>
                    <a:pt x="487" y="216"/>
                    <a:pt x="493" y="211"/>
                    <a:pt x="493" y="203"/>
                  </a:cubicBezTo>
                  <a:cubicBezTo>
                    <a:pt x="493" y="196"/>
                    <a:pt x="487" y="190"/>
                    <a:pt x="480" y="190"/>
                  </a:cubicBezTo>
                  <a:close/>
                  <a:moveTo>
                    <a:pt x="613" y="216"/>
                  </a:moveTo>
                  <a:cubicBezTo>
                    <a:pt x="606" y="216"/>
                    <a:pt x="600" y="222"/>
                    <a:pt x="600" y="230"/>
                  </a:cubicBezTo>
                  <a:cubicBezTo>
                    <a:pt x="600" y="237"/>
                    <a:pt x="606" y="243"/>
                    <a:pt x="613" y="243"/>
                  </a:cubicBezTo>
                  <a:cubicBezTo>
                    <a:pt x="621" y="243"/>
                    <a:pt x="627" y="237"/>
                    <a:pt x="627" y="230"/>
                  </a:cubicBezTo>
                  <a:cubicBezTo>
                    <a:pt x="627" y="222"/>
                    <a:pt x="621" y="216"/>
                    <a:pt x="613" y="216"/>
                  </a:cubicBezTo>
                  <a:close/>
                  <a:moveTo>
                    <a:pt x="53" y="230"/>
                  </a:moveTo>
                  <a:cubicBezTo>
                    <a:pt x="46" y="230"/>
                    <a:pt x="40" y="236"/>
                    <a:pt x="40" y="243"/>
                  </a:cubicBezTo>
                  <a:cubicBezTo>
                    <a:pt x="40" y="251"/>
                    <a:pt x="46" y="256"/>
                    <a:pt x="53" y="256"/>
                  </a:cubicBezTo>
                  <a:cubicBezTo>
                    <a:pt x="61" y="256"/>
                    <a:pt x="67" y="251"/>
                    <a:pt x="67" y="243"/>
                  </a:cubicBezTo>
                  <a:cubicBezTo>
                    <a:pt x="67" y="236"/>
                    <a:pt x="61" y="230"/>
                    <a:pt x="53" y="230"/>
                  </a:cubicBezTo>
                  <a:close/>
                  <a:moveTo>
                    <a:pt x="187" y="230"/>
                  </a:moveTo>
                  <a:cubicBezTo>
                    <a:pt x="179" y="230"/>
                    <a:pt x="173" y="236"/>
                    <a:pt x="173" y="243"/>
                  </a:cubicBezTo>
                  <a:cubicBezTo>
                    <a:pt x="173" y="251"/>
                    <a:pt x="179" y="256"/>
                    <a:pt x="187" y="256"/>
                  </a:cubicBezTo>
                  <a:cubicBezTo>
                    <a:pt x="194" y="256"/>
                    <a:pt x="200" y="251"/>
                    <a:pt x="200" y="243"/>
                  </a:cubicBezTo>
                  <a:cubicBezTo>
                    <a:pt x="200" y="236"/>
                    <a:pt x="194" y="230"/>
                    <a:pt x="187" y="230"/>
                  </a:cubicBezTo>
                  <a:close/>
                  <a:moveTo>
                    <a:pt x="267" y="230"/>
                  </a:moveTo>
                  <a:cubicBezTo>
                    <a:pt x="259" y="230"/>
                    <a:pt x="253" y="236"/>
                    <a:pt x="253" y="243"/>
                  </a:cubicBezTo>
                  <a:cubicBezTo>
                    <a:pt x="253" y="251"/>
                    <a:pt x="259" y="256"/>
                    <a:pt x="267" y="256"/>
                  </a:cubicBezTo>
                  <a:cubicBezTo>
                    <a:pt x="274" y="256"/>
                    <a:pt x="280" y="251"/>
                    <a:pt x="280" y="243"/>
                  </a:cubicBezTo>
                  <a:cubicBezTo>
                    <a:pt x="280" y="236"/>
                    <a:pt x="274" y="230"/>
                    <a:pt x="267" y="230"/>
                  </a:cubicBezTo>
                  <a:close/>
                  <a:moveTo>
                    <a:pt x="440" y="230"/>
                  </a:moveTo>
                  <a:cubicBezTo>
                    <a:pt x="433" y="230"/>
                    <a:pt x="427" y="236"/>
                    <a:pt x="427" y="243"/>
                  </a:cubicBezTo>
                  <a:cubicBezTo>
                    <a:pt x="427" y="251"/>
                    <a:pt x="433" y="256"/>
                    <a:pt x="440" y="256"/>
                  </a:cubicBezTo>
                  <a:cubicBezTo>
                    <a:pt x="447" y="256"/>
                    <a:pt x="453" y="251"/>
                    <a:pt x="453" y="243"/>
                  </a:cubicBezTo>
                  <a:cubicBezTo>
                    <a:pt x="453" y="236"/>
                    <a:pt x="447" y="230"/>
                    <a:pt x="440" y="230"/>
                  </a:cubicBezTo>
                  <a:close/>
                  <a:moveTo>
                    <a:pt x="573" y="256"/>
                  </a:moveTo>
                  <a:cubicBezTo>
                    <a:pt x="566" y="256"/>
                    <a:pt x="560" y="262"/>
                    <a:pt x="560" y="270"/>
                  </a:cubicBezTo>
                  <a:cubicBezTo>
                    <a:pt x="560" y="277"/>
                    <a:pt x="566" y="283"/>
                    <a:pt x="573" y="283"/>
                  </a:cubicBezTo>
                  <a:cubicBezTo>
                    <a:pt x="581" y="283"/>
                    <a:pt x="587" y="277"/>
                    <a:pt x="587" y="270"/>
                  </a:cubicBezTo>
                  <a:cubicBezTo>
                    <a:pt x="587" y="262"/>
                    <a:pt x="581" y="256"/>
                    <a:pt x="573" y="256"/>
                  </a:cubicBezTo>
                  <a:close/>
                  <a:moveTo>
                    <a:pt x="93" y="270"/>
                  </a:moveTo>
                  <a:cubicBezTo>
                    <a:pt x="86" y="270"/>
                    <a:pt x="80" y="276"/>
                    <a:pt x="80" y="283"/>
                  </a:cubicBezTo>
                  <a:cubicBezTo>
                    <a:pt x="80" y="291"/>
                    <a:pt x="86" y="296"/>
                    <a:pt x="93" y="296"/>
                  </a:cubicBezTo>
                  <a:cubicBezTo>
                    <a:pt x="101" y="296"/>
                    <a:pt x="107" y="291"/>
                    <a:pt x="107" y="283"/>
                  </a:cubicBezTo>
                  <a:cubicBezTo>
                    <a:pt x="107" y="276"/>
                    <a:pt x="101" y="270"/>
                    <a:pt x="93" y="270"/>
                  </a:cubicBezTo>
                  <a:close/>
                  <a:moveTo>
                    <a:pt x="227" y="270"/>
                  </a:moveTo>
                  <a:cubicBezTo>
                    <a:pt x="219" y="270"/>
                    <a:pt x="213" y="276"/>
                    <a:pt x="213" y="283"/>
                  </a:cubicBezTo>
                  <a:cubicBezTo>
                    <a:pt x="213" y="291"/>
                    <a:pt x="219" y="296"/>
                    <a:pt x="227" y="296"/>
                  </a:cubicBezTo>
                  <a:cubicBezTo>
                    <a:pt x="234" y="296"/>
                    <a:pt x="240" y="291"/>
                    <a:pt x="240" y="283"/>
                  </a:cubicBezTo>
                  <a:cubicBezTo>
                    <a:pt x="240" y="276"/>
                    <a:pt x="234" y="270"/>
                    <a:pt x="227" y="270"/>
                  </a:cubicBezTo>
                  <a:close/>
                  <a:moveTo>
                    <a:pt x="467" y="270"/>
                  </a:moveTo>
                  <a:cubicBezTo>
                    <a:pt x="356" y="270"/>
                    <a:pt x="267" y="360"/>
                    <a:pt x="267" y="470"/>
                  </a:cubicBezTo>
                  <a:cubicBezTo>
                    <a:pt x="267" y="580"/>
                    <a:pt x="356" y="670"/>
                    <a:pt x="467" y="670"/>
                  </a:cubicBezTo>
                  <a:cubicBezTo>
                    <a:pt x="577" y="670"/>
                    <a:pt x="667" y="580"/>
                    <a:pt x="667" y="470"/>
                  </a:cubicBezTo>
                  <a:cubicBezTo>
                    <a:pt x="667" y="360"/>
                    <a:pt x="577" y="270"/>
                    <a:pt x="467" y="270"/>
                  </a:cubicBezTo>
                  <a:close/>
                  <a:moveTo>
                    <a:pt x="467" y="296"/>
                  </a:moveTo>
                  <a:cubicBezTo>
                    <a:pt x="563" y="296"/>
                    <a:pt x="640" y="374"/>
                    <a:pt x="640" y="470"/>
                  </a:cubicBezTo>
                  <a:cubicBezTo>
                    <a:pt x="640" y="566"/>
                    <a:pt x="563" y="643"/>
                    <a:pt x="467" y="643"/>
                  </a:cubicBezTo>
                  <a:cubicBezTo>
                    <a:pt x="371" y="643"/>
                    <a:pt x="293" y="566"/>
                    <a:pt x="293" y="470"/>
                  </a:cubicBezTo>
                  <a:cubicBezTo>
                    <a:pt x="293" y="374"/>
                    <a:pt x="371" y="296"/>
                    <a:pt x="467" y="296"/>
                  </a:cubicBezTo>
                  <a:close/>
                  <a:moveTo>
                    <a:pt x="53" y="310"/>
                  </a:moveTo>
                  <a:cubicBezTo>
                    <a:pt x="46" y="310"/>
                    <a:pt x="40" y="316"/>
                    <a:pt x="40" y="323"/>
                  </a:cubicBezTo>
                  <a:cubicBezTo>
                    <a:pt x="40" y="331"/>
                    <a:pt x="46" y="336"/>
                    <a:pt x="53" y="336"/>
                  </a:cubicBezTo>
                  <a:cubicBezTo>
                    <a:pt x="61" y="336"/>
                    <a:pt x="67" y="331"/>
                    <a:pt x="67" y="323"/>
                  </a:cubicBezTo>
                  <a:cubicBezTo>
                    <a:pt x="67" y="316"/>
                    <a:pt x="61" y="310"/>
                    <a:pt x="53" y="310"/>
                  </a:cubicBezTo>
                  <a:close/>
                  <a:moveTo>
                    <a:pt x="187" y="310"/>
                  </a:moveTo>
                  <a:cubicBezTo>
                    <a:pt x="179" y="310"/>
                    <a:pt x="173" y="316"/>
                    <a:pt x="173" y="323"/>
                  </a:cubicBezTo>
                  <a:cubicBezTo>
                    <a:pt x="173" y="331"/>
                    <a:pt x="179" y="336"/>
                    <a:pt x="187" y="336"/>
                  </a:cubicBezTo>
                  <a:cubicBezTo>
                    <a:pt x="194" y="336"/>
                    <a:pt x="200" y="331"/>
                    <a:pt x="200" y="323"/>
                  </a:cubicBezTo>
                  <a:cubicBezTo>
                    <a:pt x="200" y="316"/>
                    <a:pt x="194" y="310"/>
                    <a:pt x="187" y="310"/>
                  </a:cubicBezTo>
                  <a:close/>
                  <a:moveTo>
                    <a:pt x="267" y="310"/>
                  </a:moveTo>
                  <a:cubicBezTo>
                    <a:pt x="259" y="310"/>
                    <a:pt x="253" y="316"/>
                    <a:pt x="253" y="323"/>
                  </a:cubicBezTo>
                  <a:cubicBezTo>
                    <a:pt x="253" y="331"/>
                    <a:pt x="259" y="336"/>
                    <a:pt x="267" y="336"/>
                  </a:cubicBezTo>
                  <a:cubicBezTo>
                    <a:pt x="274" y="336"/>
                    <a:pt x="280" y="331"/>
                    <a:pt x="280" y="323"/>
                  </a:cubicBezTo>
                  <a:cubicBezTo>
                    <a:pt x="280" y="316"/>
                    <a:pt x="274" y="310"/>
                    <a:pt x="267" y="310"/>
                  </a:cubicBezTo>
                  <a:close/>
                  <a:moveTo>
                    <a:pt x="467" y="323"/>
                  </a:moveTo>
                  <a:cubicBezTo>
                    <a:pt x="459" y="323"/>
                    <a:pt x="453" y="329"/>
                    <a:pt x="453" y="336"/>
                  </a:cubicBezTo>
                  <a:lnTo>
                    <a:pt x="453" y="451"/>
                  </a:lnTo>
                  <a:cubicBezTo>
                    <a:pt x="447" y="455"/>
                    <a:pt x="443" y="462"/>
                    <a:pt x="443" y="470"/>
                  </a:cubicBezTo>
                  <a:cubicBezTo>
                    <a:pt x="443" y="471"/>
                    <a:pt x="444" y="473"/>
                    <a:pt x="444" y="474"/>
                  </a:cubicBezTo>
                  <a:lnTo>
                    <a:pt x="395" y="523"/>
                  </a:lnTo>
                  <a:cubicBezTo>
                    <a:pt x="382" y="535"/>
                    <a:pt x="401" y="554"/>
                    <a:pt x="414" y="541"/>
                  </a:cubicBezTo>
                  <a:lnTo>
                    <a:pt x="463" y="493"/>
                  </a:lnTo>
                  <a:cubicBezTo>
                    <a:pt x="464" y="493"/>
                    <a:pt x="465" y="493"/>
                    <a:pt x="467" y="493"/>
                  </a:cubicBezTo>
                  <a:cubicBezTo>
                    <a:pt x="480" y="493"/>
                    <a:pt x="490" y="483"/>
                    <a:pt x="490" y="470"/>
                  </a:cubicBezTo>
                  <a:cubicBezTo>
                    <a:pt x="490" y="462"/>
                    <a:pt x="486" y="455"/>
                    <a:pt x="480" y="451"/>
                  </a:cubicBezTo>
                  <a:lnTo>
                    <a:pt x="480" y="336"/>
                  </a:lnTo>
                  <a:cubicBezTo>
                    <a:pt x="480" y="329"/>
                    <a:pt x="474" y="323"/>
                    <a:pt x="467" y="323"/>
                  </a:cubicBezTo>
                  <a:close/>
                  <a:moveTo>
                    <a:pt x="93" y="350"/>
                  </a:moveTo>
                  <a:cubicBezTo>
                    <a:pt x="86" y="350"/>
                    <a:pt x="80" y="356"/>
                    <a:pt x="80" y="363"/>
                  </a:cubicBezTo>
                  <a:cubicBezTo>
                    <a:pt x="80" y="371"/>
                    <a:pt x="86" y="376"/>
                    <a:pt x="93" y="376"/>
                  </a:cubicBezTo>
                  <a:cubicBezTo>
                    <a:pt x="101" y="376"/>
                    <a:pt x="107" y="371"/>
                    <a:pt x="107" y="363"/>
                  </a:cubicBezTo>
                  <a:cubicBezTo>
                    <a:pt x="107" y="356"/>
                    <a:pt x="101" y="350"/>
                    <a:pt x="93" y="350"/>
                  </a:cubicBezTo>
                  <a:close/>
                  <a:moveTo>
                    <a:pt x="227" y="350"/>
                  </a:moveTo>
                  <a:cubicBezTo>
                    <a:pt x="219" y="350"/>
                    <a:pt x="213" y="356"/>
                    <a:pt x="213" y="363"/>
                  </a:cubicBezTo>
                  <a:cubicBezTo>
                    <a:pt x="213" y="371"/>
                    <a:pt x="219" y="376"/>
                    <a:pt x="227" y="376"/>
                  </a:cubicBezTo>
                  <a:cubicBezTo>
                    <a:pt x="234" y="376"/>
                    <a:pt x="240" y="371"/>
                    <a:pt x="240" y="363"/>
                  </a:cubicBezTo>
                  <a:cubicBezTo>
                    <a:pt x="240" y="356"/>
                    <a:pt x="234" y="350"/>
                    <a:pt x="227" y="350"/>
                  </a:cubicBezTo>
                  <a:close/>
                  <a:moveTo>
                    <a:pt x="53" y="390"/>
                  </a:moveTo>
                  <a:cubicBezTo>
                    <a:pt x="46" y="390"/>
                    <a:pt x="40" y="396"/>
                    <a:pt x="40" y="403"/>
                  </a:cubicBezTo>
                  <a:cubicBezTo>
                    <a:pt x="40" y="411"/>
                    <a:pt x="46" y="416"/>
                    <a:pt x="53" y="416"/>
                  </a:cubicBezTo>
                  <a:cubicBezTo>
                    <a:pt x="61" y="416"/>
                    <a:pt x="67" y="411"/>
                    <a:pt x="67" y="403"/>
                  </a:cubicBezTo>
                  <a:cubicBezTo>
                    <a:pt x="67" y="396"/>
                    <a:pt x="61" y="390"/>
                    <a:pt x="53" y="390"/>
                  </a:cubicBezTo>
                  <a:close/>
                  <a:moveTo>
                    <a:pt x="187" y="390"/>
                  </a:moveTo>
                  <a:cubicBezTo>
                    <a:pt x="179" y="390"/>
                    <a:pt x="173" y="396"/>
                    <a:pt x="173" y="403"/>
                  </a:cubicBezTo>
                  <a:cubicBezTo>
                    <a:pt x="173" y="411"/>
                    <a:pt x="179" y="416"/>
                    <a:pt x="187" y="416"/>
                  </a:cubicBezTo>
                  <a:cubicBezTo>
                    <a:pt x="194" y="416"/>
                    <a:pt x="200" y="411"/>
                    <a:pt x="200" y="403"/>
                  </a:cubicBezTo>
                  <a:cubicBezTo>
                    <a:pt x="200" y="396"/>
                    <a:pt x="194" y="390"/>
                    <a:pt x="187" y="390"/>
                  </a:cubicBezTo>
                  <a:close/>
                  <a:moveTo>
                    <a:pt x="93" y="430"/>
                  </a:moveTo>
                  <a:cubicBezTo>
                    <a:pt x="86" y="430"/>
                    <a:pt x="80" y="436"/>
                    <a:pt x="80" y="443"/>
                  </a:cubicBezTo>
                  <a:cubicBezTo>
                    <a:pt x="80" y="451"/>
                    <a:pt x="86" y="456"/>
                    <a:pt x="93" y="456"/>
                  </a:cubicBezTo>
                  <a:cubicBezTo>
                    <a:pt x="101" y="456"/>
                    <a:pt x="107" y="451"/>
                    <a:pt x="107" y="443"/>
                  </a:cubicBezTo>
                  <a:cubicBezTo>
                    <a:pt x="107" y="436"/>
                    <a:pt x="101" y="430"/>
                    <a:pt x="93" y="430"/>
                  </a:cubicBezTo>
                  <a:close/>
                  <a:moveTo>
                    <a:pt x="227" y="430"/>
                  </a:moveTo>
                  <a:cubicBezTo>
                    <a:pt x="219" y="430"/>
                    <a:pt x="213" y="436"/>
                    <a:pt x="213" y="443"/>
                  </a:cubicBezTo>
                  <a:cubicBezTo>
                    <a:pt x="213" y="451"/>
                    <a:pt x="219" y="456"/>
                    <a:pt x="227" y="456"/>
                  </a:cubicBezTo>
                  <a:cubicBezTo>
                    <a:pt x="234" y="456"/>
                    <a:pt x="240" y="451"/>
                    <a:pt x="240" y="443"/>
                  </a:cubicBezTo>
                  <a:cubicBezTo>
                    <a:pt x="240" y="436"/>
                    <a:pt x="234" y="430"/>
                    <a:pt x="227" y="430"/>
                  </a:cubicBezTo>
                  <a:close/>
                  <a:moveTo>
                    <a:pt x="53" y="470"/>
                  </a:moveTo>
                  <a:cubicBezTo>
                    <a:pt x="46" y="470"/>
                    <a:pt x="40" y="476"/>
                    <a:pt x="40" y="483"/>
                  </a:cubicBezTo>
                  <a:cubicBezTo>
                    <a:pt x="40" y="491"/>
                    <a:pt x="46" y="496"/>
                    <a:pt x="53" y="496"/>
                  </a:cubicBezTo>
                  <a:cubicBezTo>
                    <a:pt x="61" y="496"/>
                    <a:pt x="67" y="491"/>
                    <a:pt x="67" y="483"/>
                  </a:cubicBezTo>
                  <a:cubicBezTo>
                    <a:pt x="67" y="476"/>
                    <a:pt x="61" y="470"/>
                    <a:pt x="53" y="470"/>
                  </a:cubicBezTo>
                  <a:close/>
                  <a:moveTo>
                    <a:pt x="187" y="470"/>
                  </a:moveTo>
                  <a:cubicBezTo>
                    <a:pt x="179" y="470"/>
                    <a:pt x="173" y="476"/>
                    <a:pt x="173" y="483"/>
                  </a:cubicBezTo>
                  <a:cubicBezTo>
                    <a:pt x="173" y="491"/>
                    <a:pt x="179" y="496"/>
                    <a:pt x="187" y="496"/>
                  </a:cubicBezTo>
                  <a:cubicBezTo>
                    <a:pt x="194" y="496"/>
                    <a:pt x="200" y="491"/>
                    <a:pt x="200" y="483"/>
                  </a:cubicBezTo>
                  <a:cubicBezTo>
                    <a:pt x="200" y="476"/>
                    <a:pt x="194" y="470"/>
                    <a:pt x="187" y="470"/>
                  </a:cubicBezTo>
                  <a:close/>
                  <a:moveTo>
                    <a:pt x="93" y="510"/>
                  </a:moveTo>
                  <a:cubicBezTo>
                    <a:pt x="86" y="510"/>
                    <a:pt x="80" y="516"/>
                    <a:pt x="80" y="523"/>
                  </a:cubicBezTo>
                  <a:cubicBezTo>
                    <a:pt x="80" y="531"/>
                    <a:pt x="86" y="536"/>
                    <a:pt x="93" y="536"/>
                  </a:cubicBezTo>
                  <a:cubicBezTo>
                    <a:pt x="101" y="536"/>
                    <a:pt x="107" y="531"/>
                    <a:pt x="107" y="523"/>
                  </a:cubicBezTo>
                  <a:cubicBezTo>
                    <a:pt x="107" y="516"/>
                    <a:pt x="101" y="510"/>
                    <a:pt x="93" y="510"/>
                  </a:cubicBezTo>
                  <a:close/>
                  <a:moveTo>
                    <a:pt x="227" y="510"/>
                  </a:moveTo>
                  <a:cubicBezTo>
                    <a:pt x="219" y="510"/>
                    <a:pt x="213" y="516"/>
                    <a:pt x="213" y="523"/>
                  </a:cubicBezTo>
                  <a:cubicBezTo>
                    <a:pt x="213" y="531"/>
                    <a:pt x="219" y="536"/>
                    <a:pt x="227" y="536"/>
                  </a:cubicBezTo>
                  <a:cubicBezTo>
                    <a:pt x="234" y="536"/>
                    <a:pt x="240" y="531"/>
                    <a:pt x="240" y="523"/>
                  </a:cubicBezTo>
                  <a:cubicBezTo>
                    <a:pt x="240" y="516"/>
                    <a:pt x="234" y="510"/>
                    <a:pt x="227" y="510"/>
                  </a:cubicBezTo>
                  <a:close/>
                  <a:moveTo>
                    <a:pt x="187" y="550"/>
                  </a:moveTo>
                  <a:cubicBezTo>
                    <a:pt x="179" y="550"/>
                    <a:pt x="173" y="556"/>
                    <a:pt x="173" y="563"/>
                  </a:cubicBezTo>
                  <a:cubicBezTo>
                    <a:pt x="173" y="571"/>
                    <a:pt x="179" y="576"/>
                    <a:pt x="187" y="576"/>
                  </a:cubicBezTo>
                  <a:cubicBezTo>
                    <a:pt x="194" y="576"/>
                    <a:pt x="200" y="571"/>
                    <a:pt x="200" y="563"/>
                  </a:cubicBezTo>
                  <a:cubicBezTo>
                    <a:pt x="200" y="556"/>
                    <a:pt x="194" y="550"/>
                    <a:pt x="187" y="55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5A1F3823-BD29-02C4-40D3-AFBC88271CB4}"/>
                </a:ext>
              </a:extLst>
            </p:cNvPr>
            <p:cNvSpPr txBox="1"/>
            <p:nvPr/>
          </p:nvSpPr>
          <p:spPr>
            <a:xfrm>
              <a:off x="-2616045" y="1923946"/>
              <a:ext cx="163005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출국장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2A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en-US" altLang="ko-KR" sz="12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09" name="TextBox 508">
            <a:extLst>
              <a:ext uri="{FF2B5EF4-FFF2-40B4-BE49-F238E27FC236}">
                <a16:creationId xmlns:a16="http://schemas.microsoft.com/office/drawing/2014/main" id="{CBEB9AFF-FE6E-CD3E-6E97-D6E42EBACEBB}"/>
              </a:ext>
            </a:extLst>
          </p:cNvPr>
          <p:cNvSpPr txBox="1"/>
          <p:nvPr/>
        </p:nvSpPr>
        <p:spPr>
          <a:xfrm>
            <a:off x="5436459" y="2580071"/>
            <a:ext cx="8744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/>
              <a:t>……</a:t>
            </a:r>
            <a:endParaRPr lang="ko-KR" altLang="en-US" sz="1400" dirty="0"/>
          </a:p>
        </p:txBody>
      </p:sp>
    </p:spTree>
    <p:extLst>
      <p:ext uri="{BB962C8B-B14F-4D97-AF65-F5344CB8AC3E}">
        <p14:creationId xmlns:p14="http://schemas.microsoft.com/office/powerpoint/2010/main" val="383344214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ADF55C-5AB1-FB4E-B0E4-F4C126AC80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8741838-5225-DC8E-3C53-473A86692309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CF552CD0-C1EB-D9B8-61C8-E441352EFBB6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1629062"/>
          <a:ext cx="9576752" cy="4081452"/>
        </p:xfrm>
        <a:graphic>
          <a:graphicData uri="http://schemas.openxmlformats.org/drawingml/2006/table">
            <a:tbl>
              <a:tblPr/>
              <a:tblGrid>
                <a:gridCol w="5937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2337314969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1497171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</a:tblGrid>
              <a:tr h="35686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dirty="0"/>
                        <a:t>04:00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04:30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05:00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05:30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06:00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…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593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dirty="0"/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처리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여객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명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l"/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대기 시간 </a:t>
                      </a:r>
                      <a:r>
                        <a:rPr lang="en-US" altLang="ko-KR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: 000</a:t>
                      </a:r>
                      <a:r>
                        <a:rPr lang="ko-KR" altLang="en-US" sz="8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en-US" altLang="ko-KR" sz="8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7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6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773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.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030625"/>
                  </a:ext>
                </a:extLst>
              </a:tr>
              <a:tr h="6077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돋움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돋움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여객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 시간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000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99D1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529019"/>
                  </a:ext>
                </a:extLst>
              </a:tr>
            </a:tbl>
          </a:graphicData>
        </a:graphic>
      </p:graphicFrame>
      <p:pic>
        <p:nvPicPr>
          <p:cNvPr id="36" name="그림 35">
            <a:extLst>
              <a:ext uri="{FF2B5EF4-FFF2-40B4-BE49-F238E27FC236}">
                <a16:creationId xmlns:a16="http://schemas.microsoft.com/office/drawing/2014/main" id="{5ACA2256-B824-35D6-1DCC-8232772273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589" y="5715055"/>
            <a:ext cx="9547961" cy="180287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E3E9345-3EFD-1917-0E24-097FB8F026C3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출국장 혼잡도 상세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4140E1B0-BAED-C1E9-E338-8F9623CBD6AC}"/>
              </a:ext>
            </a:extLst>
          </p:cNvPr>
          <p:cNvGrpSpPr/>
          <p:nvPr/>
        </p:nvGrpSpPr>
        <p:grpSpPr>
          <a:xfrm>
            <a:off x="7172060" y="962126"/>
            <a:ext cx="954558" cy="268517"/>
            <a:chOff x="-2021848" y="4521064"/>
            <a:chExt cx="954558" cy="268517"/>
          </a:xfrm>
        </p:grpSpPr>
        <p:sp>
          <p:nvSpPr>
            <p:cNvPr id="23" name="AutoShape 55">
              <a:extLst>
                <a:ext uri="{FF2B5EF4-FFF2-40B4-BE49-F238E27FC236}">
                  <a16:creationId xmlns:a16="http://schemas.microsoft.com/office/drawing/2014/main" id="{9865F296-14D4-B889-EFE1-97AF83D16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8" y="4521064"/>
              <a:ext cx="860152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E839F4B-671F-516E-F87C-C9E6A968A3FF}"/>
                </a:ext>
              </a:extLst>
            </p:cNvPr>
            <p:cNvSpPr txBox="1"/>
            <p:nvPr/>
          </p:nvSpPr>
          <p:spPr>
            <a:xfrm>
              <a:off x="-1996211" y="4547005"/>
              <a:ext cx="92892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엑셀다운로드</a:t>
              </a:r>
            </a:p>
          </p:txBody>
        </p:sp>
      </p:grp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DDB9EAEF-611C-91DE-5F8C-1A6B40C96B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0910664"/>
              </p:ext>
            </p:extLst>
          </p:nvPr>
        </p:nvGraphicFramePr>
        <p:xfrm>
          <a:off x="170952" y="964520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4" name="그룹 33">
            <a:extLst>
              <a:ext uri="{FF2B5EF4-FFF2-40B4-BE49-F238E27FC236}">
                <a16:creationId xmlns:a16="http://schemas.microsoft.com/office/drawing/2014/main" id="{537CA985-2BD0-130C-0331-B5182CD98876}"/>
              </a:ext>
            </a:extLst>
          </p:cNvPr>
          <p:cNvGrpSpPr/>
          <p:nvPr/>
        </p:nvGrpSpPr>
        <p:grpSpPr>
          <a:xfrm>
            <a:off x="8674450" y="963752"/>
            <a:ext cx="701739" cy="268517"/>
            <a:chOff x="-2021847" y="4521064"/>
            <a:chExt cx="718741" cy="268517"/>
          </a:xfrm>
        </p:grpSpPr>
        <p:sp>
          <p:nvSpPr>
            <p:cNvPr id="35" name="AutoShape 55">
              <a:extLst>
                <a:ext uri="{FF2B5EF4-FFF2-40B4-BE49-F238E27FC236}">
                  <a16:creationId xmlns:a16="http://schemas.microsoft.com/office/drawing/2014/main" id="{9FD74929-D78F-48E3-AA6F-3D3D45552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BA20E07-C802-AA3B-34A7-2A92D2A4754B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5638B191-148C-3FFC-7184-CFD31BF989A6}"/>
              </a:ext>
            </a:extLst>
          </p:cNvPr>
          <p:cNvGrpSpPr/>
          <p:nvPr/>
        </p:nvGrpSpPr>
        <p:grpSpPr>
          <a:xfrm>
            <a:off x="8101722" y="963752"/>
            <a:ext cx="673187" cy="268517"/>
            <a:chOff x="-2027515" y="4521064"/>
            <a:chExt cx="689497" cy="268517"/>
          </a:xfrm>
        </p:grpSpPr>
        <p:sp>
          <p:nvSpPr>
            <p:cNvPr id="39" name="AutoShape 55">
              <a:extLst>
                <a:ext uri="{FF2B5EF4-FFF2-40B4-BE49-F238E27FC236}">
                  <a16:creationId xmlns:a16="http://schemas.microsoft.com/office/drawing/2014/main" id="{CAAA2C8F-E145-D220-A448-D26F61E31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B13D1F1-D4C6-49C7-EAF5-30147F9460B7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0AF29265-BD23-FDF7-B74B-33ECF7E143DB}"/>
              </a:ext>
            </a:extLst>
          </p:cNvPr>
          <p:cNvGrpSpPr/>
          <p:nvPr/>
        </p:nvGrpSpPr>
        <p:grpSpPr>
          <a:xfrm>
            <a:off x="9190499" y="963752"/>
            <a:ext cx="673187" cy="268517"/>
            <a:chOff x="-2081987" y="4521064"/>
            <a:chExt cx="689497" cy="268517"/>
          </a:xfrm>
        </p:grpSpPr>
        <p:sp>
          <p:nvSpPr>
            <p:cNvPr id="42" name="AutoShape 55">
              <a:extLst>
                <a:ext uri="{FF2B5EF4-FFF2-40B4-BE49-F238E27FC236}">
                  <a16:creationId xmlns:a16="http://schemas.microsoft.com/office/drawing/2014/main" id="{EC252052-CF08-53DC-315B-B1410D842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D17CDF7-5901-C3B1-4F59-3A7DC75A2DBD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6131B861-7E90-DA31-EF0F-95EDA3185A26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24520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3F6B81B-C12E-0A93-4E85-D150AE87E7E6}"/>
              </a:ext>
            </a:extLst>
          </p:cNvPr>
          <p:cNvGraphicFramePr>
            <a:graphicFrameLocks noGrp="1"/>
          </p:cNvGraphicFramePr>
          <p:nvPr/>
        </p:nvGraphicFramePr>
        <p:xfrm>
          <a:off x="170951" y="467888"/>
          <a:ext cx="9231520" cy="359559"/>
        </p:xfrm>
        <a:graphic>
          <a:graphicData uri="http://schemas.openxmlformats.org/drawingml/2006/table">
            <a:tbl>
              <a:tblPr/>
              <a:tblGrid>
                <a:gridCol w="92315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" name="Rectangle 7">
            <a:extLst>
              <a:ext uri="{FF2B5EF4-FFF2-40B4-BE49-F238E27FC236}">
                <a16:creationId xmlns:a16="http://schemas.microsoft.com/office/drawing/2014/main" id="{45EE8B32-9CAA-CAA2-72EF-2C7488AF5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3100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27" name="AutoShape 89">
            <a:extLst>
              <a:ext uri="{FF2B5EF4-FFF2-40B4-BE49-F238E27FC236}">
                <a16:creationId xmlns:a16="http://schemas.microsoft.com/office/drawing/2014/main" id="{14FE8C6F-D5C6-2C13-0867-0D7324633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0839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E7E6FBAE-70F3-6612-BA2D-FFF73ECCAEE4}"/>
              </a:ext>
            </a:extLst>
          </p:cNvPr>
          <p:cNvGrpSpPr/>
          <p:nvPr/>
        </p:nvGrpSpPr>
        <p:grpSpPr>
          <a:xfrm>
            <a:off x="8568460" y="499769"/>
            <a:ext cx="773884" cy="268517"/>
            <a:chOff x="5000287" y="2533231"/>
            <a:chExt cx="773884" cy="268517"/>
          </a:xfrm>
        </p:grpSpPr>
        <p:sp>
          <p:nvSpPr>
            <p:cNvPr id="31" name="AutoShape 55">
              <a:extLst>
                <a:ext uri="{FF2B5EF4-FFF2-40B4-BE49-F238E27FC236}">
                  <a16:creationId xmlns:a16="http://schemas.microsoft.com/office/drawing/2014/main" id="{1D459C0D-22A3-0E72-3A08-010EBF37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287" y="2533231"/>
              <a:ext cx="773884" cy="268517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불러오기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" name="Accept">
              <a:extLst>
                <a:ext uri="{FF2B5EF4-FFF2-40B4-BE49-F238E27FC236}">
                  <a16:creationId xmlns:a16="http://schemas.microsoft.com/office/drawing/2014/main" id="{90F33AAD-A84A-A1C0-E0C5-62148B4D80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05721" y="2627389"/>
              <a:ext cx="103188" cy="91579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31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9225EF6F-0D06-5BC8-3DAA-AF30241C7CEC}"/>
              </a:ext>
            </a:extLst>
          </p:cNvPr>
          <p:cNvSpPr/>
          <p:nvPr/>
        </p:nvSpPr>
        <p:spPr bwMode="auto">
          <a:xfrm>
            <a:off x="2898015" y="587993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1797765-9214-CD6F-C9D3-989BEC9A4D18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" name="Rectangle 7">
            <a:extLst>
              <a:ext uri="{FF2B5EF4-FFF2-40B4-BE49-F238E27FC236}">
                <a16:creationId xmlns:a16="http://schemas.microsoft.com/office/drawing/2014/main" id="{0304CE18-B28E-55DB-974F-B16BD8E2E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6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Rectangle 7">
            <a:extLst>
              <a:ext uri="{FF2B5EF4-FFF2-40B4-BE49-F238E27FC236}">
                <a16:creationId xmlns:a16="http://schemas.microsoft.com/office/drawing/2014/main" id="{4EE8F0D8-0468-4392-1BF9-39FD60CB6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42856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C23AA7FC-8488-DD8E-C198-F1879584ADBB}"/>
              </a:ext>
            </a:extLst>
          </p:cNvPr>
          <p:cNvSpPr/>
          <p:nvPr/>
        </p:nvSpPr>
        <p:spPr bwMode="auto">
          <a:xfrm>
            <a:off x="3850492" y="587993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FEF1FFA-9FB9-82E2-51CA-51832B2810AA}"/>
              </a:ext>
            </a:extLst>
          </p:cNvPr>
          <p:cNvSpPr/>
          <p:nvPr/>
        </p:nvSpPr>
        <p:spPr bwMode="auto">
          <a:xfrm>
            <a:off x="3856993" y="579594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170782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A8267-B1E3-7DFA-3699-20334C582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A9701C17-BDE2-FB94-56C7-E7E06C0277B1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554E820-C2CD-5A8E-4AA5-A25D093E4984}"/>
              </a:ext>
            </a:extLst>
          </p:cNvPr>
          <p:cNvGraphicFramePr>
            <a:graphicFrameLocks noGrp="1"/>
          </p:cNvGraphicFramePr>
          <p:nvPr/>
        </p:nvGraphicFramePr>
        <p:xfrm>
          <a:off x="170952" y="482728"/>
          <a:ext cx="8929916" cy="359559"/>
        </p:xfrm>
        <a:graphic>
          <a:graphicData uri="http://schemas.openxmlformats.org/drawingml/2006/table">
            <a:tbl>
              <a:tblPr/>
              <a:tblGrid>
                <a:gridCol w="89299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9559">
                <a:tc>
                  <a:txBody>
                    <a:bodyPr/>
                    <a:lstStyle/>
                    <a:p>
                      <a:pPr marL="0" marR="0" lvl="0" indent="0" algn="l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</a:t>
                      </a:r>
                      <a:r>
                        <a:rPr kumimoji="1" lang="ko-KR" alt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기준일자                                    터미널선택</a:t>
                      </a:r>
                      <a:endParaRPr kumimoji="1" lang="en-US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Rectangle 7">
            <a:extLst>
              <a:ext uri="{FF2B5EF4-FFF2-40B4-BE49-F238E27FC236}">
                <a16:creationId xmlns:a16="http://schemas.microsoft.com/office/drawing/2014/main" id="{9C8FBC04-8027-77D0-F1A6-394C3D7BF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4633" y="545844"/>
            <a:ext cx="935495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2024-10-18</a:t>
            </a:r>
          </a:p>
        </p:txBody>
      </p:sp>
      <p:sp>
        <p:nvSpPr>
          <p:cNvPr id="6" name="AutoShape 89">
            <a:extLst>
              <a:ext uri="{FF2B5EF4-FFF2-40B4-BE49-F238E27FC236}">
                <a16:creationId xmlns:a16="http://schemas.microsoft.com/office/drawing/2014/main" id="{33A941F9-C406-171C-CC21-C69E52BAE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7144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8D84D478-8445-99EC-5FB4-60B4D27B9A4A}"/>
              </a:ext>
            </a:extLst>
          </p:cNvPr>
          <p:cNvGrpSpPr/>
          <p:nvPr/>
        </p:nvGrpSpPr>
        <p:grpSpPr>
          <a:xfrm>
            <a:off x="9153356" y="510882"/>
            <a:ext cx="594348" cy="283906"/>
            <a:chOff x="2941228" y="5138388"/>
            <a:chExt cx="594348" cy="283906"/>
          </a:xfrm>
        </p:grpSpPr>
        <p:sp>
          <p:nvSpPr>
            <p:cNvPr id="10" name="AutoShape 55">
              <a:extLst>
                <a:ext uri="{FF2B5EF4-FFF2-40B4-BE49-F238E27FC236}">
                  <a16:creationId xmlns:a16="http://schemas.microsoft.com/office/drawing/2014/main" id="{634B10CE-9460-F1EE-40AE-E42A612B1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Search">
              <a:extLst>
                <a:ext uri="{FF2B5EF4-FFF2-40B4-BE49-F238E27FC236}">
                  <a16:creationId xmlns:a16="http://schemas.microsoft.com/office/drawing/2014/main" id="{268F4BFE-73CA-B5D9-F0AB-1AABC95E37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" name="Rectangle 7">
            <a:extLst>
              <a:ext uri="{FF2B5EF4-FFF2-40B4-BE49-F238E27FC236}">
                <a16:creationId xmlns:a16="http://schemas.microsoft.com/office/drawing/2014/main" id="{59F7FA34-C69D-3B22-BA64-BB2191C8A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2744" y="545844"/>
            <a:ext cx="597422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</a:p>
        </p:txBody>
      </p:sp>
      <p:sp>
        <p:nvSpPr>
          <p:cNvPr id="31" name="AutoShape 89">
            <a:extLst>
              <a:ext uri="{FF2B5EF4-FFF2-40B4-BE49-F238E27FC236}">
                <a16:creationId xmlns:a16="http://schemas.microsoft.com/office/drawing/2014/main" id="{2C941075-0B69-7CE2-9B6C-9F65FB326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0139" y="523235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4D90799-86CD-9202-C3D0-4C212489A82C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52551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9ABE6DAA-3152-06DE-0C02-9F425BD7B8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5579436"/>
              </p:ext>
            </p:extLst>
          </p:nvPr>
        </p:nvGraphicFramePr>
        <p:xfrm>
          <a:off x="170952" y="999171"/>
          <a:ext cx="4421280" cy="360000"/>
        </p:xfrm>
        <a:graphic>
          <a:graphicData uri="http://schemas.openxmlformats.org/drawingml/2006/table">
            <a:tbl>
              <a:tblPr firstRow="1" bandRow="1"/>
              <a:tblGrid>
                <a:gridCol w="867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7">
                  <a:extLst>
                    <a:ext uri="{9D8B030D-6E8A-4147-A177-3AD203B41FA5}">
                      <a16:colId xmlns:a16="http://schemas.microsoft.com/office/drawing/2014/main" val="3579876970"/>
                    </a:ext>
                  </a:extLst>
                </a:gridCol>
                <a:gridCol w="11584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0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요약보기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맵형태보기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체크인카운터</a:t>
                      </a:r>
                      <a:endParaRPr lang="ko-KR" altLang="en-US" sz="900" b="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셀프체크인</a:t>
                      </a:r>
                      <a:r>
                        <a:rPr kumimoji="0" lang="en-US" altLang="ko-KR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kumimoji="0" lang="ko-KR" altLang="en-US" sz="9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백드롭</a:t>
                      </a: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출국장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2000" marR="72000" marT="72000" marB="72000" anchor="ctr">
                    <a:lnL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50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42852">
                          <a:lumMod val="60000"/>
                          <a:lumOff val="4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C64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932F7AE6-64F9-D25A-2625-4A2E666B6F5C}"/>
              </a:ext>
            </a:extLst>
          </p:cNvPr>
          <p:cNvSpPr txBox="1"/>
          <p:nvPr/>
        </p:nvSpPr>
        <p:spPr>
          <a:xfrm>
            <a:off x="123710" y="34618"/>
            <a:ext cx="978229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사용자 정의 시뮬레이션 결과 출국장 혼잡도 차트 조회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181DFD47-E44E-0E33-0AAF-F0BEEA2A6C67}"/>
              </a:ext>
            </a:extLst>
          </p:cNvPr>
          <p:cNvCxnSpPr>
            <a:cxnSpLocks/>
          </p:cNvCxnSpPr>
          <p:nvPr/>
        </p:nvCxnSpPr>
        <p:spPr bwMode="auto">
          <a:xfrm>
            <a:off x="170952" y="1352551"/>
            <a:ext cx="9581958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C444D73D-67A6-1267-A123-60303D79F427}"/>
              </a:ext>
            </a:extLst>
          </p:cNvPr>
          <p:cNvGrpSpPr/>
          <p:nvPr/>
        </p:nvGrpSpPr>
        <p:grpSpPr>
          <a:xfrm>
            <a:off x="8637307" y="960083"/>
            <a:ext cx="701739" cy="268517"/>
            <a:chOff x="-2021847" y="4521064"/>
            <a:chExt cx="718741" cy="268517"/>
          </a:xfrm>
        </p:grpSpPr>
        <p:sp>
          <p:nvSpPr>
            <p:cNvPr id="24" name="AutoShape 55">
              <a:extLst>
                <a:ext uri="{FF2B5EF4-FFF2-40B4-BE49-F238E27FC236}">
                  <a16:creationId xmlns:a16="http://schemas.microsoft.com/office/drawing/2014/main" id="{0CA5AAFB-E04F-4959-E694-1C2FB75D1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8ED53F1-C0E7-8837-8325-B003764B5562}"/>
                </a:ext>
              </a:extLst>
            </p:cNvPr>
            <p:cNvSpPr txBox="1"/>
            <p:nvPr/>
          </p:nvSpPr>
          <p:spPr>
            <a:xfrm>
              <a:off x="-1992603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표보기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C94E54CE-967A-DFBC-61BD-323C13431B9C}"/>
              </a:ext>
            </a:extLst>
          </p:cNvPr>
          <p:cNvGrpSpPr/>
          <p:nvPr/>
        </p:nvGrpSpPr>
        <p:grpSpPr>
          <a:xfrm>
            <a:off x="8064579" y="960083"/>
            <a:ext cx="673187" cy="268517"/>
            <a:chOff x="-2027515" y="4521064"/>
            <a:chExt cx="689497" cy="268517"/>
          </a:xfrm>
        </p:grpSpPr>
        <p:sp>
          <p:nvSpPr>
            <p:cNvPr id="27" name="AutoShape 55">
              <a:extLst>
                <a:ext uri="{FF2B5EF4-FFF2-40B4-BE49-F238E27FC236}">
                  <a16:creationId xmlns:a16="http://schemas.microsoft.com/office/drawing/2014/main" id="{042BF1C5-5115-52A2-6D24-22FA26E75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DD03B6C-CDB0-4987-2161-75495F93ACC5}"/>
                </a:ext>
              </a:extLst>
            </p:cNvPr>
            <p:cNvSpPr txBox="1"/>
            <p:nvPr/>
          </p:nvSpPr>
          <p:spPr>
            <a:xfrm>
              <a:off x="-2027515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맵보기</a:t>
              </a: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4D17F2C-17B9-06D0-AD55-7BBA67C66239}"/>
              </a:ext>
            </a:extLst>
          </p:cNvPr>
          <p:cNvGrpSpPr/>
          <p:nvPr/>
        </p:nvGrpSpPr>
        <p:grpSpPr>
          <a:xfrm>
            <a:off x="9153356" y="960083"/>
            <a:ext cx="673187" cy="268517"/>
            <a:chOff x="-2081987" y="4521064"/>
            <a:chExt cx="689497" cy="268517"/>
          </a:xfrm>
        </p:grpSpPr>
        <p:sp>
          <p:nvSpPr>
            <p:cNvPr id="33" name="AutoShape 55">
              <a:extLst>
                <a:ext uri="{FF2B5EF4-FFF2-40B4-BE49-F238E27FC236}">
                  <a16:creationId xmlns:a16="http://schemas.microsoft.com/office/drawing/2014/main" id="{B0CFB5D5-A77B-7297-8F60-1B2AD4CB0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021847" y="4521064"/>
              <a:ext cx="500776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squar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FB22611-E343-9014-A1E1-B0A95A103ACB}"/>
                </a:ext>
              </a:extLst>
            </p:cNvPr>
            <p:cNvSpPr txBox="1"/>
            <p:nvPr/>
          </p:nvSpPr>
          <p:spPr>
            <a:xfrm>
              <a:off x="-2081987" y="4568271"/>
              <a:ext cx="6894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70C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차트보기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4788FB05-68EB-21D6-8D56-E233CC909EF8}"/>
              </a:ext>
            </a:extLst>
          </p:cNvPr>
          <p:cNvGrpSpPr/>
          <p:nvPr/>
        </p:nvGrpSpPr>
        <p:grpSpPr>
          <a:xfrm>
            <a:off x="170018" y="1449928"/>
            <a:ext cx="9568160" cy="352819"/>
            <a:chOff x="179543" y="1388579"/>
            <a:chExt cx="9568160" cy="352819"/>
          </a:xfrm>
        </p:grpSpPr>
        <p:sp>
          <p:nvSpPr>
            <p:cNvPr id="95" name="모서리가 둥근 직사각형 116">
              <a:extLst>
                <a:ext uri="{FF2B5EF4-FFF2-40B4-BE49-F238E27FC236}">
                  <a16:creationId xmlns:a16="http://schemas.microsoft.com/office/drawing/2014/main" id="{5EE4DD33-ECF1-FE8B-8940-829F4AEFF9C7}"/>
                </a:ext>
              </a:extLst>
            </p:cNvPr>
            <p:cNvSpPr/>
            <p:nvPr/>
          </p:nvSpPr>
          <p:spPr bwMode="auto">
            <a:xfrm>
              <a:off x="179543" y="1388579"/>
              <a:ext cx="9568160" cy="352819"/>
            </a:xfrm>
            <a:prstGeom prst="roundRect">
              <a:avLst>
                <a:gd name="adj" fmla="val 5718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  <a:miter lim="800000"/>
              <a:headEnd/>
              <a:tailEnd/>
            </a:ln>
            <a:effectLst>
              <a:outerShdw blurRad="50800" dist="25400" dir="2700000" algn="tl" rotWithShape="0">
                <a:prstClr val="black">
                  <a:alpha val="20000"/>
                </a:prstClr>
              </a:outerShdw>
            </a:effectLst>
          </p:spPr>
          <p:txBody>
            <a:bodyPr wrap="square" lIns="144000" tIns="144000" rIns="144000" bIns="144000" rtlCol="0" anchor="t">
              <a:noAutofit/>
            </a:bodyPr>
            <a:lstStyle/>
            <a:p>
              <a:pPr algn="ctr"/>
              <a:endParaRPr lang="en-US" altLang="ko-KR" sz="800" dirty="0">
                <a:latin typeface="+mn-ea"/>
                <a:ea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51C9F0D-5C0C-0A61-31FD-33AF03330659}"/>
                </a:ext>
              </a:extLst>
            </p:cNvPr>
            <p:cNvSpPr txBox="1"/>
            <p:nvPr/>
          </p:nvSpPr>
          <p:spPr>
            <a:xfrm>
              <a:off x="586353" y="1460591"/>
              <a:ext cx="394872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600"/>
                </a:spcAft>
              </a:pPr>
              <a:r>
                <a:rPr lang="ko-KR" altLang="en-US" sz="1200" b="1" spc="-1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혼잡</a:t>
              </a:r>
              <a:endParaRPr lang="en-US" altLang="ko-KR" sz="1200" b="1" spc="-1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7F836820-FE08-0F65-6AAD-30347328C44E}"/>
                </a:ext>
              </a:extLst>
            </p:cNvPr>
            <p:cNvGrpSpPr/>
            <p:nvPr/>
          </p:nvGrpSpPr>
          <p:grpSpPr>
            <a:xfrm>
              <a:off x="293553" y="1443092"/>
              <a:ext cx="206838" cy="206838"/>
              <a:chOff x="413206" y="2774938"/>
              <a:chExt cx="206838" cy="206838"/>
            </a:xfrm>
          </p:grpSpPr>
          <p:sp>
            <p:nvSpPr>
              <p:cNvPr id="99" name="포인트가 12개인 별 127">
                <a:extLst>
                  <a:ext uri="{FF2B5EF4-FFF2-40B4-BE49-F238E27FC236}">
                    <a16:creationId xmlns:a16="http://schemas.microsoft.com/office/drawing/2014/main" id="{D33582C3-923C-D47E-817F-2869D913DDD9}"/>
                  </a:ext>
                </a:extLst>
              </p:cNvPr>
              <p:cNvSpPr/>
              <p:nvPr/>
            </p:nvSpPr>
            <p:spPr bwMode="auto">
              <a:xfrm>
                <a:off x="413206" y="2774938"/>
                <a:ext cx="206838" cy="206838"/>
              </a:xfrm>
              <a:prstGeom prst="star12">
                <a:avLst/>
              </a:prstGeom>
              <a:solidFill>
                <a:srgbClr val="FF6600"/>
              </a:solidFill>
              <a:ln w="6350">
                <a:solidFill>
                  <a:srgbClr val="FF6600"/>
                </a:solidFill>
                <a:miter lim="800000"/>
                <a:headEnd/>
                <a:tailEnd/>
              </a:ln>
            </p:spPr>
            <p:txBody>
              <a:bodyPr wrap="square" lIns="36000" tIns="36000" rIns="36000" bIns="36000" rtlCol="0" anchor="ctr">
                <a:noAutofit/>
              </a:bodyPr>
              <a:lstStyle/>
              <a:p>
                <a:pPr algn="ctr"/>
                <a:endParaRPr lang="ko-KR" altLang="en-US" sz="800" dirty="0">
                  <a:latin typeface="+mn-ea"/>
                  <a:ea typeface="+mn-ea"/>
                </a:endParaRPr>
              </a:p>
            </p:txBody>
          </p:sp>
          <p:sp>
            <p:nvSpPr>
              <p:cNvPr id="100" name="Exclamation Mark">
                <a:extLst>
                  <a:ext uri="{FF2B5EF4-FFF2-40B4-BE49-F238E27FC236}">
                    <a16:creationId xmlns:a16="http://schemas.microsoft.com/office/drawing/2014/main" id="{F0CC5C81-1323-A8A9-2FCA-8BDB44637E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9742" y="2824357"/>
                <a:ext cx="13767" cy="108000"/>
              </a:xfrm>
              <a:custGeom>
                <a:avLst/>
                <a:gdLst>
                  <a:gd name="T0" fmla="*/ 13 w 80"/>
                  <a:gd name="T1" fmla="*/ 0 h 667"/>
                  <a:gd name="T2" fmla="*/ 0 w 80"/>
                  <a:gd name="T3" fmla="*/ 13 h 667"/>
                  <a:gd name="T4" fmla="*/ 0 w 80"/>
                  <a:gd name="T5" fmla="*/ 520 h 667"/>
                  <a:gd name="T6" fmla="*/ 13 w 80"/>
                  <a:gd name="T7" fmla="*/ 533 h 667"/>
                  <a:gd name="T8" fmla="*/ 66 w 80"/>
                  <a:gd name="T9" fmla="*/ 533 h 667"/>
                  <a:gd name="T10" fmla="*/ 80 w 80"/>
                  <a:gd name="T11" fmla="*/ 520 h 667"/>
                  <a:gd name="T12" fmla="*/ 80 w 80"/>
                  <a:gd name="T13" fmla="*/ 13 h 667"/>
                  <a:gd name="T14" fmla="*/ 66 w 80"/>
                  <a:gd name="T15" fmla="*/ 0 h 667"/>
                  <a:gd name="T16" fmla="*/ 13 w 80"/>
                  <a:gd name="T17" fmla="*/ 0 h 667"/>
                  <a:gd name="T18" fmla="*/ 26 w 80"/>
                  <a:gd name="T19" fmla="*/ 27 h 667"/>
                  <a:gd name="T20" fmla="*/ 53 w 80"/>
                  <a:gd name="T21" fmla="*/ 27 h 667"/>
                  <a:gd name="T22" fmla="*/ 53 w 80"/>
                  <a:gd name="T23" fmla="*/ 507 h 667"/>
                  <a:gd name="T24" fmla="*/ 26 w 80"/>
                  <a:gd name="T25" fmla="*/ 507 h 667"/>
                  <a:gd name="T26" fmla="*/ 26 w 80"/>
                  <a:gd name="T27" fmla="*/ 27 h 667"/>
                  <a:gd name="T28" fmla="*/ 13 w 80"/>
                  <a:gd name="T29" fmla="*/ 587 h 667"/>
                  <a:gd name="T30" fmla="*/ 0 w 80"/>
                  <a:gd name="T31" fmla="*/ 600 h 667"/>
                  <a:gd name="T32" fmla="*/ 0 w 80"/>
                  <a:gd name="T33" fmla="*/ 653 h 667"/>
                  <a:gd name="T34" fmla="*/ 13 w 80"/>
                  <a:gd name="T35" fmla="*/ 667 h 667"/>
                  <a:gd name="T36" fmla="*/ 66 w 80"/>
                  <a:gd name="T37" fmla="*/ 667 h 667"/>
                  <a:gd name="T38" fmla="*/ 80 w 80"/>
                  <a:gd name="T39" fmla="*/ 653 h 667"/>
                  <a:gd name="T40" fmla="*/ 80 w 80"/>
                  <a:gd name="T41" fmla="*/ 600 h 667"/>
                  <a:gd name="T42" fmla="*/ 66 w 80"/>
                  <a:gd name="T43" fmla="*/ 587 h 667"/>
                  <a:gd name="T44" fmla="*/ 13 w 80"/>
                  <a:gd name="T45" fmla="*/ 587 h 667"/>
                  <a:gd name="T46" fmla="*/ 26 w 80"/>
                  <a:gd name="T47" fmla="*/ 613 h 667"/>
                  <a:gd name="T48" fmla="*/ 53 w 80"/>
                  <a:gd name="T49" fmla="*/ 613 h 667"/>
                  <a:gd name="T50" fmla="*/ 53 w 80"/>
                  <a:gd name="T51" fmla="*/ 640 h 667"/>
                  <a:gd name="T52" fmla="*/ 26 w 80"/>
                  <a:gd name="T53" fmla="*/ 640 h 667"/>
                  <a:gd name="T54" fmla="*/ 26 w 80"/>
                  <a:gd name="T55" fmla="*/ 61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667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lnTo>
                      <a:pt x="0" y="520"/>
                    </a:lnTo>
                    <a:cubicBezTo>
                      <a:pt x="0" y="527"/>
                      <a:pt x="6" y="533"/>
                      <a:pt x="13" y="533"/>
                    </a:cubicBezTo>
                    <a:lnTo>
                      <a:pt x="66" y="533"/>
                    </a:lnTo>
                    <a:cubicBezTo>
                      <a:pt x="74" y="533"/>
                      <a:pt x="80" y="527"/>
                      <a:pt x="80" y="520"/>
                    </a:cubicBezTo>
                    <a:lnTo>
                      <a:pt x="80" y="13"/>
                    </a:lnTo>
                    <a:cubicBezTo>
                      <a:pt x="80" y="6"/>
                      <a:pt x="74" y="0"/>
                      <a:pt x="66" y="0"/>
                    </a:cubicBezTo>
                    <a:lnTo>
                      <a:pt x="13" y="0"/>
                    </a:lnTo>
                    <a:close/>
                    <a:moveTo>
                      <a:pt x="26" y="27"/>
                    </a:moveTo>
                    <a:lnTo>
                      <a:pt x="53" y="27"/>
                    </a:lnTo>
                    <a:lnTo>
                      <a:pt x="53" y="507"/>
                    </a:lnTo>
                    <a:lnTo>
                      <a:pt x="26" y="507"/>
                    </a:lnTo>
                    <a:lnTo>
                      <a:pt x="26" y="27"/>
                    </a:lnTo>
                    <a:close/>
                    <a:moveTo>
                      <a:pt x="13" y="587"/>
                    </a:moveTo>
                    <a:cubicBezTo>
                      <a:pt x="6" y="587"/>
                      <a:pt x="0" y="593"/>
                      <a:pt x="0" y="600"/>
                    </a:cubicBezTo>
                    <a:lnTo>
                      <a:pt x="0" y="653"/>
                    </a:lnTo>
                    <a:cubicBezTo>
                      <a:pt x="0" y="661"/>
                      <a:pt x="6" y="667"/>
                      <a:pt x="13" y="667"/>
                    </a:cubicBezTo>
                    <a:lnTo>
                      <a:pt x="66" y="667"/>
                    </a:lnTo>
                    <a:cubicBezTo>
                      <a:pt x="74" y="667"/>
                      <a:pt x="80" y="661"/>
                      <a:pt x="80" y="653"/>
                    </a:cubicBezTo>
                    <a:lnTo>
                      <a:pt x="80" y="600"/>
                    </a:lnTo>
                    <a:cubicBezTo>
                      <a:pt x="80" y="593"/>
                      <a:pt x="74" y="587"/>
                      <a:pt x="66" y="587"/>
                    </a:cubicBezTo>
                    <a:lnTo>
                      <a:pt x="13" y="587"/>
                    </a:lnTo>
                    <a:close/>
                    <a:moveTo>
                      <a:pt x="26" y="613"/>
                    </a:moveTo>
                    <a:lnTo>
                      <a:pt x="53" y="613"/>
                    </a:lnTo>
                    <a:lnTo>
                      <a:pt x="53" y="640"/>
                    </a:lnTo>
                    <a:lnTo>
                      <a:pt x="26" y="640"/>
                    </a:lnTo>
                    <a:lnTo>
                      <a:pt x="26" y="61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74295" tIns="37148" rIns="74295" bIns="37148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31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C18FE94D-95DF-0960-EF19-B5FE90CC6307}"/>
                </a:ext>
              </a:extLst>
            </p:cNvPr>
            <p:cNvSpPr txBox="1"/>
            <p:nvPr/>
          </p:nvSpPr>
          <p:spPr>
            <a:xfrm>
              <a:off x="1170155" y="1492971"/>
              <a:ext cx="125994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>
                <a:spcAft>
                  <a:spcPts val="0"/>
                </a:spcAft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N 1~7 (3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 부스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OPEN)</a:t>
              </a:r>
              <a:endPara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15" name="차트 14">
            <a:extLst>
              <a:ext uri="{FF2B5EF4-FFF2-40B4-BE49-F238E27FC236}">
                <a16:creationId xmlns:a16="http://schemas.microsoft.com/office/drawing/2014/main" id="{CDE35470-9A67-AA6F-08D0-30C513062129}"/>
              </a:ext>
            </a:extLst>
          </p:cNvPr>
          <p:cNvGraphicFramePr/>
          <p:nvPr/>
        </p:nvGraphicFramePr>
        <p:xfrm>
          <a:off x="170952" y="1881416"/>
          <a:ext cx="9576751" cy="49608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pSp>
        <p:nvGrpSpPr>
          <p:cNvPr id="16" name="Tooltip">
            <a:extLst>
              <a:ext uri="{FF2B5EF4-FFF2-40B4-BE49-F238E27FC236}">
                <a16:creationId xmlns:a16="http://schemas.microsoft.com/office/drawing/2014/main" id="{72440BAC-9768-DA92-0C2C-022C3529EF95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408555" y="4692597"/>
            <a:ext cx="199453" cy="240855"/>
            <a:chOff x="1321652" y="1706026"/>
            <a:chExt cx="199453" cy="240855"/>
          </a:xfrm>
        </p:grpSpPr>
        <p:sp>
          <p:nvSpPr>
            <p:cNvPr id="17" name="Box">
              <a:extLst>
                <a:ext uri="{FF2B5EF4-FFF2-40B4-BE49-F238E27FC236}">
                  <a16:creationId xmlns:a16="http://schemas.microsoft.com/office/drawing/2014/main" id="{6CC21E34-713E-B785-A48F-BF43192CBFC8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321652" y="1706026"/>
              <a:ext cx="199453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76</a:t>
              </a:r>
            </a:p>
          </p:txBody>
        </p:sp>
        <p:sp>
          <p:nvSpPr>
            <p:cNvPr id="18" name="Arrow">
              <a:extLst>
                <a:ext uri="{FF2B5EF4-FFF2-40B4-BE49-F238E27FC236}">
                  <a16:creationId xmlns:a16="http://schemas.microsoft.com/office/drawing/2014/main" id="{3AC5CB1B-1372-192C-1D1A-63B07F6A2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9" name="Gap">
              <a:extLst>
                <a:ext uri="{FF2B5EF4-FFF2-40B4-BE49-F238E27FC236}">
                  <a16:creationId xmlns:a16="http://schemas.microsoft.com/office/drawing/2014/main" id="{01E6E143-3242-95F6-A92F-35B1611DA205}"/>
                </a:ext>
              </a:extLst>
            </p:cNvPr>
            <p:cNvCxnSpPr/>
            <p:nvPr>
              <p:custDataLst>
                <p:tags r:id="rId8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Tooltip">
            <a:extLst>
              <a:ext uri="{FF2B5EF4-FFF2-40B4-BE49-F238E27FC236}">
                <a16:creationId xmlns:a16="http://schemas.microsoft.com/office/drawing/2014/main" id="{97DD066E-BDE2-03A8-FBB1-11222272C9B1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370130" y="3067696"/>
            <a:ext cx="248045" cy="240855"/>
            <a:chOff x="1297356" y="1706026"/>
            <a:chExt cx="248045" cy="240855"/>
          </a:xfrm>
        </p:grpSpPr>
        <p:sp>
          <p:nvSpPr>
            <p:cNvPr id="21" name="Box">
              <a:extLst>
                <a:ext uri="{FF2B5EF4-FFF2-40B4-BE49-F238E27FC236}">
                  <a16:creationId xmlns:a16="http://schemas.microsoft.com/office/drawing/2014/main" id="{435A8EFB-C098-6B47-21C9-4077EC5FA83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97356" y="1706026"/>
              <a:ext cx="248045" cy="174165"/>
            </a:xfrm>
            <a:prstGeom prst="roundRect">
              <a:avLst>
                <a:gd name="adj" fmla="val 11391"/>
              </a:avLst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45720" tIns="27432" rIns="45720" bIns="27432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189</a:t>
              </a:r>
            </a:p>
          </p:txBody>
        </p:sp>
        <p:sp>
          <p:nvSpPr>
            <p:cNvPr id="22" name="Arrow">
              <a:extLst>
                <a:ext uri="{FF2B5EF4-FFF2-40B4-BE49-F238E27FC236}">
                  <a16:creationId xmlns:a16="http://schemas.microsoft.com/office/drawing/2014/main" id="{219CCCDC-7754-92F5-02AE-74382083397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 rot="10800000">
              <a:off x="1388152" y="1880191"/>
              <a:ext cx="77360" cy="66690"/>
            </a:xfrm>
            <a:prstGeom prst="triangl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5" name="Gap">
              <a:extLst>
                <a:ext uri="{FF2B5EF4-FFF2-40B4-BE49-F238E27FC236}">
                  <a16:creationId xmlns:a16="http://schemas.microsoft.com/office/drawing/2014/main" id="{4C145E6A-3645-872D-68C9-4D6DF4AEEA8D}"/>
                </a:ext>
              </a:extLst>
            </p:cNvPr>
            <p:cNvCxnSpPr/>
            <p:nvPr>
              <p:custDataLst>
                <p:tags r:id="rId5"/>
              </p:custDataLst>
            </p:nvPr>
          </p:nvCxnSpPr>
          <p:spPr>
            <a:xfrm>
              <a:off x="1394446" y="1880191"/>
              <a:ext cx="6477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D4D56143-07A7-D9AD-875A-7C8953E80294}"/>
              </a:ext>
            </a:extLst>
          </p:cNvPr>
          <p:cNvSpPr txBox="1"/>
          <p:nvPr/>
        </p:nvSpPr>
        <p:spPr>
          <a:xfrm>
            <a:off x="120173" y="1982778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인원수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F7CB2CE-F46E-3EDB-A754-E00A078462BD}"/>
              </a:ext>
            </a:extLst>
          </p:cNvPr>
          <p:cNvSpPr txBox="1"/>
          <p:nvPr/>
        </p:nvSpPr>
        <p:spPr>
          <a:xfrm>
            <a:off x="9224706" y="6241752"/>
            <a:ext cx="57308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시간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C9727EE5-D531-7CE4-877A-363685716F9B}"/>
              </a:ext>
            </a:extLst>
          </p:cNvPr>
          <p:cNvSpPr/>
          <p:nvPr/>
        </p:nvSpPr>
        <p:spPr bwMode="auto">
          <a:xfrm>
            <a:off x="984552" y="5820718"/>
            <a:ext cx="120256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073E3527-61A5-45A9-B8BD-3138C37D24AA}"/>
              </a:ext>
            </a:extLst>
          </p:cNvPr>
          <p:cNvSpPr/>
          <p:nvPr/>
        </p:nvSpPr>
        <p:spPr bwMode="auto">
          <a:xfrm>
            <a:off x="1683292" y="5820718"/>
            <a:ext cx="143052" cy="3006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70B92CA7-B175-79BF-D25C-D4442CB8475F}"/>
              </a:ext>
            </a:extLst>
          </p:cNvPr>
          <p:cNvSpPr/>
          <p:nvPr/>
        </p:nvSpPr>
        <p:spPr bwMode="auto">
          <a:xfrm>
            <a:off x="2451042" y="5385450"/>
            <a:ext cx="171387" cy="735908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4AF18540-1B19-A05A-BFA5-6D7B5BFCD742}"/>
              </a:ext>
            </a:extLst>
          </p:cNvPr>
          <p:cNvSpPr/>
          <p:nvPr/>
        </p:nvSpPr>
        <p:spPr bwMode="auto">
          <a:xfrm>
            <a:off x="3184287" y="48851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7DFE26C8-0FE2-0CCC-8736-0C1184AB65C2}"/>
              </a:ext>
            </a:extLst>
          </p:cNvPr>
          <p:cNvSpPr/>
          <p:nvPr/>
        </p:nvSpPr>
        <p:spPr bwMode="auto">
          <a:xfrm>
            <a:off x="3934785" y="48851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2492C5E-C0A4-4B61-F6FA-A5ABEC05F06E}"/>
              </a:ext>
            </a:extLst>
          </p:cNvPr>
          <p:cNvSpPr/>
          <p:nvPr/>
        </p:nvSpPr>
        <p:spPr bwMode="auto">
          <a:xfrm>
            <a:off x="4685283" y="48851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FB06992-7F7D-D673-7B8F-EEDB60B1AFD6}"/>
              </a:ext>
            </a:extLst>
          </p:cNvPr>
          <p:cNvSpPr/>
          <p:nvPr/>
        </p:nvSpPr>
        <p:spPr bwMode="auto">
          <a:xfrm>
            <a:off x="5401275" y="48851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0CD7DF3B-8D83-7136-36E8-2FF4C9F65DD5}"/>
              </a:ext>
            </a:extLst>
          </p:cNvPr>
          <p:cNvSpPr/>
          <p:nvPr/>
        </p:nvSpPr>
        <p:spPr bwMode="auto">
          <a:xfrm>
            <a:off x="6169026" y="4885118"/>
            <a:ext cx="171388" cy="1236240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5959961D-821F-2665-C686-EF7D873048EF}"/>
              </a:ext>
            </a:extLst>
          </p:cNvPr>
          <p:cNvSpPr/>
          <p:nvPr/>
        </p:nvSpPr>
        <p:spPr bwMode="auto">
          <a:xfrm>
            <a:off x="6928150" y="5376822"/>
            <a:ext cx="188642" cy="74453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FA7DC9C7-DD73-D71D-A4BC-ACC8E14397DA}"/>
              </a:ext>
            </a:extLst>
          </p:cNvPr>
          <p:cNvSpPr/>
          <p:nvPr/>
        </p:nvSpPr>
        <p:spPr bwMode="auto">
          <a:xfrm>
            <a:off x="7626890" y="5601110"/>
            <a:ext cx="171389" cy="520247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26EDDA8E-3DFB-2E08-D352-95C4C99B0124}"/>
              </a:ext>
            </a:extLst>
          </p:cNvPr>
          <p:cNvSpPr/>
          <p:nvPr/>
        </p:nvSpPr>
        <p:spPr bwMode="auto">
          <a:xfrm>
            <a:off x="8377388" y="5799518"/>
            <a:ext cx="154137" cy="321839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468C618F-93C6-1EED-4621-87C47AE57106}"/>
              </a:ext>
            </a:extLst>
          </p:cNvPr>
          <p:cNvSpPr/>
          <p:nvPr/>
        </p:nvSpPr>
        <p:spPr bwMode="auto">
          <a:xfrm>
            <a:off x="9136513" y="5928914"/>
            <a:ext cx="136884" cy="192443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28359D0-7951-D66C-7E50-30ABA7A313AE}"/>
              </a:ext>
            </a:extLst>
          </p:cNvPr>
          <p:cNvSpPr txBox="1"/>
          <p:nvPr/>
        </p:nvSpPr>
        <p:spPr>
          <a:xfrm>
            <a:off x="6559214" y="6505047"/>
            <a:ext cx="78475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처리인원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13B35EC6-E9C1-DEEB-88C1-B1DF364991B9}"/>
              </a:ext>
            </a:extLst>
          </p:cNvPr>
          <p:cNvSpPr/>
          <p:nvPr/>
        </p:nvSpPr>
        <p:spPr bwMode="auto">
          <a:xfrm>
            <a:off x="6417497" y="6544094"/>
            <a:ext cx="98830" cy="157585"/>
          </a:xfrm>
          <a:prstGeom prst="rect">
            <a:avLst/>
          </a:prstGeom>
          <a:solidFill>
            <a:srgbClr val="558ED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BE830EDE-028B-6D19-1710-F4808E967A00}"/>
              </a:ext>
            </a:extLst>
          </p:cNvPr>
          <p:cNvSpPr/>
          <p:nvPr/>
        </p:nvSpPr>
        <p:spPr bwMode="auto">
          <a:xfrm>
            <a:off x="6516328" y="6544094"/>
            <a:ext cx="98830" cy="15758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1658696-EBEE-8DFE-30B3-047BDB0F7BDA}"/>
              </a:ext>
            </a:extLst>
          </p:cNvPr>
          <p:cNvSpPr/>
          <p:nvPr/>
        </p:nvSpPr>
        <p:spPr bwMode="auto">
          <a:xfrm>
            <a:off x="1075361" y="5823015"/>
            <a:ext cx="114575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5DDAEED8-479B-A4D7-9519-7043CF517834}"/>
              </a:ext>
            </a:extLst>
          </p:cNvPr>
          <p:cNvSpPr/>
          <p:nvPr/>
        </p:nvSpPr>
        <p:spPr bwMode="auto">
          <a:xfrm>
            <a:off x="1799263" y="5823015"/>
            <a:ext cx="124789" cy="3006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6A2BF1B6-6840-CB37-E6A0-83D98B4BEF97}"/>
              </a:ext>
            </a:extLst>
          </p:cNvPr>
          <p:cNvSpPr/>
          <p:nvPr/>
        </p:nvSpPr>
        <p:spPr bwMode="auto">
          <a:xfrm>
            <a:off x="2513875" y="5390233"/>
            <a:ext cx="182958" cy="733422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40FEF47F-0567-1648-CEF9-0922025D6331}"/>
              </a:ext>
            </a:extLst>
          </p:cNvPr>
          <p:cNvSpPr/>
          <p:nvPr/>
        </p:nvSpPr>
        <p:spPr bwMode="auto">
          <a:xfrm>
            <a:off x="3355737" y="48899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D6BC2501-1826-4391-BFD6-86356C0AAA02}"/>
              </a:ext>
            </a:extLst>
          </p:cNvPr>
          <p:cNvSpPr/>
          <p:nvPr/>
        </p:nvSpPr>
        <p:spPr bwMode="auto">
          <a:xfrm>
            <a:off x="4106235" y="48899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209A89F6-568E-5648-659A-6565FD6ED1F9}"/>
              </a:ext>
            </a:extLst>
          </p:cNvPr>
          <p:cNvSpPr/>
          <p:nvPr/>
        </p:nvSpPr>
        <p:spPr bwMode="auto">
          <a:xfrm>
            <a:off x="4856733" y="48899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132A5707-FD80-16BB-0682-604FD8911795}"/>
              </a:ext>
            </a:extLst>
          </p:cNvPr>
          <p:cNvSpPr/>
          <p:nvPr/>
        </p:nvSpPr>
        <p:spPr bwMode="auto">
          <a:xfrm>
            <a:off x="5572725" y="4889901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9FAA6895-C7FB-E81C-9BA6-E59EDDB92070}"/>
              </a:ext>
            </a:extLst>
          </p:cNvPr>
          <p:cNvSpPr/>
          <p:nvPr/>
        </p:nvSpPr>
        <p:spPr bwMode="auto">
          <a:xfrm>
            <a:off x="6340476" y="4880376"/>
            <a:ext cx="171388" cy="1236240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78208E46-14D4-B190-0528-D850D32975D4}"/>
              </a:ext>
            </a:extLst>
          </p:cNvPr>
          <p:cNvSpPr/>
          <p:nvPr/>
        </p:nvSpPr>
        <p:spPr bwMode="auto">
          <a:xfrm>
            <a:off x="7099600" y="5381605"/>
            <a:ext cx="188642" cy="744535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81BF61CE-87B2-AB3A-4056-B44733402E63}"/>
              </a:ext>
            </a:extLst>
          </p:cNvPr>
          <p:cNvSpPr/>
          <p:nvPr/>
        </p:nvSpPr>
        <p:spPr bwMode="auto">
          <a:xfrm>
            <a:off x="7798340" y="5596368"/>
            <a:ext cx="171389" cy="520247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3199B7AA-26AD-1176-2AD0-DA01767BFF8E}"/>
              </a:ext>
            </a:extLst>
          </p:cNvPr>
          <p:cNvSpPr/>
          <p:nvPr/>
        </p:nvSpPr>
        <p:spPr bwMode="auto">
          <a:xfrm>
            <a:off x="8529788" y="5801668"/>
            <a:ext cx="154137" cy="321839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8AF15EAF-5922-ADB3-61F1-E9E5D9B0374B}"/>
              </a:ext>
            </a:extLst>
          </p:cNvPr>
          <p:cNvSpPr/>
          <p:nvPr/>
        </p:nvSpPr>
        <p:spPr bwMode="auto">
          <a:xfrm>
            <a:off x="9279388" y="5931064"/>
            <a:ext cx="136884" cy="192443"/>
          </a:xfrm>
          <a:prstGeom prst="rect">
            <a:avLst/>
          </a:prstGeom>
          <a:solidFill>
            <a:srgbClr val="00B0F0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AE80440C-B2CB-F58F-8802-C6CF27D8B4FE}"/>
              </a:ext>
            </a:extLst>
          </p:cNvPr>
          <p:cNvSpPr/>
          <p:nvPr/>
        </p:nvSpPr>
        <p:spPr bwMode="auto">
          <a:xfrm>
            <a:off x="2898015" y="609259"/>
            <a:ext cx="120256" cy="116663"/>
          </a:xfrm>
          <a:prstGeom prst="ellipse">
            <a:avLst/>
          </a:prstGeom>
          <a:solidFill>
            <a:schemeClr val="bg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8D9627F5-CD9B-3CDA-8954-584B79A39234}"/>
              </a:ext>
            </a:extLst>
          </p:cNvPr>
          <p:cNvSpPr/>
          <p:nvPr/>
        </p:nvSpPr>
        <p:spPr bwMode="auto">
          <a:xfrm>
            <a:off x="3850492" y="609259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5" name="Rectangle 7">
            <a:extLst>
              <a:ext uri="{FF2B5EF4-FFF2-40B4-BE49-F238E27FC236}">
                <a16:creationId xmlns:a16="http://schemas.microsoft.com/office/drawing/2014/main" id="{E0326FF1-BD1C-DE5A-6726-FFFB2CEDD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4257" y="564122"/>
            <a:ext cx="701606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T2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Rectangle 7">
            <a:extLst>
              <a:ext uri="{FF2B5EF4-FFF2-40B4-BE49-F238E27FC236}">
                <a16:creationId xmlns:a16="http://schemas.microsoft.com/office/drawing/2014/main" id="{83A2EC09-2799-5DB4-5A9F-F38364FA9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6758" y="564122"/>
            <a:ext cx="935495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T1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터미널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56C215AB-7CA1-2BD2-5AC2-A26AD83A8712}"/>
              </a:ext>
            </a:extLst>
          </p:cNvPr>
          <p:cNvSpPr/>
          <p:nvPr/>
        </p:nvSpPr>
        <p:spPr bwMode="auto">
          <a:xfrm>
            <a:off x="3850492" y="609259"/>
            <a:ext cx="120256" cy="116663"/>
          </a:xfrm>
          <a:prstGeom prst="ellipse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2504BF7C-9496-98F0-D5F2-FFA82AC7D16B}"/>
              </a:ext>
            </a:extLst>
          </p:cNvPr>
          <p:cNvSpPr/>
          <p:nvPr/>
        </p:nvSpPr>
        <p:spPr bwMode="auto">
          <a:xfrm>
            <a:off x="3856993" y="600860"/>
            <a:ext cx="120256" cy="116663"/>
          </a:xfrm>
          <a:prstGeom prst="ellipse">
            <a:avLst/>
          </a:prstGeom>
          <a:solidFill>
            <a:schemeClr val="tx1"/>
          </a:solidFill>
          <a:ln w="254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288205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직사각형 30"/>
          <p:cNvSpPr/>
          <p:nvPr/>
        </p:nvSpPr>
        <p:spPr>
          <a:xfrm>
            <a:off x="6202423" y="3562655"/>
            <a:ext cx="2602496" cy="92935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6202423" y="2575218"/>
            <a:ext cx="2602496" cy="92935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6202423" y="1596081"/>
            <a:ext cx="2602496" cy="92935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990" t="38137" r="39925" b="51645"/>
          <a:stretch/>
        </p:blipFill>
        <p:spPr>
          <a:xfrm>
            <a:off x="172349" y="1934154"/>
            <a:ext cx="5818532" cy="2555717"/>
          </a:xfrm>
          <a:prstGeom prst="rect">
            <a:avLst/>
          </a:prstGeom>
        </p:spPr>
      </p:pic>
      <p:sp>
        <p:nvSpPr>
          <p:cNvPr id="6" name="직사각형 5"/>
          <p:cNvSpPr/>
          <p:nvPr/>
        </p:nvSpPr>
        <p:spPr>
          <a:xfrm>
            <a:off x="3221453" y="3046058"/>
            <a:ext cx="385859" cy="331911"/>
          </a:xfrm>
          <a:prstGeom prst="rect">
            <a:avLst/>
          </a:prstGeom>
          <a:solidFill>
            <a:srgbClr val="FFC000"/>
          </a:solidFill>
          <a:ln w="285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221452" y="3377969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835593" y="3377969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2835593" y="3046058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2835593" y="2714143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3607311" y="3377969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3607311" y="3046058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3607311" y="2714143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3221452" y="2705841"/>
            <a:ext cx="385859" cy="331911"/>
          </a:xfrm>
          <a:prstGeom prst="rect">
            <a:avLst/>
          </a:prstGeom>
          <a:noFill/>
          <a:ln w="28575">
            <a:solidFill>
              <a:srgbClr val="FFFF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2992303" y="26203"/>
            <a:ext cx="6758623" cy="5032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개념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리틀의 법칙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: L = </a:t>
            </a:r>
            <a:r>
              <a:rPr kumimoji="0" lang="el-GR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λⅹ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W =&gt;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평균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100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명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처리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* 0.5(30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분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= 50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명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 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     ☞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공간에 머무른 인원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대기인원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 &lt;=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공간에 일을 보는 인원</a:t>
            </a:r>
            <a:r>
              <a:rPr kumimoji="0" lang="el-GR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ⅹ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평균 대기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처리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시간 </a:t>
            </a:r>
          </a:p>
        </p:txBody>
      </p:sp>
      <p:sp>
        <p:nvSpPr>
          <p:cNvPr id="22" name="설명선 1 21"/>
          <p:cNvSpPr/>
          <p:nvPr/>
        </p:nvSpPr>
        <p:spPr>
          <a:xfrm>
            <a:off x="4367404" y="2066604"/>
            <a:ext cx="3287328" cy="746800"/>
          </a:xfrm>
          <a:prstGeom prst="borderCallout1">
            <a:avLst>
              <a:gd name="adj1" fmla="val 18750"/>
              <a:gd name="adj2" fmla="val -8333"/>
              <a:gd name="adj3" fmla="val 105833"/>
              <a:gd name="adj4" fmla="val -16606"/>
            </a:avLst>
          </a:prstGeom>
          <a:solidFill>
            <a:schemeClr val="bg1"/>
          </a:solidFill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기초자료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해당 그리드와 매칭된 공간정보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룸번호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 =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매장코드수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=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매출정보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= POS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매출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=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시간대별 매출</a:t>
            </a:r>
          </a:p>
        </p:txBody>
      </p:sp>
      <p:sp>
        <p:nvSpPr>
          <p:cNvPr id="23" name="설명선 1 22"/>
          <p:cNvSpPr/>
          <p:nvPr/>
        </p:nvSpPr>
        <p:spPr>
          <a:xfrm>
            <a:off x="4367404" y="2963079"/>
            <a:ext cx="3287328" cy="746800"/>
          </a:xfrm>
          <a:prstGeom prst="borderCallout1">
            <a:avLst>
              <a:gd name="adj1" fmla="val 18750"/>
              <a:gd name="adj2" fmla="val -8333"/>
              <a:gd name="adj3" fmla="val 30278"/>
              <a:gd name="adj4" fmla="val -26121"/>
            </a:avLst>
          </a:prstGeom>
          <a:solidFill>
            <a:schemeClr val="bg1"/>
          </a:solidFill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기초자료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시설수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시설별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처리율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시간대별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대기인원수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대기시간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면적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체크인카운터 배정정보</a:t>
            </a:r>
          </a:p>
        </p:txBody>
      </p:sp>
      <p:sp>
        <p:nvSpPr>
          <p:cNvPr id="24" name="설명선 1 23"/>
          <p:cNvSpPr/>
          <p:nvPr/>
        </p:nvSpPr>
        <p:spPr>
          <a:xfrm>
            <a:off x="36573" y="3543924"/>
            <a:ext cx="2597568" cy="945947"/>
          </a:xfrm>
          <a:prstGeom prst="borderCallout1">
            <a:avLst>
              <a:gd name="adj1" fmla="val 42083"/>
              <a:gd name="adj2" fmla="val 101230"/>
              <a:gd name="adj3" fmla="val -41944"/>
              <a:gd name="adj4" fmla="val 126011"/>
            </a:avLst>
          </a:prstGeom>
          <a:solidFill>
            <a:schemeClr val="bg1"/>
          </a:solidFill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활용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시설별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혼잡율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밀집율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면적대비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흐름율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최대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최소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중간값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평균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분포</a:t>
            </a:r>
          </a:p>
        </p:txBody>
      </p:sp>
      <p:sp>
        <p:nvSpPr>
          <p:cNvPr id="25" name="설명선 1 24"/>
          <p:cNvSpPr/>
          <p:nvPr/>
        </p:nvSpPr>
        <p:spPr>
          <a:xfrm>
            <a:off x="45095" y="2066603"/>
            <a:ext cx="2597568" cy="746800"/>
          </a:xfrm>
          <a:prstGeom prst="borderCallout1">
            <a:avLst>
              <a:gd name="adj1" fmla="val 42083"/>
              <a:gd name="adj2" fmla="val 101230"/>
              <a:gd name="adj3" fmla="val 109168"/>
              <a:gd name="adj4" fmla="val 138409"/>
            </a:avLst>
          </a:prstGeom>
          <a:solidFill>
            <a:schemeClr val="bg1"/>
          </a:solidFill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[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활용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]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시간대별 매출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임대수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대비 매출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국적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/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성별 매출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매출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기여인원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7813236" y="1624979"/>
            <a:ext cx="976676" cy="7105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전체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누적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명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운항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편 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46797" y="2617250"/>
            <a:ext cx="1304675" cy="7105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대기현황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평균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인원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명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분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226346" y="3587910"/>
            <a:ext cx="517477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매출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7" name="직사각형 36"/>
          <p:cNvSpPr/>
          <p:nvPr/>
        </p:nvSpPr>
        <p:spPr>
          <a:xfrm>
            <a:off x="172349" y="4647981"/>
            <a:ext cx="8632570" cy="11639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236820" y="5572328"/>
            <a:ext cx="2961455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 별 변화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그래프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막대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선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,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평균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172349" y="5913516"/>
            <a:ext cx="8632570" cy="77477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 별 변화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그래프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선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8181245" y="529069"/>
            <a:ext cx="612931" cy="24893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엑셀</a:t>
            </a:r>
          </a:p>
        </p:txBody>
      </p:sp>
      <p:sp>
        <p:nvSpPr>
          <p:cNvPr id="46" name="직사각형 45"/>
          <p:cNvSpPr/>
          <p:nvPr/>
        </p:nvSpPr>
        <p:spPr>
          <a:xfrm>
            <a:off x="172350" y="4649530"/>
            <a:ext cx="2869313" cy="27643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 여객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794230" y="3652363"/>
            <a:ext cx="1106350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인당 매출액 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641360" y="3853705"/>
            <a:ext cx="1239076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면적당 매출액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6711304" y="4283990"/>
            <a:ext cx="1486220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매출 기여 인원 수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2" name="직사각형 51"/>
          <p:cNvSpPr/>
          <p:nvPr/>
        </p:nvSpPr>
        <p:spPr>
          <a:xfrm>
            <a:off x="6515068" y="4004085"/>
            <a:ext cx="899074" cy="27643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7569108" y="4156813"/>
            <a:ext cx="899074" cy="13060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cxnSp>
        <p:nvCxnSpPr>
          <p:cNvPr id="55" name="직선 연결선 54"/>
          <p:cNvCxnSpPr/>
          <p:nvPr/>
        </p:nvCxnSpPr>
        <p:spPr>
          <a:xfrm>
            <a:off x="6391249" y="4287417"/>
            <a:ext cx="223430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6641676" y="4026518"/>
            <a:ext cx="688342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식음료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749672" y="4059876"/>
            <a:ext cx="517477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일반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직사각형 58"/>
          <p:cNvSpPr/>
          <p:nvPr/>
        </p:nvSpPr>
        <p:spPr>
          <a:xfrm>
            <a:off x="4489232" y="4649530"/>
            <a:ext cx="2840579" cy="27643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대기 시간</a:t>
            </a:r>
          </a:p>
        </p:txBody>
      </p:sp>
      <p:sp>
        <p:nvSpPr>
          <p:cNvPr id="60" name="직사각형 59"/>
          <p:cNvSpPr/>
          <p:nvPr/>
        </p:nvSpPr>
        <p:spPr>
          <a:xfrm>
            <a:off x="172349" y="5913516"/>
            <a:ext cx="2922678" cy="27643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매출 추이</a:t>
            </a:r>
          </a:p>
        </p:txBody>
      </p:sp>
      <p:sp>
        <p:nvSpPr>
          <p:cNvPr id="61" name="직사각형 60"/>
          <p:cNvSpPr/>
          <p:nvPr/>
        </p:nvSpPr>
        <p:spPr>
          <a:xfrm>
            <a:off x="7407475" y="529069"/>
            <a:ext cx="612931" cy="24893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인쇄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51836" y="4993899"/>
            <a:ext cx="897346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전체 평균</a:t>
            </a:r>
          </a:p>
        </p:txBody>
      </p:sp>
      <p:sp>
        <p:nvSpPr>
          <p:cNvPr id="2" name="설명선 2 1"/>
          <p:cNvSpPr/>
          <p:nvPr/>
        </p:nvSpPr>
        <p:spPr>
          <a:xfrm>
            <a:off x="3990117" y="1522105"/>
            <a:ext cx="3495633" cy="498720"/>
          </a:xfrm>
          <a:prstGeom prst="borderCallout2">
            <a:avLst>
              <a:gd name="adj1" fmla="val 18751"/>
              <a:gd name="adj2" fmla="val -49"/>
              <a:gd name="adj3" fmla="val 18750"/>
              <a:gd name="adj4" fmla="val -16667"/>
              <a:gd name="adj5" fmla="val 238950"/>
              <a:gd name="adj6" fmla="val -29063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맵 상 그리드 크기와 주요 시설과 위치 매칭 필요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임대공간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-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매장코드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744369" y="3859555"/>
            <a:ext cx="2840935" cy="503288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바탕 이미지는 터미널 공간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도면수준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or 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단순 이미지 결정 필요</a:t>
            </a: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50853" y="4654034"/>
            <a:ext cx="22365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1.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디폴트 화면은 전체 대상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6452471" y="4928665"/>
            <a:ext cx="1748619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2.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그리드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클릭시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개별</a:t>
            </a:r>
          </a:p>
        </p:txBody>
      </p:sp>
      <p:cxnSp>
        <p:nvCxnSpPr>
          <p:cNvPr id="9" name="직선 연결선 8"/>
          <p:cNvCxnSpPr>
            <a:stCxn id="37" idx="0"/>
            <a:endCxn id="37" idx="2"/>
          </p:cNvCxnSpPr>
          <p:nvPr/>
        </p:nvCxnSpPr>
        <p:spPr>
          <a:xfrm>
            <a:off x="4488634" y="4647981"/>
            <a:ext cx="0" cy="116399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왼쪽 중괄호 9"/>
          <p:cNvSpPr/>
          <p:nvPr/>
        </p:nvSpPr>
        <p:spPr>
          <a:xfrm flipH="1" flipV="1">
            <a:off x="8894590" y="1614965"/>
            <a:ext cx="180364" cy="2884056"/>
          </a:xfrm>
          <a:prstGeom prst="leftBrac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0" name="왼쪽 중괄호 69"/>
          <p:cNvSpPr/>
          <p:nvPr/>
        </p:nvSpPr>
        <p:spPr>
          <a:xfrm flipH="1" flipV="1">
            <a:off x="8921348" y="4647981"/>
            <a:ext cx="134348" cy="2002472"/>
          </a:xfrm>
          <a:prstGeom prst="leftBrac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202208" y="2629584"/>
            <a:ext cx="64633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일일</a:t>
            </a:r>
            <a:endParaRPr kumimoji="0" lang="en-US" altLang="ko-K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요약</a:t>
            </a:r>
            <a:endParaRPr kumimoji="0" lang="en-US" altLang="ko-K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정보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9221551" y="5326051"/>
            <a:ext cx="64633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추이</a:t>
            </a:r>
            <a:endParaRPr kumimoji="0" lang="en-US" altLang="ko-K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정보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6986" y="140220"/>
            <a:ext cx="274145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□ 여객 시뮬레이션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/</a:t>
            </a: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실적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79955" y="412729"/>
            <a:ext cx="12731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 </a:t>
            </a: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월 </a:t>
            </a: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 </a:t>
            </a: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일</a:t>
            </a:r>
          </a:p>
        </p:txBody>
      </p:sp>
      <p:cxnSp>
        <p:nvCxnSpPr>
          <p:cNvPr id="76" name="직선 화살표 연결선 75"/>
          <p:cNvCxnSpPr>
            <a:endCxn id="78" idx="1"/>
          </p:cNvCxnSpPr>
          <p:nvPr/>
        </p:nvCxnSpPr>
        <p:spPr>
          <a:xfrm flipV="1">
            <a:off x="444674" y="1331628"/>
            <a:ext cx="7804428" cy="28158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8249102" y="1193128"/>
            <a:ext cx="64633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236331" y="1428993"/>
            <a:ext cx="4956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00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930576" y="1351533"/>
            <a:ext cx="4956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24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29933" y="743374"/>
            <a:ext cx="183221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날씨이미지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새벽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4068108" y="692366"/>
            <a:ext cx="19576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날씨이미지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2(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정오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7331987" y="725992"/>
            <a:ext cx="186923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날씨이미지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자정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)</a:t>
            </a: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754706" y="707457"/>
            <a:ext cx="26969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&lt;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시간대별 </a:t>
            </a:r>
            <a:r>
              <a:rPr kumimoji="0" lang="ko-KR" alt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저시정</a:t>
            </a: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발현 표시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&gt;</a:t>
            </a: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6" name="왼쪽 중괄호 85"/>
          <p:cNvSpPr/>
          <p:nvPr/>
        </p:nvSpPr>
        <p:spPr>
          <a:xfrm flipH="1" flipV="1">
            <a:off x="8903716" y="509552"/>
            <a:ext cx="151980" cy="1018299"/>
          </a:xfrm>
          <a:prstGeom prst="leftBrace">
            <a:avLst/>
          </a:prstGeom>
          <a:ln w="158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9138962" y="763228"/>
            <a:ext cx="87716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사용자</a:t>
            </a:r>
            <a:endParaRPr kumimoji="0" lang="en-US" altLang="ko-K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조작</a:t>
            </a:r>
          </a:p>
        </p:txBody>
      </p:sp>
      <p:sp>
        <p:nvSpPr>
          <p:cNvPr id="88" name="직사각형 87"/>
          <p:cNvSpPr/>
          <p:nvPr/>
        </p:nvSpPr>
        <p:spPr>
          <a:xfrm>
            <a:off x="2999959" y="1155920"/>
            <a:ext cx="510982" cy="1809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89" name="직사각형 88"/>
          <p:cNvSpPr/>
          <p:nvPr/>
        </p:nvSpPr>
        <p:spPr>
          <a:xfrm>
            <a:off x="4022766" y="958935"/>
            <a:ext cx="510982" cy="3769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0" name="직사각형 89"/>
          <p:cNvSpPr/>
          <p:nvPr/>
        </p:nvSpPr>
        <p:spPr>
          <a:xfrm>
            <a:off x="4534349" y="1167072"/>
            <a:ext cx="510982" cy="16880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1" name="직사각형 90"/>
          <p:cNvSpPr/>
          <p:nvPr/>
        </p:nvSpPr>
        <p:spPr>
          <a:xfrm>
            <a:off x="3510941" y="1060474"/>
            <a:ext cx="510982" cy="276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2" name="직사각형 91"/>
          <p:cNvSpPr/>
          <p:nvPr/>
        </p:nvSpPr>
        <p:spPr>
          <a:xfrm>
            <a:off x="2489289" y="1154892"/>
            <a:ext cx="510982" cy="1809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3" name="직사각형 92"/>
          <p:cNvSpPr/>
          <p:nvPr/>
        </p:nvSpPr>
        <p:spPr>
          <a:xfrm>
            <a:off x="5045331" y="1167072"/>
            <a:ext cx="510982" cy="16880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77" name="이등변 삼각형 76"/>
          <p:cNvSpPr/>
          <p:nvPr/>
        </p:nvSpPr>
        <p:spPr>
          <a:xfrm>
            <a:off x="4520672" y="1271516"/>
            <a:ext cx="176646" cy="170208"/>
          </a:xfrm>
          <a:prstGeom prst="triangle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4" name="직사각형 93"/>
          <p:cNvSpPr/>
          <p:nvPr/>
        </p:nvSpPr>
        <p:spPr>
          <a:xfrm>
            <a:off x="6622748" y="529069"/>
            <a:ext cx="612931" cy="24893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조회</a:t>
            </a:r>
          </a:p>
        </p:txBody>
      </p:sp>
      <p:sp>
        <p:nvSpPr>
          <p:cNvPr id="95" name="직사각형 94"/>
          <p:cNvSpPr/>
          <p:nvPr/>
        </p:nvSpPr>
        <p:spPr>
          <a:xfrm>
            <a:off x="955344" y="1155816"/>
            <a:ext cx="510982" cy="1809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6" name="직사각형 95"/>
          <p:cNvSpPr/>
          <p:nvPr/>
        </p:nvSpPr>
        <p:spPr>
          <a:xfrm>
            <a:off x="1978151" y="958831"/>
            <a:ext cx="510982" cy="3769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7" name="직사각형 96"/>
          <p:cNvSpPr/>
          <p:nvPr/>
        </p:nvSpPr>
        <p:spPr>
          <a:xfrm>
            <a:off x="1466326" y="1060370"/>
            <a:ext cx="510982" cy="276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99" name="직사각형 98"/>
          <p:cNvSpPr/>
          <p:nvPr/>
        </p:nvSpPr>
        <p:spPr>
          <a:xfrm>
            <a:off x="6063700" y="1163552"/>
            <a:ext cx="510982" cy="1809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100" name="직사각형 99"/>
          <p:cNvSpPr/>
          <p:nvPr/>
        </p:nvSpPr>
        <p:spPr>
          <a:xfrm>
            <a:off x="7086507" y="966567"/>
            <a:ext cx="510982" cy="37694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101" name="직사각형 100"/>
          <p:cNvSpPr/>
          <p:nvPr/>
        </p:nvSpPr>
        <p:spPr>
          <a:xfrm>
            <a:off x="6574682" y="1068106"/>
            <a:ext cx="510982" cy="27643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102" name="직사각형 101"/>
          <p:cNvSpPr/>
          <p:nvPr/>
        </p:nvSpPr>
        <p:spPr>
          <a:xfrm>
            <a:off x="5553030" y="1162524"/>
            <a:ext cx="510982" cy="1809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103" name="직사각형 102"/>
          <p:cNvSpPr/>
          <p:nvPr/>
        </p:nvSpPr>
        <p:spPr>
          <a:xfrm>
            <a:off x="7604735" y="1178968"/>
            <a:ext cx="510982" cy="16453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여객수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4451670" y="4955251"/>
            <a:ext cx="897346" cy="2960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전체 평균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6424905" y="5180317"/>
            <a:ext cx="363182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3.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시뮬레이션 조회 시 </a:t>
            </a:r>
            <a:r>
              <a:rPr kumimoji="0" lang="en-US" altLang="ko-KR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Xovis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실측정보와</a:t>
            </a: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 비교</a:t>
            </a:r>
            <a:endParaRPr kumimoji="0" lang="en-US" altLang="ko-KR" sz="1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6" name="직사각형 105"/>
          <p:cNvSpPr/>
          <p:nvPr/>
        </p:nvSpPr>
        <p:spPr>
          <a:xfrm>
            <a:off x="1699559" y="461728"/>
            <a:ext cx="612931" cy="24893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설정</a:t>
            </a:r>
          </a:p>
        </p:txBody>
      </p:sp>
      <p:sp>
        <p:nvSpPr>
          <p:cNvPr id="107" name="직사각형 106"/>
          <p:cNvSpPr/>
          <p:nvPr/>
        </p:nvSpPr>
        <p:spPr>
          <a:xfrm>
            <a:off x="2376350" y="461728"/>
            <a:ext cx="612931" cy="24893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rPr>
              <a:t>당일</a:t>
            </a:r>
          </a:p>
        </p:txBody>
      </p:sp>
    </p:spTree>
    <p:extLst>
      <p:ext uri="{BB962C8B-B14F-4D97-AF65-F5344CB8AC3E}">
        <p14:creationId xmlns:p14="http://schemas.microsoft.com/office/powerpoint/2010/main" val="258285665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51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시설물 매핑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388F3E6D-C798-3D10-6059-9309371D3B4F}"/>
              </a:ext>
            </a:extLst>
          </p:cNvPr>
          <p:cNvGraphicFramePr>
            <a:graphicFrameLocks noGrp="1"/>
          </p:cNvGraphicFramePr>
          <p:nvPr/>
        </p:nvGraphicFramePr>
        <p:xfrm>
          <a:off x="289191" y="1324521"/>
          <a:ext cx="4453268" cy="2279845"/>
        </p:xfrm>
        <a:graphic>
          <a:graphicData uri="http://schemas.openxmlformats.org/drawingml/2006/table">
            <a:tbl>
              <a:tblPr/>
              <a:tblGrid>
                <a:gridCol w="331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7930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489517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489517">
                  <a:extLst>
                    <a:ext uri="{9D8B030D-6E8A-4147-A177-3AD203B41FA5}">
                      <a16:colId xmlns:a16="http://schemas.microsoft.com/office/drawing/2014/main" val="1241211021"/>
                    </a:ext>
                  </a:extLst>
                </a:gridCol>
                <a:gridCol w="609594">
                  <a:extLst>
                    <a:ext uri="{9D8B030D-6E8A-4147-A177-3AD203B41FA5}">
                      <a16:colId xmlns:a16="http://schemas.microsoft.com/office/drawing/2014/main" val="2516290256"/>
                    </a:ext>
                  </a:extLst>
                </a:gridCol>
                <a:gridCol w="202206">
                  <a:extLst>
                    <a:ext uri="{9D8B030D-6E8A-4147-A177-3AD203B41FA5}">
                      <a16:colId xmlns:a16="http://schemas.microsoft.com/office/drawing/2014/main" val="4292953453"/>
                    </a:ext>
                  </a:extLst>
                </a:gridCol>
                <a:gridCol w="330408">
                  <a:extLst>
                    <a:ext uri="{9D8B030D-6E8A-4147-A177-3AD203B41FA5}">
                      <a16:colId xmlns:a16="http://schemas.microsoft.com/office/drawing/2014/main" val="2725441943"/>
                    </a:ext>
                  </a:extLst>
                </a:gridCol>
                <a:gridCol w="295196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652689">
                  <a:extLst>
                    <a:ext uri="{9D8B030D-6E8A-4147-A177-3AD203B41FA5}">
                      <a16:colId xmlns:a16="http://schemas.microsoft.com/office/drawing/2014/main" val="2380843586"/>
                    </a:ext>
                  </a:extLst>
                </a:gridCol>
                <a:gridCol w="312961">
                  <a:extLst>
                    <a:ext uri="{9D8B030D-6E8A-4147-A177-3AD203B41FA5}">
                      <a16:colId xmlns:a16="http://schemas.microsoft.com/office/drawing/2014/main" val="4067901605"/>
                    </a:ext>
                  </a:extLst>
                </a:gridCol>
                <a:gridCol w="331715">
                  <a:extLst>
                    <a:ext uri="{9D8B030D-6E8A-4147-A177-3AD203B41FA5}">
                      <a16:colId xmlns:a16="http://schemas.microsoft.com/office/drawing/2014/main" val="2072010168"/>
                    </a:ext>
                  </a:extLst>
                </a:gridCol>
              </a:tblGrid>
              <a:tr h="53025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전체선택</a:t>
                      </a:r>
                      <a:endParaRPr kumimoji="1" lang="en-US" altLang="ko-KR" sz="8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시설명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시설구분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층정보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X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Y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반영일자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변경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X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변경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Y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746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약국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상업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u="none" dirty="0"/>
                        <a:t>25-01-01</a:t>
                      </a:r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u="none" dirty="0"/>
                        <a:t>1</a:t>
                      </a:r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u="none" dirty="0"/>
                        <a:t>3</a:t>
                      </a:r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746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환전소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상업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/>
                        <a:t>25-01-01</a:t>
                      </a:r>
                      <a:endParaRPr lang="ko-KR" altLang="en-US" sz="800" b="0" u="none" dirty="0"/>
                    </a:p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337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상업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483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광고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645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광고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FCEC05FC-C53D-431B-30E0-F5D27381E604}"/>
              </a:ext>
            </a:extLst>
          </p:cNvPr>
          <p:cNvGrpSpPr/>
          <p:nvPr/>
        </p:nvGrpSpPr>
        <p:grpSpPr>
          <a:xfrm>
            <a:off x="3968575" y="3818549"/>
            <a:ext cx="773884" cy="268517"/>
            <a:chOff x="2706510" y="2380735"/>
            <a:chExt cx="773884" cy="268517"/>
          </a:xfrm>
        </p:grpSpPr>
        <p:sp>
          <p:nvSpPr>
            <p:cNvPr id="151" name="AutoShape 55">
              <a:extLst>
                <a:ext uri="{FF2B5EF4-FFF2-40B4-BE49-F238E27FC236}">
                  <a16:creationId xmlns:a16="http://schemas.microsoft.com/office/drawing/2014/main" id="{0FCD18A4-AA69-7DED-B8BB-A077242E6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" name="Excel">
              <a:extLst>
                <a:ext uri="{FF2B5EF4-FFF2-40B4-BE49-F238E27FC236}">
                  <a16:creationId xmlns:a16="http://schemas.microsoft.com/office/drawing/2014/main" id="{F1E60C01-1F31-A390-A88B-A85FBDB8FA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" name="AutoShape 55">
            <a:extLst>
              <a:ext uri="{FF2B5EF4-FFF2-40B4-BE49-F238E27FC236}">
                <a16:creationId xmlns:a16="http://schemas.microsoft.com/office/drawing/2014/main" id="{E14ABEB7-50F9-F468-6D3B-A7C63787E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5" y="1020189"/>
            <a:ext cx="1522250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1. </a:t>
            </a:r>
            <a:r>
              <a:rPr kumimoji="0"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홈페이지 시설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49068" y="3462244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49068" y="2007477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49068" y="2389753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24842" y="3060339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61" name="AutoShape 55">
            <a:extLst>
              <a:ext uri="{FF2B5EF4-FFF2-40B4-BE49-F238E27FC236}">
                <a16:creationId xmlns:a16="http://schemas.microsoft.com/office/drawing/2014/main" id="{E14ABEB7-50F9-F468-6D3B-A7C63787E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673" y="3781025"/>
            <a:ext cx="1522250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2. CAST</a:t>
            </a:r>
            <a:r>
              <a:rPr kumimoji="0"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시설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6DA0C399-6556-3348-ACB7-4124891F0D9E}"/>
              </a:ext>
            </a:extLst>
          </p:cNvPr>
          <p:cNvGrpSpPr/>
          <p:nvPr/>
        </p:nvGrpSpPr>
        <p:grpSpPr>
          <a:xfrm>
            <a:off x="3329544" y="744884"/>
            <a:ext cx="594348" cy="215820"/>
            <a:chOff x="2941228" y="5138388"/>
            <a:chExt cx="594348" cy="283906"/>
          </a:xfrm>
        </p:grpSpPr>
        <p:sp>
          <p:nvSpPr>
            <p:cNvPr id="63" name="AutoShape 55">
              <a:extLst>
                <a:ext uri="{FF2B5EF4-FFF2-40B4-BE49-F238E27FC236}">
                  <a16:creationId xmlns:a16="http://schemas.microsoft.com/office/drawing/2014/main" id="{099099C8-63AE-431E-7735-8FE10754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4" name="Search">
              <a:extLst>
                <a:ext uri="{FF2B5EF4-FFF2-40B4-BE49-F238E27FC236}">
                  <a16:creationId xmlns:a16="http://schemas.microsoft.com/office/drawing/2014/main" id="{9F3D5835-8253-693D-0CAC-18BA8EE9DD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7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1817" y="744884"/>
            <a:ext cx="661358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시설구분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AutoShape 89">
            <a:extLst>
              <a:ext uri="{FF2B5EF4-FFF2-40B4-BE49-F238E27FC236}">
                <a16:creationId xmlns:a16="http://schemas.microsoft.com/office/drawing/2014/main" id="{AAD6DCEF-C5FF-B92D-ACA6-44064114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4967" y="704552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69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3807" y="744884"/>
            <a:ext cx="454073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</a:p>
        </p:txBody>
      </p:sp>
      <p:sp>
        <p:nvSpPr>
          <p:cNvPr id="71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0948" y="744884"/>
            <a:ext cx="698286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3374" y="3676380"/>
            <a:ext cx="454073" cy="38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&lt;&lt;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위치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88F3E6D-C798-3D10-6059-9309371D3B4F}"/>
              </a:ext>
            </a:extLst>
          </p:cNvPr>
          <p:cNvGraphicFramePr>
            <a:graphicFrameLocks noGrp="1"/>
          </p:cNvGraphicFramePr>
          <p:nvPr/>
        </p:nvGraphicFramePr>
        <p:xfrm>
          <a:off x="292426" y="4160175"/>
          <a:ext cx="4462040" cy="2618030"/>
        </p:xfrm>
        <a:graphic>
          <a:graphicData uri="http://schemas.openxmlformats.org/drawingml/2006/table">
            <a:tbl>
              <a:tblPr/>
              <a:tblGrid>
                <a:gridCol w="373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0512">
                  <a:extLst>
                    <a:ext uri="{9D8B030D-6E8A-4147-A177-3AD203B41FA5}">
                      <a16:colId xmlns:a16="http://schemas.microsoft.com/office/drawing/2014/main" val="2416678704"/>
                    </a:ext>
                  </a:extLst>
                </a:gridCol>
                <a:gridCol w="383515">
                  <a:extLst>
                    <a:ext uri="{9D8B030D-6E8A-4147-A177-3AD203B41FA5}">
                      <a16:colId xmlns:a16="http://schemas.microsoft.com/office/drawing/2014/main" val="2516290256"/>
                    </a:ext>
                  </a:extLst>
                </a:gridCol>
                <a:gridCol w="206936">
                  <a:extLst>
                    <a:ext uri="{9D8B030D-6E8A-4147-A177-3AD203B41FA5}">
                      <a16:colId xmlns:a16="http://schemas.microsoft.com/office/drawing/2014/main" val="1184609809"/>
                    </a:ext>
                  </a:extLst>
                </a:gridCol>
                <a:gridCol w="299093">
                  <a:extLst>
                    <a:ext uri="{9D8B030D-6E8A-4147-A177-3AD203B41FA5}">
                      <a16:colId xmlns:a16="http://schemas.microsoft.com/office/drawing/2014/main" val="4248321696"/>
                    </a:ext>
                  </a:extLst>
                </a:gridCol>
                <a:gridCol w="299093">
                  <a:extLst>
                    <a:ext uri="{9D8B030D-6E8A-4147-A177-3AD203B41FA5}">
                      <a16:colId xmlns:a16="http://schemas.microsoft.com/office/drawing/2014/main" val="1186895353"/>
                    </a:ext>
                  </a:extLst>
                </a:gridCol>
                <a:gridCol w="205880">
                  <a:extLst>
                    <a:ext uri="{9D8B030D-6E8A-4147-A177-3AD203B41FA5}">
                      <a16:colId xmlns:a16="http://schemas.microsoft.com/office/drawing/2014/main" val="3707318651"/>
                    </a:ext>
                  </a:extLst>
                </a:gridCol>
                <a:gridCol w="257350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538001">
                  <a:extLst>
                    <a:ext uri="{9D8B030D-6E8A-4147-A177-3AD203B41FA5}">
                      <a16:colId xmlns:a16="http://schemas.microsoft.com/office/drawing/2014/main" val="2380843586"/>
                    </a:ext>
                  </a:extLst>
                </a:gridCol>
                <a:gridCol w="362676">
                  <a:extLst>
                    <a:ext uri="{9D8B030D-6E8A-4147-A177-3AD203B41FA5}">
                      <a16:colId xmlns:a16="http://schemas.microsoft.com/office/drawing/2014/main" val="3174377383"/>
                    </a:ext>
                  </a:extLst>
                </a:gridCol>
                <a:gridCol w="281662">
                  <a:extLst>
                    <a:ext uri="{9D8B030D-6E8A-4147-A177-3AD203B41FA5}">
                      <a16:colId xmlns:a16="http://schemas.microsoft.com/office/drawing/2014/main" val="2526608576"/>
                    </a:ext>
                  </a:extLst>
                </a:gridCol>
                <a:gridCol w="337995">
                  <a:extLst>
                    <a:ext uri="{9D8B030D-6E8A-4147-A177-3AD203B41FA5}">
                      <a16:colId xmlns:a16="http://schemas.microsoft.com/office/drawing/2014/main" val="3925489148"/>
                    </a:ext>
                  </a:extLst>
                </a:gridCol>
                <a:gridCol w="337995">
                  <a:extLst>
                    <a:ext uri="{9D8B030D-6E8A-4147-A177-3AD203B41FA5}">
                      <a16:colId xmlns:a16="http://schemas.microsoft.com/office/drawing/2014/main" val="1455972008"/>
                    </a:ext>
                  </a:extLst>
                </a:gridCol>
                <a:gridCol w="337995">
                  <a:extLst>
                    <a:ext uri="{9D8B030D-6E8A-4147-A177-3AD203B41FA5}">
                      <a16:colId xmlns:a16="http://schemas.microsoft.com/office/drawing/2014/main" val="5657949"/>
                    </a:ext>
                  </a:extLst>
                </a:gridCol>
              </a:tblGrid>
              <a:tr h="4524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전체선택</a:t>
                      </a:r>
                      <a:endParaRPr kumimoji="1" lang="en-US" altLang="ko-KR" sz="8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반영상태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홈페이지시설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홈페이지시설명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층정보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X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Y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반영일자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 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시설구분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시설명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층정보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419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연결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약국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/>
                        <a:t>25-01-01</a:t>
                      </a:r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상업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A1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약국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59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연결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환전소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/>
                        <a:t>25-01-01</a:t>
                      </a:r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상업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환전소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59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u="none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상업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A3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2426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A4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광고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910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광고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5" name="직사각형 74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79630" y="6091799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79630" y="5324576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80187" y="5666658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79630" y="6505751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FCEC05FC-C53D-431B-30E0-F5D27381E604}"/>
              </a:ext>
            </a:extLst>
          </p:cNvPr>
          <p:cNvGrpSpPr/>
          <p:nvPr/>
        </p:nvGrpSpPr>
        <p:grpSpPr>
          <a:xfrm>
            <a:off x="3998732" y="1023880"/>
            <a:ext cx="773884" cy="268517"/>
            <a:chOff x="2706510" y="2380735"/>
            <a:chExt cx="773884" cy="268517"/>
          </a:xfrm>
        </p:grpSpPr>
        <p:sp>
          <p:nvSpPr>
            <p:cNvPr id="43" name="AutoShape 55">
              <a:extLst>
                <a:ext uri="{FF2B5EF4-FFF2-40B4-BE49-F238E27FC236}">
                  <a16:creationId xmlns:a16="http://schemas.microsoft.com/office/drawing/2014/main" id="{0FCD18A4-AA69-7DED-B8BB-A077242E6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Excel">
              <a:extLst>
                <a:ext uri="{FF2B5EF4-FFF2-40B4-BE49-F238E27FC236}">
                  <a16:creationId xmlns:a16="http://schemas.microsoft.com/office/drawing/2014/main" id="{F1E60C01-1F31-A390-A88B-A85FBDB8FA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5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9123" y="3693772"/>
            <a:ext cx="454073" cy="32965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대상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&gt;&gt;</a:t>
            </a:r>
          </a:p>
        </p:txBody>
      </p:sp>
      <p:sp>
        <p:nvSpPr>
          <p:cNvPr id="46" name="AutoShape 89">
            <a:extLst>
              <a:ext uri="{FF2B5EF4-FFF2-40B4-BE49-F238E27FC236}">
                <a16:creationId xmlns:a16="http://schemas.microsoft.com/office/drawing/2014/main" id="{5FDCA0A3-1F31-2B87-C2AC-4DB58F92A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199" y="1903443"/>
            <a:ext cx="259200" cy="233776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49068" y="1678710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79630" y="4872072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1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0109" y="3693772"/>
            <a:ext cx="454073" cy="37199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위치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적용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&gt;&gt;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349068" y="2696428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53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21" y="736738"/>
            <a:ext cx="661358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CAST</a:t>
            </a:r>
          </a:p>
        </p:txBody>
      </p:sp>
      <p:sp>
        <p:nvSpPr>
          <p:cNvPr id="60" name="AutoShape 89">
            <a:extLst>
              <a:ext uri="{FF2B5EF4-FFF2-40B4-BE49-F238E27FC236}">
                <a16:creationId xmlns:a16="http://schemas.microsoft.com/office/drawing/2014/main" id="{AAD6DCEF-C5FF-B92D-ACA6-44064114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0171" y="69640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70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21" y="471491"/>
            <a:ext cx="661358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홈페이지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AutoShape 55">
            <a:extLst>
              <a:ext uri="{FF2B5EF4-FFF2-40B4-BE49-F238E27FC236}">
                <a16:creationId xmlns:a16="http://schemas.microsoft.com/office/drawing/2014/main" id="{E14ABEB7-50F9-F468-6D3B-A7C63787E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4466" y="1012743"/>
            <a:ext cx="1522250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지도 </a:t>
            </a:r>
            <a:r>
              <a:rPr kumimoji="0" lang="ko-KR" altLang="en-US" sz="120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매핑결과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388F3E6D-C798-3D10-6059-9309371D3B4F}"/>
              </a:ext>
            </a:extLst>
          </p:cNvPr>
          <p:cNvGraphicFramePr>
            <a:graphicFrameLocks noGrp="1"/>
          </p:cNvGraphicFramePr>
          <p:nvPr/>
        </p:nvGraphicFramePr>
        <p:xfrm>
          <a:off x="5073254" y="3930688"/>
          <a:ext cx="4832746" cy="2692623"/>
        </p:xfrm>
        <a:graphic>
          <a:graphicData uri="http://schemas.openxmlformats.org/drawingml/2006/table">
            <a:tbl>
              <a:tblPr/>
              <a:tblGrid>
                <a:gridCol w="3006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2274">
                  <a:extLst>
                    <a:ext uri="{9D8B030D-6E8A-4147-A177-3AD203B41FA5}">
                      <a16:colId xmlns:a16="http://schemas.microsoft.com/office/drawing/2014/main" val="2416678704"/>
                    </a:ext>
                  </a:extLst>
                </a:gridCol>
                <a:gridCol w="489392">
                  <a:extLst>
                    <a:ext uri="{9D8B030D-6E8A-4147-A177-3AD203B41FA5}">
                      <a16:colId xmlns:a16="http://schemas.microsoft.com/office/drawing/2014/main" val="4066668330"/>
                    </a:ext>
                  </a:extLst>
                </a:gridCol>
                <a:gridCol w="305870">
                  <a:extLst>
                    <a:ext uri="{9D8B030D-6E8A-4147-A177-3AD203B41FA5}">
                      <a16:colId xmlns:a16="http://schemas.microsoft.com/office/drawing/2014/main" val="2516290256"/>
                    </a:ext>
                  </a:extLst>
                </a:gridCol>
                <a:gridCol w="305870">
                  <a:extLst>
                    <a:ext uri="{9D8B030D-6E8A-4147-A177-3AD203B41FA5}">
                      <a16:colId xmlns:a16="http://schemas.microsoft.com/office/drawing/2014/main" val="1184609809"/>
                    </a:ext>
                  </a:extLst>
                </a:gridCol>
                <a:gridCol w="305870">
                  <a:extLst>
                    <a:ext uri="{9D8B030D-6E8A-4147-A177-3AD203B41FA5}">
                      <a16:colId xmlns:a16="http://schemas.microsoft.com/office/drawing/2014/main" val="4248321696"/>
                    </a:ext>
                  </a:extLst>
                </a:gridCol>
                <a:gridCol w="367044">
                  <a:extLst>
                    <a:ext uri="{9D8B030D-6E8A-4147-A177-3AD203B41FA5}">
                      <a16:colId xmlns:a16="http://schemas.microsoft.com/office/drawing/2014/main" val="1186895353"/>
                    </a:ext>
                  </a:extLst>
                </a:gridCol>
                <a:gridCol w="367044">
                  <a:extLst>
                    <a:ext uri="{9D8B030D-6E8A-4147-A177-3AD203B41FA5}">
                      <a16:colId xmlns:a16="http://schemas.microsoft.com/office/drawing/2014/main" val="3707318651"/>
                    </a:ext>
                  </a:extLst>
                </a:gridCol>
                <a:gridCol w="367044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367044">
                  <a:extLst>
                    <a:ext uri="{9D8B030D-6E8A-4147-A177-3AD203B41FA5}">
                      <a16:colId xmlns:a16="http://schemas.microsoft.com/office/drawing/2014/main" val="2380843586"/>
                    </a:ext>
                  </a:extLst>
                </a:gridCol>
                <a:gridCol w="244696">
                  <a:extLst>
                    <a:ext uri="{9D8B030D-6E8A-4147-A177-3AD203B41FA5}">
                      <a16:colId xmlns:a16="http://schemas.microsoft.com/office/drawing/2014/main" val="3174377383"/>
                    </a:ext>
                  </a:extLst>
                </a:gridCol>
                <a:gridCol w="305870">
                  <a:extLst>
                    <a:ext uri="{9D8B030D-6E8A-4147-A177-3AD203B41FA5}">
                      <a16:colId xmlns:a16="http://schemas.microsoft.com/office/drawing/2014/main" val="2526608576"/>
                    </a:ext>
                  </a:extLst>
                </a:gridCol>
                <a:gridCol w="244696">
                  <a:extLst>
                    <a:ext uri="{9D8B030D-6E8A-4147-A177-3AD203B41FA5}">
                      <a16:colId xmlns:a16="http://schemas.microsoft.com/office/drawing/2014/main" val="3925489148"/>
                    </a:ext>
                  </a:extLst>
                </a:gridCol>
                <a:gridCol w="244696">
                  <a:extLst>
                    <a:ext uri="{9D8B030D-6E8A-4147-A177-3AD203B41FA5}">
                      <a16:colId xmlns:a16="http://schemas.microsoft.com/office/drawing/2014/main" val="1455972008"/>
                    </a:ext>
                  </a:extLst>
                </a:gridCol>
                <a:gridCol w="244696">
                  <a:extLst>
                    <a:ext uri="{9D8B030D-6E8A-4147-A177-3AD203B41FA5}">
                      <a16:colId xmlns:a16="http://schemas.microsoft.com/office/drawing/2014/main" val="5657949"/>
                    </a:ext>
                  </a:extLst>
                </a:gridCol>
              </a:tblGrid>
              <a:tr h="50934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선택</a:t>
                      </a:r>
                      <a:endParaRPr kumimoji="1" lang="en-US" altLang="ko-KR" sz="8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적용일자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그리드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번호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시작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종료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세부</a:t>
                      </a:r>
                      <a:endParaRPr lang="en-US" altLang="ko-KR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시설명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시설구분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층정보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층정보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X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Y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486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24-01-01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1A1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37.456386178439715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	126.44542582609196</a:t>
                      </a:r>
                    </a:p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A1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약국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ko-KR" altLang="en-US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상업</a:t>
                      </a: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49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24-01-01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1A1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환전소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상업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P01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F3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49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24-01-01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1A2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49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24-01-01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1A3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0494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24-01-01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2A1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99" name="그룹 98">
            <a:extLst>
              <a:ext uri="{FF2B5EF4-FFF2-40B4-BE49-F238E27FC236}">
                <a16:creationId xmlns:a16="http://schemas.microsoft.com/office/drawing/2014/main" id="{FCEC05FC-C53D-431B-30E0-F5D27381E604}"/>
              </a:ext>
            </a:extLst>
          </p:cNvPr>
          <p:cNvGrpSpPr/>
          <p:nvPr/>
        </p:nvGrpSpPr>
        <p:grpSpPr>
          <a:xfrm>
            <a:off x="9132116" y="3142342"/>
            <a:ext cx="773884" cy="268517"/>
            <a:chOff x="2706510" y="2380735"/>
            <a:chExt cx="773884" cy="268517"/>
          </a:xfrm>
        </p:grpSpPr>
        <p:sp>
          <p:nvSpPr>
            <p:cNvPr id="100" name="AutoShape 55">
              <a:extLst>
                <a:ext uri="{FF2B5EF4-FFF2-40B4-BE49-F238E27FC236}">
                  <a16:creationId xmlns:a16="http://schemas.microsoft.com/office/drawing/2014/main" id="{0FCD18A4-AA69-7DED-B8BB-A077242E6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1" name="Excel">
              <a:extLst>
                <a:ext uri="{FF2B5EF4-FFF2-40B4-BE49-F238E27FC236}">
                  <a16:creationId xmlns:a16="http://schemas.microsoft.com/office/drawing/2014/main" id="{F1E60C01-1F31-A390-A88B-A85FBDB8FA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6DA0C399-6556-3348-ACB7-4124891F0D9E}"/>
              </a:ext>
            </a:extLst>
          </p:cNvPr>
          <p:cNvGrpSpPr/>
          <p:nvPr/>
        </p:nvGrpSpPr>
        <p:grpSpPr>
          <a:xfrm>
            <a:off x="7665820" y="3176838"/>
            <a:ext cx="473007" cy="215820"/>
            <a:chOff x="2941228" y="5138388"/>
            <a:chExt cx="594348" cy="283906"/>
          </a:xfrm>
        </p:grpSpPr>
        <p:sp>
          <p:nvSpPr>
            <p:cNvPr id="103" name="AutoShape 55">
              <a:extLst>
                <a:ext uri="{FF2B5EF4-FFF2-40B4-BE49-F238E27FC236}">
                  <a16:creationId xmlns:a16="http://schemas.microsoft.com/office/drawing/2014/main" id="{099099C8-63AE-431E-7735-8FE10754C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228" y="5138388"/>
              <a:ext cx="594348" cy="28390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</a:t>
              </a:r>
              <a:endPara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4" name="Search">
              <a:extLst>
                <a:ext uri="{FF2B5EF4-FFF2-40B4-BE49-F238E27FC236}">
                  <a16:creationId xmlns:a16="http://schemas.microsoft.com/office/drawing/2014/main" id="{9F3D5835-8253-693D-0CAC-18BA8EE9DD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23211" y="5210988"/>
              <a:ext cx="135623" cy="138706"/>
            </a:xfrm>
            <a:custGeom>
              <a:avLst/>
              <a:gdLst>
                <a:gd name="T0" fmla="*/ 227 w 572"/>
                <a:gd name="T1" fmla="*/ 0 h 585"/>
                <a:gd name="T2" fmla="*/ 0 w 572"/>
                <a:gd name="T3" fmla="*/ 227 h 585"/>
                <a:gd name="T4" fmla="*/ 227 w 572"/>
                <a:gd name="T5" fmla="*/ 453 h 585"/>
                <a:gd name="T6" fmla="*/ 359 w 572"/>
                <a:gd name="T7" fmla="*/ 410 h 585"/>
                <a:gd name="T8" fmla="*/ 535 w 572"/>
                <a:gd name="T9" fmla="*/ 585 h 585"/>
                <a:gd name="T10" fmla="*/ 572 w 572"/>
                <a:gd name="T11" fmla="*/ 548 h 585"/>
                <a:gd name="T12" fmla="*/ 399 w 572"/>
                <a:gd name="T13" fmla="*/ 374 h 585"/>
                <a:gd name="T14" fmla="*/ 454 w 572"/>
                <a:gd name="T15" fmla="*/ 227 h 585"/>
                <a:gd name="T16" fmla="*/ 227 w 572"/>
                <a:gd name="T17" fmla="*/ 0 h 585"/>
                <a:gd name="T18" fmla="*/ 227 w 572"/>
                <a:gd name="T19" fmla="*/ 27 h 585"/>
                <a:gd name="T20" fmla="*/ 427 w 572"/>
                <a:gd name="T21" fmla="*/ 227 h 585"/>
                <a:gd name="T22" fmla="*/ 227 w 572"/>
                <a:gd name="T23" fmla="*/ 427 h 585"/>
                <a:gd name="T24" fmla="*/ 27 w 572"/>
                <a:gd name="T25" fmla="*/ 227 h 585"/>
                <a:gd name="T26" fmla="*/ 227 w 572"/>
                <a:gd name="T27" fmla="*/ 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2" h="585">
                  <a:moveTo>
                    <a:pt x="227" y="0"/>
                  </a:moveTo>
                  <a:cubicBezTo>
                    <a:pt x="102" y="0"/>
                    <a:pt x="0" y="102"/>
                    <a:pt x="0" y="227"/>
                  </a:cubicBezTo>
                  <a:cubicBezTo>
                    <a:pt x="0" y="352"/>
                    <a:pt x="102" y="453"/>
                    <a:pt x="227" y="453"/>
                  </a:cubicBezTo>
                  <a:cubicBezTo>
                    <a:pt x="276" y="453"/>
                    <a:pt x="322" y="437"/>
                    <a:pt x="359" y="410"/>
                  </a:cubicBezTo>
                  <a:lnTo>
                    <a:pt x="535" y="585"/>
                  </a:lnTo>
                  <a:lnTo>
                    <a:pt x="572" y="548"/>
                  </a:lnTo>
                  <a:lnTo>
                    <a:pt x="399" y="374"/>
                  </a:lnTo>
                  <a:cubicBezTo>
                    <a:pt x="433" y="335"/>
                    <a:pt x="454" y="283"/>
                    <a:pt x="454" y="227"/>
                  </a:cubicBezTo>
                  <a:cubicBezTo>
                    <a:pt x="454" y="102"/>
                    <a:pt x="352" y="0"/>
                    <a:pt x="227" y="0"/>
                  </a:cubicBezTo>
                  <a:close/>
                  <a:moveTo>
                    <a:pt x="227" y="27"/>
                  </a:moveTo>
                  <a:cubicBezTo>
                    <a:pt x="338" y="27"/>
                    <a:pt x="427" y="116"/>
                    <a:pt x="427" y="227"/>
                  </a:cubicBezTo>
                  <a:cubicBezTo>
                    <a:pt x="427" y="337"/>
                    <a:pt x="338" y="427"/>
                    <a:pt x="227" y="427"/>
                  </a:cubicBezTo>
                  <a:cubicBezTo>
                    <a:pt x="116" y="427"/>
                    <a:pt x="27" y="337"/>
                    <a:pt x="27" y="227"/>
                  </a:cubicBezTo>
                  <a:cubicBezTo>
                    <a:pt x="27" y="116"/>
                    <a:pt x="116" y="27"/>
                    <a:pt x="227" y="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74295" tIns="37148" rIns="74295" bIns="37148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31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5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3011" y="3176838"/>
            <a:ext cx="661358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시설구분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AutoShape 89">
            <a:extLst>
              <a:ext uri="{FF2B5EF4-FFF2-40B4-BE49-F238E27FC236}">
                <a16:creationId xmlns:a16="http://schemas.microsoft.com/office/drawing/2014/main" id="{AAD6DCEF-C5FF-B92D-ACA6-44064114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6161" y="3136506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07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5001" y="3176838"/>
            <a:ext cx="454073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시설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ID</a:t>
            </a:r>
          </a:p>
        </p:txBody>
      </p:sp>
      <p:sp>
        <p:nvSpPr>
          <p:cNvPr id="108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7224" y="3176838"/>
            <a:ext cx="698286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9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215" y="3168692"/>
            <a:ext cx="661358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그리드번호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" name="AutoShape 89">
            <a:extLst>
              <a:ext uri="{FF2B5EF4-FFF2-40B4-BE49-F238E27FC236}">
                <a16:creationId xmlns:a16="http://schemas.microsoft.com/office/drawing/2014/main" id="{AAD6DCEF-C5FF-B92D-ACA6-44064114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365" y="3128360"/>
            <a:ext cx="259200" cy="259200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r"/>
            <a:r>
              <a:rPr lang="en-US" altLang="ko-KR" sz="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cxnSp>
        <p:nvCxnSpPr>
          <p:cNvPr id="4" name="직선 연결선 3"/>
          <p:cNvCxnSpPr/>
          <p:nvPr/>
        </p:nvCxnSpPr>
        <p:spPr bwMode="auto">
          <a:xfrm>
            <a:off x="4904542" y="1116996"/>
            <a:ext cx="30920" cy="5348739"/>
          </a:xfrm>
          <a:prstGeom prst="line">
            <a:avLst/>
          </a:prstGeom>
          <a:solidFill>
            <a:srgbClr val="EAEAEA"/>
          </a:solidFill>
          <a:ln w="9525" cap="flat" cmpd="sng" algn="ctr">
            <a:solidFill>
              <a:schemeClr val="accent4"/>
            </a:solidFill>
            <a:prstDash val="solid"/>
            <a:round/>
            <a:headEnd type="none" w="med" len="med"/>
            <a:tailEnd type="none"/>
          </a:ln>
          <a:effectLst/>
        </p:spPr>
      </p:cxnSp>
      <p:sp>
        <p:nvSpPr>
          <p:cNvPr id="6" name="직사각형 5"/>
          <p:cNvSpPr/>
          <p:nvPr/>
        </p:nvSpPr>
        <p:spPr bwMode="auto">
          <a:xfrm>
            <a:off x="6997352" y="602984"/>
            <a:ext cx="2405120" cy="409759"/>
          </a:xfrm>
          <a:prstGeom prst="rect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ko-KR" altLang="en-US" sz="2400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추가화면</a:t>
            </a:r>
            <a:endParaRPr kumimoji="1" lang="ko-KR" altLang="en-US" sz="24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111" name="표 110">
            <a:extLst>
              <a:ext uri="{FF2B5EF4-FFF2-40B4-BE49-F238E27FC236}">
                <a16:creationId xmlns:a16="http://schemas.microsoft.com/office/drawing/2014/main" id="{388F3E6D-C798-3D10-6059-9309371D3B4F}"/>
              </a:ext>
            </a:extLst>
          </p:cNvPr>
          <p:cNvGraphicFramePr>
            <a:graphicFrameLocks noGrp="1"/>
          </p:cNvGraphicFramePr>
          <p:nvPr/>
        </p:nvGraphicFramePr>
        <p:xfrm>
          <a:off x="4987641" y="1392196"/>
          <a:ext cx="4715469" cy="1529798"/>
        </p:xfrm>
        <a:graphic>
          <a:graphicData uri="http://schemas.openxmlformats.org/drawingml/2006/table">
            <a:tbl>
              <a:tblPr/>
              <a:tblGrid>
                <a:gridCol w="1571823">
                  <a:extLst>
                    <a:ext uri="{9D8B030D-6E8A-4147-A177-3AD203B41FA5}">
                      <a16:colId xmlns:a16="http://schemas.microsoft.com/office/drawing/2014/main" val="3925489148"/>
                    </a:ext>
                  </a:extLst>
                </a:gridCol>
                <a:gridCol w="523941">
                  <a:extLst>
                    <a:ext uri="{9D8B030D-6E8A-4147-A177-3AD203B41FA5}">
                      <a16:colId xmlns:a16="http://schemas.microsoft.com/office/drawing/2014/main" val="1455972008"/>
                    </a:ext>
                  </a:extLst>
                </a:gridCol>
                <a:gridCol w="523941">
                  <a:extLst>
                    <a:ext uri="{9D8B030D-6E8A-4147-A177-3AD203B41FA5}">
                      <a16:colId xmlns:a16="http://schemas.microsoft.com/office/drawing/2014/main" val="1904846835"/>
                    </a:ext>
                  </a:extLst>
                </a:gridCol>
                <a:gridCol w="523941">
                  <a:extLst>
                    <a:ext uri="{9D8B030D-6E8A-4147-A177-3AD203B41FA5}">
                      <a16:colId xmlns:a16="http://schemas.microsoft.com/office/drawing/2014/main" val="4206927708"/>
                    </a:ext>
                  </a:extLst>
                </a:gridCol>
                <a:gridCol w="1571823">
                  <a:extLst>
                    <a:ext uri="{9D8B030D-6E8A-4147-A177-3AD203B41FA5}">
                      <a16:colId xmlns:a16="http://schemas.microsoft.com/office/drawing/2014/main" val="5657949"/>
                    </a:ext>
                  </a:extLst>
                </a:gridCol>
              </a:tblGrid>
              <a:tr h="267456">
                <a:tc>
                  <a:txBody>
                    <a:bodyPr/>
                    <a:lstStyle/>
                    <a:p>
                      <a:pPr lvl="0" algn="ctr"/>
                      <a:endParaRPr lang="en-US" altLang="ko-KR" sz="1400" b="0" i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lvl="0" algn="ctr"/>
                      <a:endParaRPr lang="en-US" altLang="ko-KR" sz="1400" b="0" i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ctr"/>
                      <a:endParaRPr lang="en-US" altLang="ko-KR" sz="1400" b="0" i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8832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i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1A1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i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1A3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8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4985346"/>
                  </a:ext>
                </a:extLst>
              </a:tr>
              <a:tr h="2588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9840737"/>
                  </a:ext>
                </a:extLst>
              </a:tr>
              <a:tr h="3105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i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2A1</a:t>
                      </a:r>
                      <a:endParaRPr kumimoji="0" lang="en-US" altLang="ko-KR" sz="1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gridSpan="3">
                  <a:txBody>
                    <a:bodyPr/>
                    <a:lstStyle/>
                    <a:p>
                      <a:pPr lvl="0" algn="ctr"/>
                      <a:r>
                        <a:rPr lang="en-US" altLang="ko-KR" sz="1400" b="0" i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400" b="0" i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칸에서 </a:t>
                      </a:r>
                      <a:r>
                        <a:rPr lang="ko-KR" altLang="en-US" sz="1400" b="0" i="1" u="none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세부위치</a:t>
                      </a:r>
                      <a:endParaRPr lang="en-US" altLang="ko-KR" sz="1400" b="0" i="1" u="non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i="1" u="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2A3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8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0689" y="1302934"/>
            <a:ext cx="4689983" cy="540715"/>
          </a:xfrm>
          <a:prstGeom prst="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ko-KR" altLang="en-US" sz="1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그리드 번호가 나오는 </a:t>
            </a:r>
            <a:r>
              <a:rPr lang="ko-KR" altLang="en-US" sz="1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격자지도</a:t>
            </a:r>
            <a:r>
              <a:rPr lang="ko-KR" altLang="en-US" sz="1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그림</a:t>
            </a:r>
            <a:endParaRPr lang="en-US" altLang="ko-KR" sz="1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0894" y="3617055"/>
            <a:ext cx="454073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5149967" y="6158791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5167665" y="5442017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5167665" y="5776361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5149967" y="6446386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5167665" y="4785863"/>
            <a:ext cx="137034" cy="143496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231949" y="4782576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540165" y="4782576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848174" y="4783181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241045" y="5274889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549261" y="5274889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857270" y="5275494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241045" y="5713370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549261" y="5713370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857270" y="5713975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241045" y="6010508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549261" y="6010508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857270" y="6011113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241045" y="6316649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549261" y="6316649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F9688E6C-F22A-5E41-A4BE-464EEA591375}"/>
              </a:ext>
            </a:extLst>
          </p:cNvPr>
          <p:cNvSpPr/>
          <p:nvPr/>
        </p:nvSpPr>
        <p:spPr bwMode="auto">
          <a:xfrm>
            <a:off x="6857270" y="6317254"/>
            <a:ext cx="253708" cy="27060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5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2224" y="3610446"/>
            <a:ext cx="454073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전체저장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369" y="3609427"/>
            <a:ext cx="698286" cy="21581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2024-01-01</a:t>
            </a:r>
          </a:p>
        </p:txBody>
      </p:sp>
      <p:sp>
        <p:nvSpPr>
          <p:cNvPr id="147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3256" y="3600693"/>
            <a:ext cx="454073" cy="215819"/>
          </a:xfrm>
          <a:prstGeom prst="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기준일자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193" y="4491615"/>
            <a:ext cx="1176800" cy="2178185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352" y="3573424"/>
            <a:ext cx="541353" cy="286803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8" name="직선 화살표 연결선 7"/>
          <p:cNvCxnSpPr>
            <a:stCxn id="153" idx="2"/>
          </p:cNvCxnSpPr>
          <p:nvPr/>
        </p:nvCxnSpPr>
        <p:spPr bwMode="auto">
          <a:xfrm flipH="1">
            <a:off x="6696713" y="3860227"/>
            <a:ext cx="571316" cy="604853"/>
          </a:xfrm>
          <a:prstGeom prst="straightConnector1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54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95" y="3573425"/>
            <a:ext cx="541353" cy="295336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5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5505" y="4329288"/>
            <a:ext cx="4940495" cy="2468491"/>
          </a:xfrm>
          <a:prstGeom prst="rect">
            <a:avLst/>
          </a:prstGeom>
          <a:noFill/>
          <a:ln w="19050">
            <a:solidFill>
              <a:srgbClr val="FF0000"/>
            </a:solidFill>
            <a:prstDash val="lgDashDotDot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6" name="직선 화살표 연결선 155"/>
          <p:cNvCxnSpPr>
            <a:stCxn id="154" idx="2"/>
            <a:endCxn id="155" idx="1"/>
          </p:cNvCxnSpPr>
          <p:nvPr/>
        </p:nvCxnSpPr>
        <p:spPr bwMode="auto">
          <a:xfrm flipH="1">
            <a:off x="4965505" y="3868761"/>
            <a:ext cx="1592867" cy="1694773"/>
          </a:xfrm>
          <a:prstGeom prst="straightConnector1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57" name="AutoShape 89">
            <a:extLst>
              <a:ext uri="{FF2B5EF4-FFF2-40B4-BE49-F238E27FC236}">
                <a16:creationId xmlns:a16="http://schemas.microsoft.com/office/drawing/2014/main" id="{5FDCA0A3-1F31-2B87-C2AC-4DB58F92A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2966" y="4681574"/>
            <a:ext cx="259200" cy="233776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58" name="AutoShape 89">
            <a:extLst>
              <a:ext uri="{FF2B5EF4-FFF2-40B4-BE49-F238E27FC236}">
                <a16:creationId xmlns:a16="http://schemas.microsoft.com/office/drawing/2014/main" id="{5FDCA0A3-1F31-2B87-C2AC-4DB58F92A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842" y="4754469"/>
            <a:ext cx="259200" cy="233776"/>
          </a:xfrm>
          <a:prstGeom prst="roundRect">
            <a:avLst>
              <a:gd name="adj" fmla="val 0"/>
            </a:avLst>
          </a:prstGeom>
          <a:noFill/>
          <a:ln w="3175">
            <a:noFill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159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3069" y="3747886"/>
            <a:ext cx="541353" cy="275544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0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830" y="1485813"/>
            <a:ext cx="541353" cy="1141262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1" name="직선 화살표 연결선 160"/>
          <p:cNvCxnSpPr>
            <a:stCxn id="160" idx="2"/>
            <a:endCxn id="159" idx="1"/>
          </p:cNvCxnSpPr>
          <p:nvPr/>
        </p:nvCxnSpPr>
        <p:spPr bwMode="auto">
          <a:xfrm>
            <a:off x="458507" y="2627075"/>
            <a:ext cx="1124562" cy="1258583"/>
          </a:xfrm>
          <a:prstGeom prst="straightConnector1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63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3083" y="3737953"/>
            <a:ext cx="541353" cy="293790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6" y="3741553"/>
            <a:ext cx="541353" cy="288727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31" y="4782576"/>
            <a:ext cx="541353" cy="755124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6" name="직선 화살표 연결선 165"/>
          <p:cNvCxnSpPr>
            <a:stCxn id="163" idx="2"/>
            <a:endCxn id="165" idx="0"/>
          </p:cNvCxnSpPr>
          <p:nvPr/>
        </p:nvCxnSpPr>
        <p:spPr bwMode="auto">
          <a:xfrm flipH="1">
            <a:off x="481108" y="4031743"/>
            <a:ext cx="1962652" cy="750833"/>
          </a:xfrm>
          <a:prstGeom prst="straightConnector1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cxnSp>
        <p:nvCxnSpPr>
          <p:cNvPr id="167" name="직선 화살표 연결선 166"/>
          <p:cNvCxnSpPr>
            <a:stCxn id="164" idx="2"/>
            <a:endCxn id="165" idx="0"/>
          </p:cNvCxnSpPr>
          <p:nvPr/>
        </p:nvCxnSpPr>
        <p:spPr bwMode="auto">
          <a:xfrm flipH="1">
            <a:off x="481108" y="4030280"/>
            <a:ext cx="2545475" cy="752296"/>
          </a:xfrm>
          <a:prstGeom prst="straightConnector1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35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884" y="354855"/>
            <a:ext cx="823933" cy="322398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6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33" y="702921"/>
            <a:ext cx="823933" cy="322398"/>
          </a:xfrm>
          <a:prstGeom prst="rect">
            <a:avLst/>
          </a:prstGeom>
          <a:noFill/>
          <a:ln w="19050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7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697" y="1236922"/>
            <a:ext cx="4662051" cy="2343316"/>
          </a:xfrm>
          <a:prstGeom prst="rect">
            <a:avLst/>
          </a:prstGeom>
          <a:noFill/>
          <a:ln w="19050">
            <a:solidFill>
              <a:srgbClr val="FF0000"/>
            </a:solidFill>
            <a:prstDash val="lgDashDotDot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8" name="Rectangle 7">
            <a:extLst>
              <a:ext uri="{FF2B5EF4-FFF2-40B4-BE49-F238E27FC236}">
                <a16:creationId xmlns:a16="http://schemas.microsoft.com/office/drawing/2014/main" id="{D839A588-6330-FE1A-0A8A-B2BDC4D2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195" y="4716940"/>
            <a:ext cx="4662051" cy="2111461"/>
          </a:xfrm>
          <a:prstGeom prst="rect">
            <a:avLst/>
          </a:prstGeom>
          <a:noFill/>
          <a:ln w="19050">
            <a:solidFill>
              <a:srgbClr val="FF0000"/>
            </a:solidFill>
            <a:prstDash val="lgDashDotDot"/>
            <a:round/>
            <a:headEnd/>
            <a:tailEnd/>
          </a:ln>
        </p:spPr>
        <p:txBody>
          <a:bodyPr wrap="none" lIns="72000" tIns="36000" rIns="72000" bIns="36000" anchor="ctr">
            <a:noAutofit/>
          </a:bodyPr>
          <a:lstStyle/>
          <a:p>
            <a:pPr algn="ctr"/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9" name="직선 화살표 연결선 138"/>
          <p:cNvCxnSpPr>
            <a:stCxn id="135" idx="1"/>
            <a:endCxn id="137" idx="1"/>
          </p:cNvCxnSpPr>
          <p:nvPr/>
        </p:nvCxnSpPr>
        <p:spPr bwMode="auto">
          <a:xfrm rot="10800000" flipV="1">
            <a:off x="104698" y="516054"/>
            <a:ext cx="433187" cy="1892526"/>
          </a:xfrm>
          <a:prstGeom prst="curvedConnector3">
            <a:avLst>
              <a:gd name="adj1" fmla="val 152772"/>
            </a:avLst>
          </a:prstGeom>
          <a:solidFill>
            <a:srgbClr val="EAEAEA"/>
          </a:solidFill>
          <a:ln w="222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cxnSp>
        <p:nvCxnSpPr>
          <p:cNvPr id="140" name="직선 화살표 연결선 138"/>
          <p:cNvCxnSpPr>
            <a:stCxn id="136" idx="1"/>
            <a:endCxn id="138" idx="1"/>
          </p:cNvCxnSpPr>
          <p:nvPr/>
        </p:nvCxnSpPr>
        <p:spPr bwMode="auto">
          <a:xfrm rot="10800000" flipV="1">
            <a:off x="122195" y="864119"/>
            <a:ext cx="423538" cy="4908551"/>
          </a:xfrm>
          <a:prstGeom prst="curvedConnector3">
            <a:avLst>
              <a:gd name="adj1" fmla="val 153974"/>
            </a:avLst>
          </a:prstGeom>
          <a:solidFill>
            <a:srgbClr val="EAEAEA"/>
          </a:solidFill>
          <a:ln w="22225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cxnSp>
        <p:nvCxnSpPr>
          <p:cNvPr id="141" name="직선 화살표 연결선 140"/>
          <p:cNvCxnSpPr>
            <a:stCxn id="159" idx="1"/>
          </p:cNvCxnSpPr>
          <p:nvPr/>
        </p:nvCxnSpPr>
        <p:spPr bwMode="auto">
          <a:xfrm flipH="1">
            <a:off x="187830" y="3885658"/>
            <a:ext cx="1395239" cy="811338"/>
          </a:xfrm>
          <a:prstGeom prst="straightConnector1">
            <a:avLst/>
          </a:prstGeom>
          <a:solidFill>
            <a:srgbClr val="EAEAEA"/>
          </a:solidFill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33" name="TextBox 32"/>
          <p:cNvSpPr txBox="1"/>
          <p:nvPr/>
        </p:nvSpPr>
        <p:spPr>
          <a:xfrm>
            <a:off x="74654" y="2812974"/>
            <a:ext cx="231185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번 선택 후 </a:t>
            </a:r>
            <a:r>
              <a:rPr lang="ko-KR" altLang="en-US" dirty="0" err="1">
                <a:solidFill>
                  <a:srgbClr val="FF0000"/>
                </a:solidFill>
              </a:rPr>
              <a:t>매핑된</a:t>
            </a:r>
            <a:r>
              <a:rPr lang="ko-KR" altLang="en-US" dirty="0">
                <a:solidFill>
                  <a:srgbClr val="FF0000"/>
                </a:solidFill>
              </a:rPr>
              <a:t> </a:t>
            </a:r>
            <a:r>
              <a:rPr lang="en-US" altLang="ko-KR" dirty="0">
                <a:solidFill>
                  <a:srgbClr val="FF0000"/>
                </a:solidFill>
              </a:rPr>
              <a:t>CAST</a:t>
            </a:r>
            <a:r>
              <a:rPr lang="ko-KR" altLang="en-US" dirty="0">
                <a:solidFill>
                  <a:srgbClr val="FF0000"/>
                </a:solidFill>
              </a:rPr>
              <a:t>정보만 조회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421309" y="403169"/>
            <a:ext cx="179408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</a:rPr>
              <a:t>소스시스템별 </a:t>
            </a:r>
            <a:r>
              <a:rPr lang="ko-KR" altLang="en-US" dirty="0" err="1">
                <a:solidFill>
                  <a:srgbClr val="FF0000"/>
                </a:solidFill>
              </a:rPr>
              <a:t>시설정보</a:t>
            </a:r>
            <a:r>
              <a:rPr lang="ko-KR" altLang="en-US" dirty="0">
                <a:solidFill>
                  <a:srgbClr val="FF0000"/>
                </a:solidFill>
              </a:rPr>
              <a:t> 조회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2013364" y="3528738"/>
            <a:ext cx="122341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</a:rPr>
              <a:t>1</a:t>
            </a:r>
            <a:r>
              <a:rPr lang="ko-KR" altLang="en-US" dirty="0">
                <a:solidFill>
                  <a:srgbClr val="FF0000"/>
                </a:solidFill>
              </a:rPr>
              <a:t>번 선택하고 적용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209836" y="2041955"/>
            <a:ext cx="4154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solidFill>
                  <a:srgbClr val="FF0000"/>
                </a:solidFill>
              </a:rPr>
              <a:t>①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256103" y="4966711"/>
            <a:ext cx="4154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solidFill>
                  <a:srgbClr val="FF0000"/>
                </a:solidFill>
              </a:rPr>
              <a:t>②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235682" y="3653510"/>
            <a:ext cx="122341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</a:rPr>
              <a:t>2</a:t>
            </a:r>
            <a:r>
              <a:rPr lang="ko-KR" altLang="en-US" dirty="0">
                <a:solidFill>
                  <a:srgbClr val="FF0000"/>
                </a:solidFill>
              </a:rPr>
              <a:t>번 선택하고 해제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5749783" y="3337690"/>
            <a:ext cx="151515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 err="1">
                <a:solidFill>
                  <a:srgbClr val="FF0000"/>
                </a:solidFill>
              </a:rPr>
              <a:t>기준일자로</a:t>
            </a:r>
            <a:r>
              <a:rPr lang="ko-KR" altLang="en-US" dirty="0">
                <a:solidFill>
                  <a:srgbClr val="FF0000"/>
                </a:solidFill>
              </a:rPr>
              <a:t> 전체 </a:t>
            </a:r>
            <a:r>
              <a:rPr lang="en-US" altLang="ko-KR" dirty="0">
                <a:solidFill>
                  <a:srgbClr val="FF0000"/>
                </a:solidFill>
              </a:rPr>
              <a:t>COPY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7504224" y="3586653"/>
            <a:ext cx="1643399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>
                <a:solidFill>
                  <a:srgbClr val="FF0000"/>
                </a:solidFill>
              </a:rPr>
              <a:t>3</a:t>
            </a:r>
            <a:r>
              <a:rPr lang="ko-KR" altLang="en-US" dirty="0">
                <a:solidFill>
                  <a:srgbClr val="FF0000"/>
                </a:solidFill>
              </a:rPr>
              <a:t>번 선택하고 </a:t>
            </a:r>
            <a:r>
              <a:rPr lang="ko-KR" altLang="en-US" dirty="0" err="1">
                <a:solidFill>
                  <a:srgbClr val="FF0000"/>
                </a:solidFill>
              </a:rPr>
              <a:t>개별값</a:t>
            </a:r>
            <a:r>
              <a:rPr lang="ko-KR" altLang="en-US" dirty="0">
                <a:solidFill>
                  <a:srgbClr val="FF0000"/>
                </a:solidFill>
              </a:rPr>
              <a:t> 수정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5006987" y="4881837"/>
            <a:ext cx="4154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800" dirty="0">
                <a:solidFill>
                  <a:srgbClr val="FF0000"/>
                </a:solidFill>
              </a:rPr>
              <a:t>③</a:t>
            </a:r>
          </a:p>
        </p:txBody>
      </p:sp>
    </p:spTree>
    <p:extLst>
      <p:ext uri="{BB962C8B-B14F-4D97-AF65-F5344CB8AC3E}">
        <p14:creationId xmlns:p14="http://schemas.microsoft.com/office/powerpoint/2010/main" val="207743142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altLang="ko-KR"/>
              <a:t>- </a:t>
            </a:r>
            <a:fld id="{B12C7284-7A11-4848-9815-7A4E34A2D8BD}" type="slidenum">
              <a:rPr lang="ko-KR" altLang="en-US" smtClean="0"/>
              <a:pPr/>
              <a:t>52</a:t>
            </a:fld>
            <a:r>
              <a:rPr lang="ko-KR" altLang="en-US"/>
              <a:t> </a:t>
            </a:r>
            <a:r>
              <a:rPr lang="en-US" altLang="ko-KR"/>
              <a:t>-</a:t>
            </a:r>
            <a:endParaRPr lang="ko-KR" altLang="en-US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06421B1-19E2-58EE-0A49-4F17BF3FE997}"/>
              </a:ext>
            </a:extLst>
          </p:cNvPr>
          <p:cNvSpPr/>
          <p:nvPr/>
        </p:nvSpPr>
        <p:spPr bwMode="auto">
          <a:xfrm>
            <a:off x="0" y="0"/>
            <a:ext cx="9906000" cy="422600"/>
          </a:xfrm>
          <a:prstGeom prst="rect">
            <a:avLst/>
          </a:prstGeom>
          <a:solidFill>
            <a:srgbClr val="5786C5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66EBAA8-E64F-9982-5C38-BCDD9F9AC4E0}"/>
              </a:ext>
            </a:extLst>
          </p:cNvPr>
          <p:cNvSpPr txBox="1"/>
          <p:nvPr/>
        </p:nvSpPr>
        <p:spPr>
          <a:xfrm>
            <a:off x="123710" y="34618"/>
            <a:ext cx="591159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시설물 매핑 관리</a:t>
            </a:r>
            <a:endParaRPr lang="ko-KR" altLang="en-US" sz="11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995AEFD-5DE0-6E7B-987E-929E254F218D}"/>
              </a:ext>
            </a:extLst>
          </p:cNvPr>
          <p:cNvSpPr/>
          <p:nvPr/>
        </p:nvSpPr>
        <p:spPr bwMode="auto">
          <a:xfrm>
            <a:off x="2475663" y="1246007"/>
            <a:ext cx="7134225" cy="2778797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E5D1925-40DC-562E-E2F0-AFF64B8B7E22}"/>
              </a:ext>
            </a:extLst>
          </p:cNvPr>
          <p:cNvSpPr/>
          <p:nvPr/>
        </p:nvSpPr>
        <p:spPr bwMode="auto">
          <a:xfrm>
            <a:off x="2895974" y="823407"/>
            <a:ext cx="781664" cy="422600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46AF4B4-C82F-23FB-6B2F-E60B82129807}"/>
              </a:ext>
            </a:extLst>
          </p:cNvPr>
          <p:cNvSpPr/>
          <p:nvPr/>
        </p:nvSpPr>
        <p:spPr bwMode="auto">
          <a:xfrm>
            <a:off x="8447126" y="823407"/>
            <a:ext cx="781664" cy="422600"/>
          </a:xfrm>
          <a:prstGeom prst="rect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05D4C983-8878-D3E3-22C3-4BE14AF92386}"/>
              </a:ext>
            </a:extLst>
          </p:cNvPr>
          <p:cNvGraphicFramePr>
            <a:graphicFrameLocks noGrp="1"/>
          </p:cNvGraphicFramePr>
          <p:nvPr/>
        </p:nvGraphicFramePr>
        <p:xfrm>
          <a:off x="2562225" y="542856"/>
          <a:ext cx="6991347" cy="3483762"/>
        </p:xfrm>
        <a:graphic>
          <a:graphicData uri="http://schemas.openxmlformats.org/drawingml/2006/table">
            <a:tbl>
              <a:tblPr/>
              <a:tblGrid>
                <a:gridCol w="565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415332777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459617900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3487">
                  <a:extLst>
                    <a:ext uri="{9D8B030D-6E8A-4147-A177-3AD203B41FA5}">
                      <a16:colId xmlns:a16="http://schemas.microsoft.com/office/drawing/2014/main" val="4066268984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2070868532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517701832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038853009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989373494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370535378"/>
                    </a:ext>
                  </a:extLst>
                </a:gridCol>
                <a:gridCol w="565655">
                  <a:extLst>
                    <a:ext uri="{9D8B030D-6E8A-4147-A177-3AD203B41FA5}">
                      <a16:colId xmlns:a16="http://schemas.microsoft.com/office/drawing/2014/main" val="317947097"/>
                    </a:ext>
                  </a:extLst>
                </a:gridCol>
              </a:tblGrid>
              <a:tr h="1870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W1</a:t>
                      </a:r>
                      <a:endParaRPr kumimoji="1" lang="ko-KR" altLang="en-US" sz="500" b="1" i="0" u="none" strike="noStrike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W2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W3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5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W4</a:t>
                      </a:r>
                      <a:endParaRPr lang="ko-KR" altLang="en-US" sz="5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01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500" b="0" u="none" kern="0" spc="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665"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02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0091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38776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08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3678489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09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5562724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10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112718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11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2613578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12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6684131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13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84329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14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14410773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15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377495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16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5753602"/>
                  </a:ext>
                </a:extLst>
              </a:tr>
              <a:tr h="1870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500" b="0" dirty="0"/>
                        <a:t>17</a:t>
                      </a:r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 b="0" dirty="0"/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07256"/>
                  </a:ext>
                </a:extLst>
              </a:tr>
            </a:tbl>
          </a:graphicData>
        </a:graphic>
      </p:graphicFrame>
      <p:sp>
        <p:nvSpPr>
          <p:cNvPr id="84" name="AutoShape 55">
            <a:extLst>
              <a:ext uri="{FF2B5EF4-FFF2-40B4-BE49-F238E27FC236}">
                <a16:creationId xmlns:a16="http://schemas.microsoft.com/office/drawing/2014/main" id="{6957562E-71AE-E969-4C83-208EAEA20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38" y="1630833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출국장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AutoShape 55">
            <a:extLst>
              <a:ext uri="{FF2B5EF4-FFF2-40B4-BE49-F238E27FC236}">
                <a16:creationId xmlns:a16="http://schemas.microsoft.com/office/drawing/2014/main" id="{82C3D56B-5BEF-5646-48CD-7BF390E31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38" y="1302683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보안검색대</a:t>
            </a:r>
          </a:p>
        </p:txBody>
      </p:sp>
      <p:sp>
        <p:nvSpPr>
          <p:cNvPr id="86" name="AutoShape 55">
            <a:extLst>
              <a:ext uri="{FF2B5EF4-FFF2-40B4-BE49-F238E27FC236}">
                <a16:creationId xmlns:a16="http://schemas.microsoft.com/office/drawing/2014/main" id="{6C9A8E62-2BAD-54A1-BCD5-48A4867E9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38" y="981919"/>
            <a:ext cx="785037" cy="262349"/>
          </a:xfrm>
          <a:prstGeom prst="roundRect">
            <a:avLst/>
          </a:prstGeom>
          <a:solidFill>
            <a:schemeClr val="bg1"/>
          </a:solidFill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체크인카운터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AutoShape 55">
            <a:extLst>
              <a:ext uri="{FF2B5EF4-FFF2-40B4-BE49-F238E27FC236}">
                <a16:creationId xmlns:a16="http://schemas.microsoft.com/office/drawing/2014/main" id="{B9FDD78B-3F41-C8AF-D3BF-B2A9DA864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38" y="667845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셀프체크인</a:t>
            </a:r>
          </a:p>
        </p:txBody>
      </p:sp>
      <p:sp>
        <p:nvSpPr>
          <p:cNvPr id="89" name="AutoShape 55">
            <a:extLst>
              <a:ext uri="{FF2B5EF4-FFF2-40B4-BE49-F238E27FC236}">
                <a16:creationId xmlns:a16="http://schemas.microsoft.com/office/drawing/2014/main" id="{594643F3-DECB-1C04-AA9B-74EAA8944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38" y="1972639"/>
            <a:ext cx="697436" cy="262349"/>
          </a:xfrm>
          <a:prstGeom prst="roundRect">
            <a:avLst/>
          </a:prstGeom>
          <a:noFill/>
          <a:ln w="3175">
            <a:noFill/>
            <a:round/>
            <a:headEnd/>
            <a:tailEnd/>
          </a:ln>
        </p:spPr>
        <p:txBody>
          <a:bodyPr wrap="square" lIns="36000" tIns="18000" rIns="36000" bIns="18000" anchor="ctr">
            <a:noAutofit/>
          </a:bodyPr>
          <a:lstStyle/>
          <a:p>
            <a:pPr marL="0" marR="0" lvl="0" indent="0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상업시설</a:t>
            </a: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85CCBEEF-078A-45DB-FB90-3B779FC92C30}"/>
              </a:ext>
            </a:extLst>
          </p:cNvPr>
          <p:cNvSpPr/>
          <p:nvPr/>
        </p:nvSpPr>
        <p:spPr bwMode="auto">
          <a:xfrm>
            <a:off x="327766" y="713959"/>
            <a:ext cx="170120" cy="17012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2627EF10-753D-8C37-2226-0B177AD68BED}"/>
              </a:ext>
            </a:extLst>
          </p:cNvPr>
          <p:cNvSpPr/>
          <p:nvPr/>
        </p:nvSpPr>
        <p:spPr bwMode="auto">
          <a:xfrm>
            <a:off x="8752898" y="3669512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5A87BCC7-02FB-C2B6-F4F1-70E64597942D}"/>
              </a:ext>
            </a:extLst>
          </p:cNvPr>
          <p:cNvSpPr/>
          <p:nvPr/>
        </p:nvSpPr>
        <p:spPr bwMode="auto">
          <a:xfrm>
            <a:off x="8752898" y="3450437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CB47ACBB-BDD7-A319-F0A8-10983BAA8F83}"/>
              </a:ext>
            </a:extLst>
          </p:cNvPr>
          <p:cNvSpPr/>
          <p:nvPr/>
        </p:nvSpPr>
        <p:spPr bwMode="auto">
          <a:xfrm>
            <a:off x="8752898" y="3278987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B01FBF67-07BD-2EAA-4FF0-DDB4E4AD8749}"/>
              </a:ext>
            </a:extLst>
          </p:cNvPr>
          <p:cNvSpPr/>
          <p:nvPr/>
        </p:nvSpPr>
        <p:spPr bwMode="auto">
          <a:xfrm>
            <a:off x="8752898" y="3088487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4F6541EF-C4B1-DAF5-1152-55A9EE3A8642}"/>
              </a:ext>
            </a:extLst>
          </p:cNvPr>
          <p:cNvSpPr/>
          <p:nvPr/>
        </p:nvSpPr>
        <p:spPr bwMode="auto">
          <a:xfrm>
            <a:off x="327766" y="1037809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8C30E7BD-1B62-B7DB-0A4F-9B0A78CC85B9}"/>
              </a:ext>
            </a:extLst>
          </p:cNvPr>
          <p:cNvSpPr/>
          <p:nvPr/>
        </p:nvSpPr>
        <p:spPr bwMode="auto">
          <a:xfrm>
            <a:off x="327766" y="1342609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A91FD936-4E1B-9235-CCE4-56792A924C83}"/>
              </a:ext>
            </a:extLst>
          </p:cNvPr>
          <p:cNvSpPr/>
          <p:nvPr/>
        </p:nvSpPr>
        <p:spPr bwMode="auto">
          <a:xfrm>
            <a:off x="327766" y="1666459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7DDD8971-F9C0-CCAB-67B7-4FF0E6DB937C}"/>
              </a:ext>
            </a:extLst>
          </p:cNvPr>
          <p:cNvSpPr/>
          <p:nvPr/>
        </p:nvSpPr>
        <p:spPr bwMode="auto">
          <a:xfrm>
            <a:off x="327766" y="2009359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C6A32A0A-D84C-A57F-C050-9462B76603B0}"/>
              </a:ext>
            </a:extLst>
          </p:cNvPr>
          <p:cNvSpPr/>
          <p:nvPr/>
        </p:nvSpPr>
        <p:spPr bwMode="auto">
          <a:xfrm>
            <a:off x="8229023" y="3450437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1909AB3B-6614-055B-047A-0C79F798AAE0}"/>
              </a:ext>
            </a:extLst>
          </p:cNvPr>
          <p:cNvSpPr/>
          <p:nvPr/>
        </p:nvSpPr>
        <p:spPr bwMode="auto">
          <a:xfrm>
            <a:off x="8229023" y="3231362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9689219E-2A59-A4F1-43BF-9CD3D1016684}"/>
              </a:ext>
            </a:extLst>
          </p:cNvPr>
          <p:cNvSpPr/>
          <p:nvPr/>
        </p:nvSpPr>
        <p:spPr bwMode="auto">
          <a:xfrm>
            <a:off x="8229023" y="3059912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AD6439D-D11B-DEE1-EEB7-0817D9C23141}"/>
              </a:ext>
            </a:extLst>
          </p:cNvPr>
          <p:cNvSpPr/>
          <p:nvPr/>
        </p:nvSpPr>
        <p:spPr bwMode="auto">
          <a:xfrm>
            <a:off x="8229023" y="2869412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63B74D88-D17F-6066-264C-2BA97DB081E6}"/>
              </a:ext>
            </a:extLst>
          </p:cNvPr>
          <p:cNvSpPr/>
          <p:nvPr/>
        </p:nvSpPr>
        <p:spPr bwMode="auto">
          <a:xfrm>
            <a:off x="7765186" y="3482064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0FB1A74A-17AE-FCDA-FF0F-04E5CBC298E1}"/>
              </a:ext>
            </a:extLst>
          </p:cNvPr>
          <p:cNvSpPr/>
          <p:nvPr/>
        </p:nvSpPr>
        <p:spPr bwMode="auto">
          <a:xfrm>
            <a:off x="7544270" y="3146302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5AB557A7-1A90-A4AD-9349-3FAECDDC9D10}"/>
              </a:ext>
            </a:extLst>
          </p:cNvPr>
          <p:cNvSpPr/>
          <p:nvPr/>
        </p:nvSpPr>
        <p:spPr bwMode="auto">
          <a:xfrm>
            <a:off x="7105073" y="3059912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E02AC2B8-113F-E98C-19BC-1D35FEE4B2E1}"/>
              </a:ext>
            </a:extLst>
          </p:cNvPr>
          <p:cNvSpPr/>
          <p:nvPr/>
        </p:nvSpPr>
        <p:spPr bwMode="auto">
          <a:xfrm>
            <a:off x="7105073" y="2869412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E5F1FAF5-672F-72A2-524B-ED01AE0EE19B}"/>
              </a:ext>
            </a:extLst>
          </p:cNvPr>
          <p:cNvSpPr/>
          <p:nvPr/>
        </p:nvSpPr>
        <p:spPr bwMode="auto">
          <a:xfrm>
            <a:off x="6969322" y="3421878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3" name="타원 132">
            <a:extLst>
              <a:ext uri="{FF2B5EF4-FFF2-40B4-BE49-F238E27FC236}">
                <a16:creationId xmlns:a16="http://schemas.microsoft.com/office/drawing/2014/main" id="{5B8C3EF5-CF8D-7C72-619F-838B422F9D16}"/>
              </a:ext>
            </a:extLst>
          </p:cNvPr>
          <p:cNvSpPr/>
          <p:nvPr/>
        </p:nvSpPr>
        <p:spPr bwMode="auto">
          <a:xfrm>
            <a:off x="6485948" y="3669512"/>
            <a:ext cx="170120" cy="17012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2B9A16FC-2D53-7ABF-5BC7-1A8C76533EE4}"/>
              </a:ext>
            </a:extLst>
          </p:cNvPr>
          <p:cNvSpPr/>
          <p:nvPr/>
        </p:nvSpPr>
        <p:spPr bwMode="auto">
          <a:xfrm>
            <a:off x="6241186" y="3661947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960F3A19-B41D-253F-CB62-7297BC8EBB62}"/>
              </a:ext>
            </a:extLst>
          </p:cNvPr>
          <p:cNvSpPr/>
          <p:nvPr/>
        </p:nvSpPr>
        <p:spPr bwMode="auto">
          <a:xfrm>
            <a:off x="5943023" y="3059912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431ACA39-BA13-EE79-D664-69BBA29EF3CB}"/>
              </a:ext>
            </a:extLst>
          </p:cNvPr>
          <p:cNvSpPr/>
          <p:nvPr/>
        </p:nvSpPr>
        <p:spPr bwMode="auto">
          <a:xfrm>
            <a:off x="5943023" y="2869412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1BF513A6-D76C-D6DD-175B-069B029479BF}"/>
              </a:ext>
            </a:extLst>
          </p:cNvPr>
          <p:cNvSpPr/>
          <p:nvPr/>
        </p:nvSpPr>
        <p:spPr bwMode="auto">
          <a:xfrm>
            <a:off x="5619173" y="3450437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B183597C-CD8F-EFF7-496B-9410554432F3}"/>
              </a:ext>
            </a:extLst>
          </p:cNvPr>
          <p:cNvSpPr/>
          <p:nvPr/>
        </p:nvSpPr>
        <p:spPr bwMode="auto">
          <a:xfrm>
            <a:off x="5419148" y="3231362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70E99E54-AAD3-D669-E7F6-10DD6FE6D95F}"/>
              </a:ext>
            </a:extLst>
          </p:cNvPr>
          <p:cNvSpPr/>
          <p:nvPr/>
        </p:nvSpPr>
        <p:spPr bwMode="auto">
          <a:xfrm>
            <a:off x="5171498" y="3059912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4B0C24B3-7D8B-8FDA-C52F-296D2F98A85B}"/>
              </a:ext>
            </a:extLst>
          </p:cNvPr>
          <p:cNvSpPr/>
          <p:nvPr/>
        </p:nvSpPr>
        <p:spPr bwMode="auto">
          <a:xfrm>
            <a:off x="5171498" y="2869412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4414BDCC-CFF9-A5D8-BA37-F90F7DB6ADEC}"/>
              </a:ext>
            </a:extLst>
          </p:cNvPr>
          <p:cNvSpPr/>
          <p:nvPr/>
        </p:nvSpPr>
        <p:spPr bwMode="auto">
          <a:xfrm>
            <a:off x="5190548" y="3669512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705788C7-3BC8-E67D-FDEF-F9A4F027EF2E}"/>
              </a:ext>
            </a:extLst>
          </p:cNvPr>
          <p:cNvSpPr/>
          <p:nvPr/>
        </p:nvSpPr>
        <p:spPr bwMode="auto">
          <a:xfrm>
            <a:off x="4971473" y="3669512"/>
            <a:ext cx="170120" cy="17012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D5570F53-675E-996F-4A49-9BD56EE302E8}"/>
              </a:ext>
            </a:extLst>
          </p:cNvPr>
          <p:cNvSpPr/>
          <p:nvPr/>
        </p:nvSpPr>
        <p:spPr bwMode="auto">
          <a:xfrm>
            <a:off x="4612411" y="3661947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ED52DE67-2F0A-F216-A627-4BB072B9B4C5}"/>
              </a:ext>
            </a:extLst>
          </p:cNvPr>
          <p:cNvSpPr/>
          <p:nvPr/>
        </p:nvSpPr>
        <p:spPr bwMode="auto">
          <a:xfrm>
            <a:off x="4247573" y="3669512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C8D0A7E5-DADE-814A-FC79-230BEE261AF2}"/>
              </a:ext>
            </a:extLst>
          </p:cNvPr>
          <p:cNvSpPr/>
          <p:nvPr/>
        </p:nvSpPr>
        <p:spPr bwMode="auto">
          <a:xfrm>
            <a:off x="3895148" y="3059912"/>
            <a:ext cx="170120" cy="170120"/>
          </a:xfrm>
          <a:prstGeom prst="ellipse">
            <a:avLst/>
          </a:prstGeom>
          <a:solidFill>
            <a:srgbClr val="00B05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3B063F24-410E-6CE2-CE56-0E5621906D5C}"/>
              </a:ext>
            </a:extLst>
          </p:cNvPr>
          <p:cNvSpPr/>
          <p:nvPr/>
        </p:nvSpPr>
        <p:spPr bwMode="auto">
          <a:xfrm>
            <a:off x="3895148" y="2869412"/>
            <a:ext cx="170120" cy="170120"/>
          </a:xfrm>
          <a:prstGeom prst="ellipse">
            <a:avLst/>
          </a:prstGeom>
          <a:solidFill>
            <a:srgbClr val="FF0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52E51204-726F-93A6-CC32-64F4EE62B323}"/>
              </a:ext>
            </a:extLst>
          </p:cNvPr>
          <p:cNvSpPr/>
          <p:nvPr/>
        </p:nvSpPr>
        <p:spPr bwMode="auto">
          <a:xfrm>
            <a:off x="3476048" y="3231362"/>
            <a:ext cx="170120" cy="170120"/>
          </a:xfrm>
          <a:prstGeom prst="ellipse">
            <a:avLst/>
          </a:prstGeom>
          <a:solidFill>
            <a:srgbClr val="7030A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  <p:graphicFrame>
        <p:nvGraphicFramePr>
          <p:cNvPr id="149" name="표 148">
            <a:extLst>
              <a:ext uri="{FF2B5EF4-FFF2-40B4-BE49-F238E27FC236}">
                <a16:creationId xmlns:a16="http://schemas.microsoft.com/office/drawing/2014/main" id="{388F3E6D-C798-3D10-6059-9309371D3B4F}"/>
              </a:ext>
            </a:extLst>
          </p:cNvPr>
          <p:cNvGraphicFramePr>
            <a:graphicFrameLocks noGrp="1"/>
          </p:cNvGraphicFramePr>
          <p:nvPr/>
        </p:nvGraphicFramePr>
        <p:xfrm>
          <a:off x="123710" y="4552901"/>
          <a:ext cx="9611417" cy="1732250"/>
        </p:xfrm>
        <a:graphic>
          <a:graphicData uri="http://schemas.openxmlformats.org/drawingml/2006/table">
            <a:tbl>
              <a:tblPr/>
              <a:tblGrid>
                <a:gridCol w="6551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7974">
                  <a:extLst>
                    <a:ext uri="{9D8B030D-6E8A-4147-A177-3AD203B41FA5}">
                      <a16:colId xmlns:a16="http://schemas.microsoft.com/office/drawing/2014/main" val="2260928655"/>
                    </a:ext>
                  </a:extLst>
                </a:gridCol>
                <a:gridCol w="861770">
                  <a:extLst>
                    <a:ext uri="{9D8B030D-6E8A-4147-A177-3AD203B41FA5}">
                      <a16:colId xmlns:a16="http://schemas.microsoft.com/office/drawing/2014/main" val="1104031664"/>
                    </a:ext>
                  </a:extLst>
                </a:gridCol>
                <a:gridCol w="947947">
                  <a:extLst>
                    <a:ext uri="{9D8B030D-6E8A-4147-A177-3AD203B41FA5}">
                      <a16:colId xmlns:a16="http://schemas.microsoft.com/office/drawing/2014/main" val="3379826432"/>
                    </a:ext>
                  </a:extLst>
                </a:gridCol>
                <a:gridCol w="775593">
                  <a:extLst>
                    <a:ext uri="{9D8B030D-6E8A-4147-A177-3AD203B41FA5}">
                      <a16:colId xmlns:a16="http://schemas.microsoft.com/office/drawing/2014/main" val="3885040156"/>
                    </a:ext>
                  </a:extLst>
                </a:gridCol>
                <a:gridCol w="861770">
                  <a:extLst>
                    <a:ext uri="{9D8B030D-6E8A-4147-A177-3AD203B41FA5}">
                      <a16:colId xmlns:a16="http://schemas.microsoft.com/office/drawing/2014/main" val="604686294"/>
                    </a:ext>
                  </a:extLst>
                </a:gridCol>
                <a:gridCol w="1442789">
                  <a:extLst>
                    <a:ext uri="{9D8B030D-6E8A-4147-A177-3AD203B41FA5}">
                      <a16:colId xmlns:a16="http://schemas.microsoft.com/office/drawing/2014/main" val="246417249"/>
                    </a:ext>
                  </a:extLst>
                </a:gridCol>
                <a:gridCol w="1082304">
                  <a:extLst>
                    <a:ext uri="{9D8B030D-6E8A-4147-A177-3AD203B41FA5}">
                      <a16:colId xmlns:a16="http://schemas.microsoft.com/office/drawing/2014/main" val="2380843586"/>
                    </a:ext>
                  </a:extLst>
                </a:gridCol>
                <a:gridCol w="1262688">
                  <a:extLst>
                    <a:ext uri="{9D8B030D-6E8A-4147-A177-3AD203B41FA5}">
                      <a16:colId xmlns:a16="http://schemas.microsoft.com/office/drawing/2014/main" val="4067901605"/>
                    </a:ext>
                  </a:extLst>
                </a:gridCol>
                <a:gridCol w="693423">
                  <a:extLst>
                    <a:ext uri="{9D8B030D-6E8A-4147-A177-3AD203B41FA5}">
                      <a16:colId xmlns:a16="http://schemas.microsoft.com/office/drawing/2014/main" val="2072010168"/>
                    </a:ext>
                  </a:extLst>
                </a:gridCol>
              </a:tblGrid>
              <a:tr h="30384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1" i="0" u="none" strike="noStrike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번호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시뮬레이션 그룹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터미널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ID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시설그룹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여객시설코드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여객시설명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CAST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시뮬레이션코드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위치좌표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(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시작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)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u="none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위치좌표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(</a:t>
                      </a:r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끝</a:t>
                      </a:r>
                      <a:r>
                        <a:rPr lang="en-US" altLang="ko-KR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)</a:t>
                      </a:r>
                      <a:endParaRPr lang="ko-KR" altLang="en-US" sz="800" b="1" u="none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Arial" pitchFamily="34" charset="0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800" b="1" u="non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Arial" pitchFamily="34" charset="0"/>
                        </a:rPr>
                        <a:t>사용여부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17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lvl="0"/>
                      <a:endParaRPr lang="en-US" altLang="ko-KR" sz="800" b="0" u="sng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/>
                        <a:t>M2-05</a:t>
                      </a:r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800" b="0" dirty="0"/>
                        <a:t>M3-05</a:t>
                      </a:r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35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72000" marR="72000" marT="72000" marB="72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033463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352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기준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75000"/>
                            <a:lumOff val="2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/>
                    </a:p>
                  </a:txBody>
                  <a:tcPr marL="72000" marR="0" anchor="ctr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5941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사용자정의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588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사용자정의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상업시설</a:t>
                      </a: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8-20-1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M2-01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M2-01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5995" marR="35995" marT="35990" marB="35990" anchor="ctr" horzOverflow="overflow">
                    <a:lnL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FCEC05FC-C53D-431B-30E0-F5D27381E604}"/>
              </a:ext>
            </a:extLst>
          </p:cNvPr>
          <p:cNvGrpSpPr/>
          <p:nvPr/>
        </p:nvGrpSpPr>
        <p:grpSpPr>
          <a:xfrm>
            <a:off x="8950756" y="4214055"/>
            <a:ext cx="773884" cy="268517"/>
            <a:chOff x="2706510" y="2380735"/>
            <a:chExt cx="773884" cy="268517"/>
          </a:xfrm>
        </p:grpSpPr>
        <p:sp>
          <p:nvSpPr>
            <p:cNvPr id="151" name="AutoShape 55">
              <a:extLst>
                <a:ext uri="{FF2B5EF4-FFF2-40B4-BE49-F238E27FC236}">
                  <a16:creationId xmlns:a16="http://schemas.microsoft.com/office/drawing/2014/main" id="{0FCD18A4-AA69-7DED-B8BB-A077242E6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510" y="2380735"/>
              <a:ext cx="773884" cy="268517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ysClr val="window" lastClr="FFFFFF">
                  <a:lumMod val="75000"/>
                </a:sysClr>
              </a:solidFill>
              <a:round/>
              <a:headEnd/>
              <a:tailEnd/>
            </a:ln>
          </p:spPr>
          <p:txBody>
            <a:bodyPr wrap="none" lIns="252000" tIns="72000" rIns="108000" bIns="72000" anchor="ctr">
              <a:spAutoFit/>
            </a:bodyPr>
            <a:lstStyle/>
            <a:p>
              <a:pPr marL="0" marR="0" lvl="0" indent="0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액셀저장</a:t>
              </a:r>
              <a:endParaRPr kumimoji="0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" name="Excel">
              <a:extLst>
                <a:ext uri="{FF2B5EF4-FFF2-40B4-BE49-F238E27FC236}">
                  <a16:creationId xmlns:a16="http://schemas.microsoft.com/office/drawing/2014/main" id="{F1E60C01-1F31-A390-A88B-A85FBDB8FA6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74815" y="2441957"/>
              <a:ext cx="139474" cy="143659"/>
            </a:xfrm>
            <a:custGeom>
              <a:avLst/>
              <a:gdLst>
                <a:gd name="T0" fmla="*/ 385 w 654"/>
                <a:gd name="T1" fmla="*/ 1 h 668"/>
                <a:gd name="T2" fmla="*/ 0 w 654"/>
                <a:gd name="T3" fmla="*/ 85 h 668"/>
                <a:gd name="T4" fmla="*/ 11 w 654"/>
                <a:gd name="T5" fmla="*/ 596 h 668"/>
                <a:gd name="T6" fmla="*/ 400 w 654"/>
                <a:gd name="T7" fmla="*/ 654 h 668"/>
                <a:gd name="T8" fmla="*/ 627 w 654"/>
                <a:gd name="T9" fmla="*/ 587 h 668"/>
                <a:gd name="T10" fmla="*/ 654 w 654"/>
                <a:gd name="T11" fmla="*/ 107 h 668"/>
                <a:gd name="T12" fmla="*/ 400 w 654"/>
                <a:gd name="T13" fmla="*/ 80 h 668"/>
                <a:gd name="T14" fmla="*/ 387 w 654"/>
                <a:gd name="T15" fmla="*/ 0 h 668"/>
                <a:gd name="T16" fmla="*/ 374 w 654"/>
                <a:gd name="T17" fmla="*/ 638 h 668"/>
                <a:gd name="T18" fmla="*/ 27 w 654"/>
                <a:gd name="T19" fmla="*/ 96 h 668"/>
                <a:gd name="T20" fmla="*/ 400 w 654"/>
                <a:gd name="T21" fmla="*/ 107 h 668"/>
                <a:gd name="T22" fmla="*/ 627 w 654"/>
                <a:gd name="T23" fmla="*/ 560 h 668"/>
                <a:gd name="T24" fmla="*/ 400 w 654"/>
                <a:gd name="T25" fmla="*/ 494 h 668"/>
                <a:gd name="T26" fmla="*/ 454 w 654"/>
                <a:gd name="T27" fmla="*/ 467 h 668"/>
                <a:gd name="T28" fmla="*/ 400 w 654"/>
                <a:gd name="T29" fmla="*/ 387 h 668"/>
                <a:gd name="T30" fmla="*/ 454 w 654"/>
                <a:gd name="T31" fmla="*/ 360 h 668"/>
                <a:gd name="T32" fmla="*/ 400 w 654"/>
                <a:gd name="T33" fmla="*/ 294 h 668"/>
                <a:gd name="T34" fmla="*/ 454 w 654"/>
                <a:gd name="T35" fmla="*/ 267 h 668"/>
                <a:gd name="T36" fmla="*/ 400 w 654"/>
                <a:gd name="T37" fmla="*/ 200 h 668"/>
                <a:gd name="T38" fmla="*/ 454 w 654"/>
                <a:gd name="T39" fmla="*/ 174 h 668"/>
                <a:gd name="T40" fmla="*/ 400 w 654"/>
                <a:gd name="T41" fmla="*/ 107 h 668"/>
                <a:gd name="T42" fmla="*/ 480 w 654"/>
                <a:gd name="T43" fmla="*/ 200 h 668"/>
                <a:gd name="T44" fmla="*/ 587 w 654"/>
                <a:gd name="T45" fmla="*/ 174 h 668"/>
                <a:gd name="T46" fmla="*/ 90 w 654"/>
                <a:gd name="T47" fmla="*/ 209 h 668"/>
                <a:gd name="T48" fmla="*/ 83 w 654"/>
                <a:gd name="T49" fmla="*/ 459 h 668"/>
                <a:gd name="T50" fmla="*/ 193 w 654"/>
                <a:gd name="T51" fmla="*/ 378 h 668"/>
                <a:gd name="T52" fmla="*/ 199 w 654"/>
                <a:gd name="T53" fmla="*/ 361 h 668"/>
                <a:gd name="T54" fmla="*/ 247 w 654"/>
                <a:gd name="T55" fmla="*/ 459 h 668"/>
                <a:gd name="T56" fmla="*/ 237 w 654"/>
                <a:gd name="T57" fmla="*/ 333 h 668"/>
                <a:gd name="T58" fmla="*/ 249 w 654"/>
                <a:gd name="T59" fmla="*/ 209 h 668"/>
                <a:gd name="T60" fmla="*/ 202 w 654"/>
                <a:gd name="T61" fmla="*/ 305 h 668"/>
                <a:gd name="T62" fmla="*/ 194 w 654"/>
                <a:gd name="T63" fmla="*/ 284 h 668"/>
                <a:gd name="T64" fmla="*/ 90 w 654"/>
                <a:gd name="T65" fmla="*/ 209 h 668"/>
                <a:gd name="T66" fmla="*/ 480 w 654"/>
                <a:gd name="T67" fmla="*/ 294 h 668"/>
                <a:gd name="T68" fmla="*/ 587 w 654"/>
                <a:gd name="T69" fmla="*/ 267 h 668"/>
                <a:gd name="T70" fmla="*/ 480 w 654"/>
                <a:gd name="T71" fmla="*/ 360 h 668"/>
                <a:gd name="T72" fmla="*/ 587 w 654"/>
                <a:gd name="T73" fmla="*/ 387 h 668"/>
                <a:gd name="T74" fmla="*/ 480 w 654"/>
                <a:gd name="T75" fmla="*/ 360 h 668"/>
                <a:gd name="T76" fmla="*/ 480 w 654"/>
                <a:gd name="T77" fmla="*/ 494 h 668"/>
                <a:gd name="T78" fmla="*/ 587 w 654"/>
                <a:gd name="T79" fmla="*/ 4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4" h="668">
                  <a:moveTo>
                    <a:pt x="387" y="0"/>
                  </a:moveTo>
                  <a:cubicBezTo>
                    <a:pt x="386" y="0"/>
                    <a:pt x="385" y="0"/>
                    <a:pt x="385" y="1"/>
                  </a:cubicBezTo>
                  <a:lnTo>
                    <a:pt x="11" y="72"/>
                  </a:lnTo>
                  <a:cubicBezTo>
                    <a:pt x="5" y="73"/>
                    <a:pt x="0" y="78"/>
                    <a:pt x="0" y="85"/>
                  </a:cubicBezTo>
                  <a:lnTo>
                    <a:pt x="0" y="583"/>
                  </a:lnTo>
                  <a:cubicBezTo>
                    <a:pt x="0" y="589"/>
                    <a:pt x="5" y="594"/>
                    <a:pt x="11" y="596"/>
                  </a:cubicBezTo>
                  <a:lnTo>
                    <a:pt x="385" y="667"/>
                  </a:lnTo>
                  <a:cubicBezTo>
                    <a:pt x="393" y="668"/>
                    <a:pt x="400" y="662"/>
                    <a:pt x="400" y="654"/>
                  </a:cubicBezTo>
                  <a:lnTo>
                    <a:pt x="400" y="587"/>
                  </a:lnTo>
                  <a:lnTo>
                    <a:pt x="627" y="587"/>
                  </a:lnTo>
                  <a:cubicBezTo>
                    <a:pt x="642" y="587"/>
                    <a:pt x="654" y="575"/>
                    <a:pt x="654" y="560"/>
                  </a:cubicBezTo>
                  <a:lnTo>
                    <a:pt x="654" y="107"/>
                  </a:lnTo>
                  <a:cubicBezTo>
                    <a:pt x="654" y="92"/>
                    <a:pt x="642" y="80"/>
                    <a:pt x="627" y="80"/>
                  </a:cubicBezTo>
                  <a:lnTo>
                    <a:pt x="400" y="80"/>
                  </a:lnTo>
                  <a:lnTo>
                    <a:pt x="400" y="14"/>
                  </a:lnTo>
                  <a:cubicBezTo>
                    <a:pt x="400" y="6"/>
                    <a:pt x="394" y="0"/>
                    <a:pt x="387" y="0"/>
                  </a:cubicBezTo>
                  <a:close/>
                  <a:moveTo>
                    <a:pt x="374" y="30"/>
                  </a:moveTo>
                  <a:cubicBezTo>
                    <a:pt x="374" y="232"/>
                    <a:pt x="374" y="435"/>
                    <a:pt x="374" y="638"/>
                  </a:cubicBezTo>
                  <a:lnTo>
                    <a:pt x="27" y="571"/>
                  </a:lnTo>
                  <a:lnTo>
                    <a:pt x="27" y="96"/>
                  </a:lnTo>
                  <a:lnTo>
                    <a:pt x="374" y="30"/>
                  </a:lnTo>
                  <a:close/>
                  <a:moveTo>
                    <a:pt x="400" y="107"/>
                  </a:moveTo>
                  <a:lnTo>
                    <a:pt x="627" y="107"/>
                  </a:lnTo>
                  <a:lnTo>
                    <a:pt x="627" y="560"/>
                  </a:lnTo>
                  <a:lnTo>
                    <a:pt x="400" y="560"/>
                  </a:lnTo>
                  <a:lnTo>
                    <a:pt x="400" y="494"/>
                  </a:lnTo>
                  <a:lnTo>
                    <a:pt x="454" y="494"/>
                  </a:lnTo>
                  <a:lnTo>
                    <a:pt x="454" y="467"/>
                  </a:lnTo>
                  <a:lnTo>
                    <a:pt x="400" y="467"/>
                  </a:lnTo>
                  <a:lnTo>
                    <a:pt x="400" y="387"/>
                  </a:lnTo>
                  <a:lnTo>
                    <a:pt x="454" y="387"/>
                  </a:lnTo>
                  <a:lnTo>
                    <a:pt x="454" y="360"/>
                  </a:lnTo>
                  <a:lnTo>
                    <a:pt x="400" y="360"/>
                  </a:lnTo>
                  <a:lnTo>
                    <a:pt x="400" y="294"/>
                  </a:lnTo>
                  <a:lnTo>
                    <a:pt x="454" y="294"/>
                  </a:lnTo>
                  <a:lnTo>
                    <a:pt x="454" y="267"/>
                  </a:lnTo>
                  <a:lnTo>
                    <a:pt x="400" y="267"/>
                  </a:lnTo>
                  <a:lnTo>
                    <a:pt x="400" y="200"/>
                  </a:lnTo>
                  <a:lnTo>
                    <a:pt x="454" y="200"/>
                  </a:lnTo>
                  <a:lnTo>
                    <a:pt x="454" y="174"/>
                  </a:lnTo>
                  <a:lnTo>
                    <a:pt x="400" y="174"/>
                  </a:lnTo>
                  <a:lnTo>
                    <a:pt x="400" y="107"/>
                  </a:lnTo>
                  <a:close/>
                  <a:moveTo>
                    <a:pt x="480" y="174"/>
                  </a:moveTo>
                  <a:lnTo>
                    <a:pt x="480" y="200"/>
                  </a:lnTo>
                  <a:lnTo>
                    <a:pt x="587" y="200"/>
                  </a:lnTo>
                  <a:lnTo>
                    <a:pt x="587" y="174"/>
                  </a:lnTo>
                  <a:lnTo>
                    <a:pt x="480" y="174"/>
                  </a:lnTo>
                  <a:close/>
                  <a:moveTo>
                    <a:pt x="90" y="209"/>
                  </a:moveTo>
                  <a:lnTo>
                    <a:pt x="162" y="334"/>
                  </a:lnTo>
                  <a:lnTo>
                    <a:pt x="83" y="459"/>
                  </a:lnTo>
                  <a:lnTo>
                    <a:pt x="150" y="459"/>
                  </a:lnTo>
                  <a:lnTo>
                    <a:pt x="193" y="378"/>
                  </a:lnTo>
                  <a:cubicBezTo>
                    <a:pt x="196" y="370"/>
                    <a:pt x="198" y="365"/>
                    <a:pt x="199" y="361"/>
                  </a:cubicBezTo>
                  <a:lnTo>
                    <a:pt x="199" y="361"/>
                  </a:lnTo>
                  <a:cubicBezTo>
                    <a:pt x="201" y="369"/>
                    <a:pt x="203" y="374"/>
                    <a:pt x="204" y="377"/>
                  </a:cubicBezTo>
                  <a:lnTo>
                    <a:pt x="247" y="459"/>
                  </a:lnTo>
                  <a:lnTo>
                    <a:pt x="314" y="459"/>
                  </a:lnTo>
                  <a:lnTo>
                    <a:pt x="237" y="333"/>
                  </a:lnTo>
                  <a:lnTo>
                    <a:pt x="312" y="209"/>
                  </a:lnTo>
                  <a:lnTo>
                    <a:pt x="249" y="209"/>
                  </a:lnTo>
                  <a:lnTo>
                    <a:pt x="210" y="283"/>
                  </a:lnTo>
                  <a:cubicBezTo>
                    <a:pt x="206" y="293"/>
                    <a:pt x="203" y="300"/>
                    <a:pt x="202" y="305"/>
                  </a:cubicBezTo>
                  <a:lnTo>
                    <a:pt x="201" y="305"/>
                  </a:lnTo>
                  <a:cubicBezTo>
                    <a:pt x="199" y="297"/>
                    <a:pt x="196" y="290"/>
                    <a:pt x="194" y="284"/>
                  </a:cubicBezTo>
                  <a:lnTo>
                    <a:pt x="158" y="209"/>
                  </a:lnTo>
                  <a:lnTo>
                    <a:pt x="90" y="209"/>
                  </a:lnTo>
                  <a:close/>
                  <a:moveTo>
                    <a:pt x="480" y="267"/>
                  </a:moveTo>
                  <a:lnTo>
                    <a:pt x="480" y="294"/>
                  </a:lnTo>
                  <a:lnTo>
                    <a:pt x="587" y="294"/>
                  </a:lnTo>
                  <a:lnTo>
                    <a:pt x="587" y="267"/>
                  </a:lnTo>
                  <a:lnTo>
                    <a:pt x="480" y="267"/>
                  </a:lnTo>
                  <a:close/>
                  <a:moveTo>
                    <a:pt x="480" y="360"/>
                  </a:moveTo>
                  <a:lnTo>
                    <a:pt x="480" y="387"/>
                  </a:lnTo>
                  <a:lnTo>
                    <a:pt x="587" y="387"/>
                  </a:lnTo>
                  <a:lnTo>
                    <a:pt x="587" y="360"/>
                  </a:lnTo>
                  <a:lnTo>
                    <a:pt x="480" y="360"/>
                  </a:lnTo>
                  <a:close/>
                  <a:moveTo>
                    <a:pt x="480" y="467"/>
                  </a:moveTo>
                  <a:lnTo>
                    <a:pt x="480" y="494"/>
                  </a:lnTo>
                  <a:lnTo>
                    <a:pt x="587" y="494"/>
                  </a:lnTo>
                  <a:lnTo>
                    <a:pt x="587" y="467"/>
                  </a:lnTo>
                  <a:lnTo>
                    <a:pt x="480" y="46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6D6A5B5A-DAD8-1D42-1775-88A30307D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5192" y="6476997"/>
            <a:ext cx="7446502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 defTabSz="1033463">
              <a:spcBef>
                <a:spcPct val="20000"/>
              </a:spcBef>
            </a:pP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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◀   </a:t>
            </a:r>
            <a:r>
              <a:rPr lang="en-US" altLang="ko-KR" sz="700" u="sng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2   3   4   5   6   7   8   9   10   ▶ </a:t>
            </a:r>
            <a:r>
              <a:rPr lang="en-US" altLang="ko-KR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ebdings" pitchFamily="18" charset="2"/>
              </a:rPr>
              <a:t>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E5F1FAF5-672F-72A2-524B-ED01AE0EE19B}"/>
              </a:ext>
            </a:extLst>
          </p:cNvPr>
          <p:cNvSpPr/>
          <p:nvPr/>
        </p:nvSpPr>
        <p:spPr bwMode="auto">
          <a:xfrm>
            <a:off x="6081481" y="1611420"/>
            <a:ext cx="170120" cy="170120"/>
          </a:xfrm>
          <a:prstGeom prst="ellipse">
            <a:avLst/>
          </a:prstGeom>
          <a:solidFill>
            <a:srgbClr val="FFC000"/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  <a:ea typeface="바탕체" pitchFamily="17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7672582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6,20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Absolute,Absolu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Absolute,None,None"/>
</p:tagLst>
</file>

<file path=ppt/theme/theme1.xml><?xml version="1.0" encoding="utf-8"?>
<a:theme xmlns:a="http://schemas.openxmlformats.org/drawingml/2006/main" name="산출물표준-파워포인트-가로">
  <a:themeElements>
    <a:clrScheme name="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FFFFF"/>
      </a:accent1>
      <a:accent2>
        <a:srgbClr val="3333CC"/>
      </a:accent2>
      <a:accent3>
        <a:srgbClr val="FFFFFF"/>
      </a:accent3>
      <a:accent4>
        <a:srgbClr val="000000"/>
      </a:accent4>
      <a:accent5>
        <a:srgbClr val="FFFFFF"/>
      </a:accent5>
      <a:accent6>
        <a:srgbClr val="2D2DB9"/>
      </a:accent6>
      <a:hlink>
        <a:srgbClr val="CCCCFF"/>
      </a:hlink>
      <a:folHlink>
        <a:srgbClr val="B2B2B2"/>
      </a:folHlink>
    </a:clrScheme>
    <a:fontScheme name="산출물표준-파워포인트-가로">
      <a:majorFont>
        <a:latin typeface="Arial"/>
        <a:ea typeface="돋움"/>
        <a:cs typeface=""/>
      </a:majorFont>
      <a:minorFont>
        <a:latin typeface="Arial"/>
        <a:ea typeface="돋움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rgbClr val="EAEAEA"/>
        </a:solidFill>
        <a:ln w="12700" cap="flat" cmpd="sng" algn="ctr">
          <a:solidFill>
            <a:schemeClr val="bg1">
              <a:lumMod val="75000"/>
            </a:schemeClr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rtlCol="0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sz="10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  <a:ea typeface="바탕체" pitchFamily="17" charset="-127"/>
          </a:defRPr>
        </a:defPPr>
      </a:lstStyle>
    </a:spDef>
    <a:lnDef>
      <a:spPr bwMode="auto">
        <a:solidFill>
          <a:srgbClr val="EAEAEA"/>
        </a:solidFill>
        <a:ln w="25400" cap="flat" cmpd="sng" algn="ctr">
          <a:solidFill>
            <a:srgbClr val="FF0000"/>
          </a:solidFill>
          <a:prstDash val="sysDash"/>
          <a:round/>
          <a:headEnd type="none" w="med" len="med"/>
          <a:tailEnd type="none"/>
        </a:ln>
        <a:effectLst/>
      </a:spPr>
      <a:bodyPr/>
      <a:lstStyle/>
    </a:lnDef>
  </a:objectDefaults>
  <a:extraClrSchemeLst>
    <a:extraClrScheme>
      <a:clrScheme name="산출물표준-파워포인트-가로 1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산출물표준-파워포인트-가로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33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산출물표준-파워포인트-가로 3">
        <a:dk1>
          <a:srgbClr val="000000"/>
        </a:dk1>
        <a:lt1>
          <a:srgbClr val="FFFFCC"/>
        </a:lt1>
        <a:dk2>
          <a:srgbClr val="9999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산출물표준-파워포인트-가로 4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산출물표준-파워포인트-가로 5">
        <a:dk1>
          <a:srgbClr val="000000"/>
        </a:dk1>
        <a:lt1>
          <a:srgbClr val="FFFFFF"/>
        </a:lt1>
        <a:dk2>
          <a:srgbClr val="000000"/>
        </a:dk2>
        <a:lt2>
          <a:srgbClr val="9F9F9F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산출물표준-파워포인트-가로 6">
        <a:dk1>
          <a:srgbClr val="000000"/>
        </a:dk1>
        <a:lt1>
          <a:srgbClr val="FFFFFF"/>
        </a:lt1>
        <a:dk2>
          <a:srgbClr val="000000"/>
        </a:dk2>
        <a:lt2>
          <a:srgbClr val="868686"/>
        </a:lt2>
        <a:accent1>
          <a:srgbClr val="CBCBCB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005CE7"/>
        </a:accent6>
        <a:hlink>
          <a:srgbClr val="FF0033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산출물표준-파워포인트-가로 7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표지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>
          <a:solidFill>
            <a:srgbClr val="00AAB4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G:\03.작업관리\04.문서표준\산출물표준-파워포인트-가로.pot</Template>
  <TotalTime>39805</TotalTime>
  <Words>9865</Words>
  <Application>Microsoft Office PowerPoint</Application>
  <PresentationFormat>A4 용지(210x297mm)</PresentationFormat>
  <Paragraphs>4391</Paragraphs>
  <Slides>52</Slides>
  <Notes>9</Notes>
  <HiddenSlides>0</HiddenSlides>
  <MMClips>0</MMClips>
  <ScaleCrop>false</ScaleCrop>
  <HeadingPairs>
    <vt:vector size="6" baseType="variant">
      <vt:variant>
        <vt:lpstr>사용한 글꼴</vt:lpstr>
      </vt:variant>
      <vt:variant>
        <vt:i4>9</vt:i4>
      </vt:variant>
      <vt:variant>
        <vt:lpstr>테마</vt:lpstr>
      </vt:variant>
      <vt:variant>
        <vt:i4>4</vt:i4>
      </vt:variant>
      <vt:variant>
        <vt:lpstr>슬라이드 제목</vt:lpstr>
      </vt:variant>
      <vt:variant>
        <vt:i4>52</vt:i4>
      </vt:variant>
    </vt:vector>
  </HeadingPairs>
  <TitlesOfParts>
    <vt:vector size="65" baseType="lpstr">
      <vt:lpstr>Aptos</vt:lpstr>
      <vt:lpstr>돋움</vt:lpstr>
      <vt:lpstr>맑은 고딕</vt:lpstr>
      <vt:lpstr>바탕체</vt:lpstr>
      <vt:lpstr>Arial</vt:lpstr>
      <vt:lpstr>Calibri</vt:lpstr>
      <vt:lpstr>Calibri Light</vt:lpstr>
      <vt:lpstr>Segoe UI</vt:lpstr>
      <vt:lpstr>Wingdings</vt:lpstr>
      <vt:lpstr>산출물표준-파워포인트-가로</vt:lpstr>
      <vt:lpstr>표지</vt:lpstr>
      <vt:lpstr>디자인 사용자 지정</vt:lpstr>
      <vt:lpstr>Office 테마</vt:lpstr>
      <vt:lpstr>예측관리 화면설계 자료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LG CNS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현행 업무 흐름도-양식</dc:title>
  <dc:subject>프로젝트 명</dc:subject>
  <dc:creator>작성자입력</dc:creator>
  <cp:keywords>XXX-XXX-AD-02</cp:keywords>
  <cp:lastModifiedBy>IIS-SPT-N-0031-U</cp:lastModifiedBy>
  <cp:revision>2598</cp:revision>
  <cp:lastPrinted>2024-10-18T07:25:19Z</cp:lastPrinted>
  <dcterms:created xsi:type="dcterms:W3CDTF">2003-12-22T08:07:40Z</dcterms:created>
  <dcterms:modified xsi:type="dcterms:W3CDTF">2025-12-11T04:54:53Z</dcterms:modified>
  <cp:category>Ver. 1.2</cp:category>
</cp:coreProperties>
</file>