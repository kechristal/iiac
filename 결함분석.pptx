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0693400" cy="7556500"/>
  <p:notesSz cx="10693400" cy="75565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852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5"/>
            <a:ext cx="9089390" cy="1586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8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50" b="1" i="0">
                <a:solidFill>
                  <a:srgbClr val="111726"/>
                </a:solidFill>
                <a:latin typeface="Noto Sans KR Black"/>
                <a:cs typeface="Noto Sans KR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50" b="1" i="0">
                <a:solidFill>
                  <a:srgbClr val="111726"/>
                </a:solidFill>
                <a:latin typeface="Noto Sans KR Black"/>
                <a:cs typeface="Noto Sans KR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50" b="1" i="0">
                <a:solidFill>
                  <a:srgbClr val="111726"/>
                </a:solidFill>
                <a:latin typeface="Noto Sans KR Black"/>
                <a:cs typeface="Noto Sans KR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61949" y="5976937"/>
            <a:ext cx="9974580" cy="1224915"/>
          </a:xfrm>
          <a:custGeom>
            <a:avLst/>
            <a:gdLst/>
            <a:ahLst/>
            <a:cxnLst/>
            <a:rect l="l" t="t" r="r" b="b"/>
            <a:pathLst>
              <a:path w="9974580" h="1224915">
                <a:moveTo>
                  <a:pt x="0" y="1224379"/>
                </a:moveTo>
                <a:lnTo>
                  <a:pt x="9974401" y="1224379"/>
                </a:lnTo>
                <a:lnTo>
                  <a:pt x="9974401" y="0"/>
                </a:lnTo>
                <a:lnTo>
                  <a:pt x="0" y="0"/>
                </a:lnTo>
                <a:lnTo>
                  <a:pt x="0" y="1224379"/>
                </a:lnTo>
                <a:close/>
              </a:path>
            </a:pathLst>
          </a:custGeom>
          <a:solidFill>
            <a:srgbClr val="F2F4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361949" y="1328975"/>
            <a:ext cx="9973310" cy="8255"/>
          </a:xfrm>
          <a:custGeom>
            <a:avLst/>
            <a:gdLst/>
            <a:ahLst/>
            <a:cxnLst/>
            <a:rect l="l" t="t" r="r" b="b"/>
            <a:pathLst>
              <a:path w="9973310" h="8255">
                <a:moveTo>
                  <a:pt x="0" y="7798"/>
                </a:moveTo>
                <a:lnTo>
                  <a:pt x="0" y="0"/>
                </a:lnTo>
                <a:lnTo>
                  <a:pt x="9973120" y="0"/>
                </a:lnTo>
                <a:lnTo>
                  <a:pt x="9973120" y="7798"/>
                </a:lnTo>
                <a:lnTo>
                  <a:pt x="0" y="7798"/>
                </a:lnTo>
                <a:close/>
              </a:path>
            </a:pathLst>
          </a:custGeom>
          <a:solidFill>
            <a:srgbClr val="E4E7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61949" y="5976937"/>
            <a:ext cx="9974580" cy="1224915"/>
          </a:xfrm>
          <a:custGeom>
            <a:avLst/>
            <a:gdLst/>
            <a:ahLst/>
            <a:cxnLst/>
            <a:rect l="l" t="t" r="r" b="b"/>
            <a:pathLst>
              <a:path w="9974580" h="1224915">
                <a:moveTo>
                  <a:pt x="0" y="1224379"/>
                </a:moveTo>
                <a:lnTo>
                  <a:pt x="9974401" y="1224379"/>
                </a:lnTo>
                <a:lnTo>
                  <a:pt x="9974401" y="0"/>
                </a:lnTo>
                <a:lnTo>
                  <a:pt x="0" y="0"/>
                </a:lnTo>
                <a:lnTo>
                  <a:pt x="0" y="1224379"/>
                </a:lnTo>
                <a:close/>
              </a:path>
            </a:pathLst>
          </a:custGeom>
          <a:solidFill>
            <a:srgbClr val="F2F4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17165" y="751969"/>
            <a:ext cx="4137025" cy="3378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50" b="1" i="0">
                <a:solidFill>
                  <a:srgbClr val="111726"/>
                </a:solidFill>
                <a:latin typeface="Noto Sans KR Black"/>
                <a:cs typeface="Noto Sans KR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7995"/>
            <a:ext cx="9624060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27545"/>
            <a:ext cx="3421888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26.png"/><Relationship Id="rId7" Type="http://schemas.openxmlformats.org/officeDocument/2006/relationships/image" Target="../media/image3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6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12" Type="http://schemas.openxmlformats.org/officeDocument/2006/relationships/image" Target="../media/image55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11" Type="http://schemas.openxmlformats.org/officeDocument/2006/relationships/image" Target="../media/image54.png"/><Relationship Id="rId5" Type="http://schemas.openxmlformats.org/officeDocument/2006/relationships/image" Target="../media/image48.png"/><Relationship Id="rId15" Type="http://schemas.openxmlformats.org/officeDocument/2006/relationships/image" Target="../media/image58.png"/><Relationship Id="rId10" Type="http://schemas.openxmlformats.org/officeDocument/2006/relationships/image" Target="../media/image53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Relationship Id="rId14" Type="http://schemas.openxmlformats.org/officeDocument/2006/relationships/image" Target="../media/image5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81940" y="358458"/>
            <a:ext cx="10129520" cy="6839584"/>
            <a:chOff x="361949" y="361950"/>
            <a:chExt cx="10129520" cy="6839584"/>
          </a:xfrm>
        </p:grpSpPr>
        <p:sp>
          <p:nvSpPr>
            <p:cNvPr id="3" name="object 3"/>
            <p:cNvSpPr/>
            <p:nvPr/>
          </p:nvSpPr>
          <p:spPr>
            <a:xfrm>
              <a:off x="361949" y="361950"/>
              <a:ext cx="312420" cy="5615305"/>
            </a:xfrm>
            <a:custGeom>
              <a:avLst/>
              <a:gdLst/>
              <a:ahLst/>
              <a:cxnLst/>
              <a:rect l="l" t="t" r="r" b="b"/>
              <a:pathLst>
                <a:path w="312420" h="5615305">
                  <a:moveTo>
                    <a:pt x="311943" y="5614987"/>
                  </a:moveTo>
                  <a:lnTo>
                    <a:pt x="0" y="5614987"/>
                  </a:lnTo>
                  <a:lnTo>
                    <a:pt x="0" y="0"/>
                  </a:lnTo>
                  <a:lnTo>
                    <a:pt x="311943" y="0"/>
                  </a:lnTo>
                  <a:lnTo>
                    <a:pt x="311943" y="5614987"/>
                  </a:lnTo>
                  <a:close/>
                </a:path>
              </a:pathLst>
            </a:custGeom>
            <a:solidFill>
              <a:srgbClr val="1D3A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53049" y="361950"/>
              <a:ext cx="4982020" cy="561498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380684" y="3013471"/>
              <a:ext cx="2954655" cy="2963545"/>
            </a:xfrm>
            <a:custGeom>
              <a:avLst/>
              <a:gdLst/>
              <a:ahLst/>
              <a:cxnLst/>
              <a:rect l="l" t="t" r="r" b="b"/>
              <a:pathLst>
                <a:path w="2954654" h="2963545">
                  <a:moveTo>
                    <a:pt x="433962" y="2963465"/>
                  </a:moveTo>
                  <a:lnTo>
                    <a:pt x="407145" y="2931572"/>
                  </a:lnTo>
                  <a:lnTo>
                    <a:pt x="379637" y="2897202"/>
                  </a:lnTo>
                  <a:lnTo>
                    <a:pt x="352981" y="2862168"/>
                  </a:lnTo>
                  <a:lnTo>
                    <a:pt x="327193" y="2826489"/>
                  </a:lnTo>
                  <a:lnTo>
                    <a:pt x="302288" y="2790189"/>
                  </a:lnTo>
                  <a:lnTo>
                    <a:pt x="278281" y="2753288"/>
                  </a:lnTo>
                  <a:lnTo>
                    <a:pt x="255187" y="2715810"/>
                  </a:lnTo>
                  <a:lnTo>
                    <a:pt x="233021" y="2677776"/>
                  </a:lnTo>
                  <a:lnTo>
                    <a:pt x="211794" y="2639209"/>
                  </a:lnTo>
                  <a:lnTo>
                    <a:pt x="191520" y="2600134"/>
                  </a:lnTo>
                  <a:lnTo>
                    <a:pt x="172211" y="2560572"/>
                  </a:lnTo>
                  <a:lnTo>
                    <a:pt x="153878" y="2520548"/>
                  </a:lnTo>
                  <a:lnTo>
                    <a:pt x="136534" y="2480086"/>
                  </a:lnTo>
                  <a:lnTo>
                    <a:pt x="120188" y="2439211"/>
                  </a:lnTo>
                  <a:lnTo>
                    <a:pt x="104850" y="2397948"/>
                  </a:lnTo>
                  <a:lnTo>
                    <a:pt x="90529" y="2356320"/>
                  </a:lnTo>
                  <a:lnTo>
                    <a:pt x="77235" y="2314353"/>
                  </a:lnTo>
                  <a:lnTo>
                    <a:pt x="64973" y="2272073"/>
                  </a:lnTo>
                  <a:lnTo>
                    <a:pt x="53753" y="2229504"/>
                  </a:lnTo>
                  <a:lnTo>
                    <a:pt x="43582" y="2186673"/>
                  </a:lnTo>
                  <a:lnTo>
                    <a:pt x="34464" y="2143605"/>
                  </a:lnTo>
                  <a:lnTo>
                    <a:pt x="26406" y="2100326"/>
                  </a:lnTo>
                  <a:lnTo>
                    <a:pt x="19414" y="2056863"/>
                  </a:lnTo>
                  <a:lnTo>
                    <a:pt x="13489" y="2013241"/>
                  </a:lnTo>
                  <a:lnTo>
                    <a:pt x="8637" y="1969488"/>
                  </a:lnTo>
                  <a:lnTo>
                    <a:pt x="4860" y="1925628"/>
                  </a:lnTo>
                  <a:lnTo>
                    <a:pt x="2160" y="1881688"/>
                  </a:lnTo>
                  <a:lnTo>
                    <a:pt x="540" y="1837695"/>
                  </a:lnTo>
                  <a:lnTo>
                    <a:pt x="0" y="1793676"/>
                  </a:lnTo>
                  <a:lnTo>
                    <a:pt x="135" y="1771663"/>
                  </a:lnTo>
                  <a:lnTo>
                    <a:pt x="1215" y="1727657"/>
                  </a:lnTo>
                  <a:lnTo>
                    <a:pt x="3375" y="1683685"/>
                  </a:lnTo>
                  <a:lnTo>
                    <a:pt x="6614" y="1639785"/>
                  </a:lnTo>
                  <a:lnTo>
                    <a:pt x="10929" y="1595971"/>
                  </a:lnTo>
                  <a:lnTo>
                    <a:pt x="16317" y="1552283"/>
                  </a:lnTo>
                  <a:lnTo>
                    <a:pt x="22777" y="1508734"/>
                  </a:lnTo>
                  <a:lnTo>
                    <a:pt x="30302" y="1465363"/>
                  </a:lnTo>
                  <a:lnTo>
                    <a:pt x="38891" y="1422183"/>
                  </a:lnTo>
                  <a:lnTo>
                    <a:pt x="48535" y="1379234"/>
                  </a:lnTo>
                  <a:lnTo>
                    <a:pt x="59233" y="1336528"/>
                  </a:lnTo>
                  <a:lnTo>
                    <a:pt x="70973" y="1294103"/>
                  </a:lnTo>
                  <a:lnTo>
                    <a:pt x="83753" y="1251973"/>
                  </a:lnTo>
                  <a:lnTo>
                    <a:pt x="97561" y="1210176"/>
                  </a:lnTo>
                  <a:lnTo>
                    <a:pt x="112393" y="1168724"/>
                  </a:lnTo>
                  <a:lnTo>
                    <a:pt x="128235" y="1127654"/>
                  </a:lnTo>
                  <a:lnTo>
                    <a:pt x="145083" y="1086980"/>
                  </a:lnTo>
                  <a:lnTo>
                    <a:pt x="162921" y="1046737"/>
                  </a:lnTo>
                  <a:lnTo>
                    <a:pt x="181745" y="1006939"/>
                  </a:lnTo>
                  <a:lnTo>
                    <a:pt x="201537" y="967620"/>
                  </a:lnTo>
                  <a:lnTo>
                    <a:pt x="222290" y="928793"/>
                  </a:lnTo>
                  <a:lnTo>
                    <a:pt x="243986" y="890492"/>
                  </a:lnTo>
                  <a:lnTo>
                    <a:pt x="266620" y="852730"/>
                  </a:lnTo>
                  <a:lnTo>
                    <a:pt x="290170" y="815540"/>
                  </a:lnTo>
                  <a:lnTo>
                    <a:pt x="314630" y="778934"/>
                  </a:lnTo>
                  <a:lnTo>
                    <a:pt x="339977" y="742945"/>
                  </a:lnTo>
                  <a:lnTo>
                    <a:pt x="366202" y="707584"/>
                  </a:lnTo>
                  <a:lnTo>
                    <a:pt x="393284" y="672882"/>
                  </a:lnTo>
                  <a:lnTo>
                    <a:pt x="421214" y="638849"/>
                  </a:lnTo>
                  <a:lnTo>
                    <a:pt x="449966" y="605518"/>
                  </a:lnTo>
                  <a:lnTo>
                    <a:pt x="479532" y="572897"/>
                  </a:lnTo>
                  <a:lnTo>
                    <a:pt x="509885" y="541016"/>
                  </a:lnTo>
                  <a:lnTo>
                    <a:pt x="541016" y="509885"/>
                  </a:lnTo>
                  <a:lnTo>
                    <a:pt x="572897" y="479532"/>
                  </a:lnTo>
                  <a:lnTo>
                    <a:pt x="605517" y="449966"/>
                  </a:lnTo>
                  <a:lnTo>
                    <a:pt x="638849" y="421214"/>
                  </a:lnTo>
                  <a:lnTo>
                    <a:pt x="672881" y="393285"/>
                  </a:lnTo>
                  <a:lnTo>
                    <a:pt x="707583" y="366203"/>
                  </a:lnTo>
                  <a:lnTo>
                    <a:pt x="742945" y="339977"/>
                  </a:lnTo>
                  <a:lnTo>
                    <a:pt x="778934" y="314630"/>
                  </a:lnTo>
                  <a:lnTo>
                    <a:pt x="815540" y="290171"/>
                  </a:lnTo>
                  <a:lnTo>
                    <a:pt x="852729" y="266621"/>
                  </a:lnTo>
                  <a:lnTo>
                    <a:pt x="890492" y="243987"/>
                  </a:lnTo>
                  <a:lnTo>
                    <a:pt x="928792" y="222290"/>
                  </a:lnTo>
                  <a:lnTo>
                    <a:pt x="967620" y="201537"/>
                  </a:lnTo>
                  <a:lnTo>
                    <a:pt x="1006938" y="181745"/>
                  </a:lnTo>
                  <a:lnTo>
                    <a:pt x="1046737" y="162922"/>
                  </a:lnTo>
                  <a:lnTo>
                    <a:pt x="1086979" y="145083"/>
                  </a:lnTo>
                  <a:lnTo>
                    <a:pt x="1127653" y="128235"/>
                  </a:lnTo>
                  <a:lnTo>
                    <a:pt x="1168723" y="112393"/>
                  </a:lnTo>
                  <a:lnTo>
                    <a:pt x="1210176" y="97562"/>
                  </a:lnTo>
                  <a:lnTo>
                    <a:pt x="1251973" y="83754"/>
                  </a:lnTo>
                  <a:lnTo>
                    <a:pt x="1294103" y="70974"/>
                  </a:lnTo>
                  <a:lnTo>
                    <a:pt x="1336527" y="59233"/>
                  </a:lnTo>
                  <a:lnTo>
                    <a:pt x="1379233" y="48536"/>
                  </a:lnTo>
                  <a:lnTo>
                    <a:pt x="1422183" y="38891"/>
                  </a:lnTo>
                  <a:lnTo>
                    <a:pt x="1465363" y="30302"/>
                  </a:lnTo>
                  <a:lnTo>
                    <a:pt x="1508734" y="22777"/>
                  </a:lnTo>
                  <a:lnTo>
                    <a:pt x="1552284" y="16317"/>
                  </a:lnTo>
                  <a:lnTo>
                    <a:pt x="1595972" y="10929"/>
                  </a:lnTo>
                  <a:lnTo>
                    <a:pt x="1639785" y="6613"/>
                  </a:lnTo>
                  <a:lnTo>
                    <a:pt x="1683684" y="3375"/>
                  </a:lnTo>
                  <a:lnTo>
                    <a:pt x="1727657" y="1215"/>
                  </a:lnTo>
                  <a:lnTo>
                    <a:pt x="1771663" y="135"/>
                  </a:lnTo>
                  <a:lnTo>
                    <a:pt x="1793676" y="0"/>
                  </a:lnTo>
                  <a:lnTo>
                    <a:pt x="1815689" y="135"/>
                  </a:lnTo>
                  <a:lnTo>
                    <a:pt x="1859695" y="1215"/>
                  </a:lnTo>
                  <a:lnTo>
                    <a:pt x="1903668" y="3375"/>
                  </a:lnTo>
                  <a:lnTo>
                    <a:pt x="1947568" y="6613"/>
                  </a:lnTo>
                  <a:lnTo>
                    <a:pt x="1991381" y="10929"/>
                  </a:lnTo>
                  <a:lnTo>
                    <a:pt x="2035069" y="16317"/>
                  </a:lnTo>
                  <a:lnTo>
                    <a:pt x="2078617" y="22777"/>
                  </a:lnTo>
                  <a:lnTo>
                    <a:pt x="2121987" y="30302"/>
                  </a:lnTo>
                  <a:lnTo>
                    <a:pt x="2165168" y="38891"/>
                  </a:lnTo>
                  <a:lnTo>
                    <a:pt x="2208118" y="48536"/>
                  </a:lnTo>
                  <a:lnTo>
                    <a:pt x="2250824" y="59233"/>
                  </a:lnTo>
                  <a:lnTo>
                    <a:pt x="2293249" y="70974"/>
                  </a:lnTo>
                  <a:lnTo>
                    <a:pt x="2335379" y="83754"/>
                  </a:lnTo>
                  <a:lnTo>
                    <a:pt x="2377176" y="97562"/>
                  </a:lnTo>
                  <a:lnTo>
                    <a:pt x="2418627" y="112393"/>
                  </a:lnTo>
                  <a:lnTo>
                    <a:pt x="2459696" y="128235"/>
                  </a:lnTo>
                  <a:lnTo>
                    <a:pt x="2500371" y="145083"/>
                  </a:lnTo>
                  <a:lnTo>
                    <a:pt x="2540614" y="162922"/>
                  </a:lnTo>
                  <a:lnTo>
                    <a:pt x="2580413" y="181745"/>
                  </a:lnTo>
                  <a:lnTo>
                    <a:pt x="2619731" y="201537"/>
                  </a:lnTo>
                  <a:lnTo>
                    <a:pt x="2658558" y="222290"/>
                  </a:lnTo>
                  <a:lnTo>
                    <a:pt x="2696858" y="243987"/>
                  </a:lnTo>
                  <a:lnTo>
                    <a:pt x="2734620" y="266621"/>
                  </a:lnTo>
                  <a:lnTo>
                    <a:pt x="2771810" y="290171"/>
                  </a:lnTo>
                  <a:lnTo>
                    <a:pt x="2808416" y="314630"/>
                  </a:lnTo>
                  <a:lnTo>
                    <a:pt x="2844406" y="339976"/>
                  </a:lnTo>
                  <a:lnTo>
                    <a:pt x="2879767" y="366203"/>
                  </a:lnTo>
                  <a:lnTo>
                    <a:pt x="2914470" y="393285"/>
                  </a:lnTo>
                  <a:lnTo>
                    <a:pt x="2948502" y="421214"/>
                  </a:lnTo>
                  <a:lnTo>
                    <a:pt x="2954386" y="426227"/>
                  </a:lnTo>
                </a:path>
              </a:pathLst>
            </a:custGeom>
            <a:ln w="311943">
              <a:solidFill>
                <a:srgbClr val="EFF5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457652" y="888355"/>
              <a:ext cx="1856105" cy="226695"/>
            </a:xfrm>
            <a:custGeom>
              <a:avLst/>
              <a:gdLst/>
              <a:ahLst/>
              <a:cxnLst/>
              <a:rect l="l" t="t" r="r" b="b"/>
              <a:pathLst>
                <a:path w="1856104" h="226694">
                  <a:moveTo>
                    <a:pt x="1832389" y="226159"/>
                  </a:moveTo>
                  <a:lnTo>
                    <a:pt x="23675" y="226159"/>
                  </a:lnTo>
                  <a:lnTo>
                    <a:pt x="20193" y="225466"/>
                  </a:lnTo>
                  <a:lnTo>
                    <a:pt x="0" y="202483"/>
                  </a:lnTo>
                  <a:lnTo>
                    <a:pt x="0" y="198864"/>
                  </a:lnTo>
                  <a:lnTo>
                    <a:pt x="0" y="23675"/>
                  </a:lnTo>
                  <a:lnTo>
                    <a:pt x="23675" y="0"/>
                  </a:lnTo>
                  <a:lnTo>
                    <a:pt x="1832389" y="0"/>
                  </a:lnTo>
                  <a:lnTo>
                    <a:pt x="1856065" y="23675"/>
                  </a:lnTo>
                  <a:lnTo>
                    <a:pt x="1856065" y="202483"/>
                  </a:lnTo>
                  <a:lnTo>
                    <a:pt x="1835870" y="225466"/>
                  </a:lnTo>
                  <a:lnTo>
                    <a:pt x="1832389" y="226159"/>
                  </a:lnTo>
                  <a:close/>
                </a:path>
              </a:pathLst>
            </a:custGeom>
            <a:solidFill>
              <a:srgbClr val="F2F4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457652" y="888355"/>
              <a:ext cx="1856105" cy="226695"/>
            </a:xfrm>
            <a:custGeom>
              <a:avLst/>
              <a:gdLst/>
              <a:ahLst/>
              <a:cxnLst/>
              <a:rect l="l" t="t" r="r" b="b"/>
              <a:pathLst>
                <a:path w="1856104" h="226694">
                  <a:moveTo>
                    <a:pt x="0" y="198864"/>
                  </a:moveTo>
                  <a:lnTo>
                    <a:pt x="0" y="27295"/>
                  </a:lnTo>
                  <a:lnTo>
                    <a:pt x="0" y="23675"/>
                  </a:lnTo>
                  <a:lnTo>
                    <a:pt x="692" y="20193"/>
                  </a:lnTo>
                  <a:lnTo>
                    <a:pt x="2077" y="16849"/>
                  </a:lnTo>
                  <a:lnTo>
                    <a:pt x="3462" y="13505"/>
                  </a:lnTo>
                  <a:lnTo>
                    <a:pt x="5435" y="10553"/>
                  </a:lnTo>
                  <a:lnTo>
                    <a:pt x="7994" y="7994"/>
                  </a:lnTo>
                  <a:lnTo>
                    <a:pt x="10553" y="5435"/>
                  </a:lnTo>
                  <a:lnTo>
                    <a:pt x="13505" y="3462"/>
                  </a:lnTo>
                  <a:lnTo>
                    <a:pt x="16849" y="2077"/>
                  </a:lnTo>
                  <a:lnTo>
                    <a:pt x="20193" y="692"/>
                  </a:lnTo>
                  <a:lnTo>
                    <a:pt x="23675" y="0"/>
                  </a:lnTo>
                  <a:lnTo>
                    <a:pt x="27295" y="0"/>
                  </a:lnTo>
                  <a:lnTo>
                    <a:pt x="1828770" y="0"/>
                  </a:lnTo>
                  <a:lnTo>
                    <a:pt x="1832389" y="0"/>
                  </a:lnTo>
                  <a:lnTo>
                    <a:pt x="1835870" y="692"/>
                  </a:lnTo>
                  <a:lnTo>
                    <a:pt x="1839215" y="2077"/>
                  </a:lnTo>
                  <a:lnTo>
                    <a:pt x="1842559" y="3462"/>
                  </a:lnTo>
                  <a:lnTo>
                    <a:pt x="1845510" y="5435"/>
                  </a:lnTo>
                  <a:lnTo>
                    <a:pt x="1848070" y="7994"/>
                  </a:lnTo>
                  <a:lnTo>
                    <a:pt x="1850629" y="10553"/>
                  </a:lnTo>
                  <a:lnTo>
                    <a:pt x="1852601" y="13505"/>
                  </a:lnTo>
                  <a:lnTo>
                    <a:pt x="1853987" y="16849"/>
                  </a:lnTo>
                  <a:lnTo>
                    <a:pt x="1855372" y="20193"/>
                  </a:lnTo>
                  <a:lnTo>
                    <a:pt x="1856065" y="23675"/>
                  </a:lnTo>
                  <a:lnTo>
                    <a:pt x="1856065" y="27295"/>
                  </a:lnTo>
                  <a:lnTo>
                    <a:pt x="1856065" y="198864"/>
                  </a:lnTo>
                  <a:lnTo>
                    <a:pt x="1856065" y="202483"/>
                  </a:lnTo>
                  <a:lnTo>
                    <a:pt x="1855372" y="205965"/>
                  </a:lnTo>
                  <a:lnTo>
                    <a:pt x="1853987" y="209309"/>
                  </a:lnTo>
                  <a:lnTo>
                    <a:pt x="1852601" y="212653"/>
                  </a:lnTo>
                  <a:lnTo>
                    <a:pt x="1850629" y="215605"/>
                  </a:lnTo>
                  <a:lnTo>
                    <a:pt x="1848070" y="218164"/>
                  </a:lnTo>
                  <a:lnTo>
                    <a:pt x="1845510" y="220724"/>
                  </a:lnTo>
                  <a:lnTo>
                    <a:pt x="1842559" y="222696"/>
                  </a:lnTo>
                  <a:lnTo>
                    <a:pt x="1839215" y="224081"/>
                  </a:lnTo>
                  <a:lnTo>
                    <a:pt x="1835870" y="225466"/>
                  </a:lnTo>
                  <a:lnTo>
                    <a:pt x="1832389" y="226159"/>
                  </a:lnTo>
                  <a:lnTo>
                    <a:pt x="1828770" y="226159"/>
                  </a:lnTo>
                  <a:lnTo>
                    <a:pt x="27295" y="226159"/>
                  </a:lnTo>
                  <a:lnTo>
                    <a:pt x="23675" y="226159"/>
                  </a:lnTo>
                  <a:lnTo>
                    <a:pt x="20193" y="225466"/>
                  </a:lnTo>
                  <a:lnTo>
                    <a:pt x="16849" y="224081"/>
                  </a:lnTo>
                  <a:lnTo>
                    <a:pt x="13505" y="222696"/>
                  </a:lnTo>
                  <a:lnTo>
                    <a:pt x="10553" y="220724"/>
                  </a:lnTo>
                  <a:lnTo>
                    <a:pt x="7994" y="218164"/>
                  </a:lnTo>
                  <a:lnTo>
                    <a:pt x="5435" y="215605"/>
                  </a:lnTo>
                  <a:lnTo>
                    <a:pt x="3462" y="212653"/>
                  </a:lnTo>
                  <a:lnTo>
                    <a:pt x="2077" y="209309"/>
                  </a:lnTo>
                  <a:lnTo>
                    <a:pt x="692" y="205965"/>
                  </a:lnTo>
                  <a:lnTo>
                    <a:pt x="0" y="202483"/>
                  </a:lnTo>
                  <a:lnTo>
                    <a:pt x="0" y="198864"/>
                  </a:lnTo>
                  <a:close/>
                </a:path>
              </a:pathLst>
            </a:custGeom>
            <a:ln w="7798">
              <a:solidFill>
                <a:srgbClr val="E4E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542434" y="926345"/>
            <a:ext cx="1684655" cy="1568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b="0" spc="10" dirty="0">
                <a:solidFill>
                  <a:srgbClr val="4A5462"/>
                </a:solidFill>
                <a:latin typeface="Noto Sans KR Medium"/>
                <a:cs typeface="Noto Sans KR Medium"/>
              </a:rPr>
              <a:t>PROJECT</a:t>
            </a:r>
            <a:r>
              <a:rPr sz="850" b="0" spc="75" dirty="0">
                <a:solidFill>
                  <a:srgbClr val="4A5462"/>
                </a:solidFill>
                <a:latin typeface="Noto Sans KR Medium"/>
                <a:cs typeface="Noto Sans KR Medium"/>
              </a:rPr>
              <a:t> </a:t>
            </a:r>
            <a:r>
              <a:rPr sz="850" b="0" dirty="0">
                <a:solidFill>
                  <a:srgbClr val="4A5462"/>
                </a:solidFill>
                <a:latin typeface="Noto Sans KR Medium"/>
                <a:cs typeface="Noto Sans KR Medium"/>
              </a:rPr>
              <a:t>:</a:t>
            </a:r>
            <a:r>
              <a:rPr sz="850" b="0" spc="80" dirty="0">
                <a:solidFill>
                  <a:srgbClr val="4A5462"/>
                </a:solidFill>
                <a:latin typeface="Noto Sans KR Medium"/>
                <a:cs typeface="Noto Sans KR Medium"/>
              </a:rPr>
              <a:t> </a:t>
            </a:r>
            <a:r>
              <a:rPr sz="850" spc="-50" dirty="0">
                <a:solidFill>
                  <a:srgbClr val="4A5462"/>
                </a:solidFill>
                <a:latin typeface="Arial Unicode MS"/>
                <a:cs typeface="Arial Unicode MS"/>
              </a:rPr>
              <a:t>결함</a:t>
            </a:r>
            <a:r>
              <a:rPr sz="850" spc="35" dirty="0">
                <a:solidFill>
                  <a:srgbClr val="4A5462"/>
                </a:solidFill>
                <a:latin typeface="Arial Unicode MS"/>
                <a:cs typeface="Arial Unicode MS"/>
              </a:rPr>
              <a:t> </a:t>
            </a:r>
            <a:r>
              <a:rPr sz="850" spc="-50" dirty="0">
                <a:solidFill>
                  <a:srgbClr val="4A5462"/>
                </a:solidFill>
                <a:latin typeface="Arial Unicode MS"/>
                <a:cs typeface="Arial Unicode MS"/>
              </a:rPr>
              <a:t>분석</a:t>
            </a:r>
            <a:r>
              <a:rPr sz="850" spc="35" dirty="0">
                <a:solidFill>
                  <a:srgbClr val="4A5462"/>
                </a:solidFill>
                <a:latin typeface="Arial Unicode MS"/>
                <a:cs typeface="Arial Unicode MS"/>
              </a:rPr>
              <a:t> </a:t>
            </a:r>
            <a:r>
              <a:rPr sz="850" spc="-60" dirty="0">
                <a:solidFill>
                  <a:srgbClr val="4A5462"/>
                </a:solidFill>
                <a:latin typeface="Arial Unicode MS"/>
                <a:cs typeface="Arial Unicode MS"/>
              </a:rPr>
              <a:t>및</a:t>
            </a:r>
            <a:r>
              <a:rPr sz="850" spc="35" dirty="0">
                <a:solidFill>
                  <a:srgbClr val="4A5462"/>
                </a:solidFill>
                <a:latin typeface="Arial Unicode MS"/>
                <a:cs typeface="Arial Unicode MS"/>
              </a:rPr>
              <a:t> </a:t>
            </a:r>
            <a:r>
              <a:rPr sz="850" spc="-50" dirty="0">
                <a:solidFill>
                  <a:srgbClr val="4A5462"/>
                </a:solidFill>
                <a:latin typeface="Arial Unicode MS"/>
                <a:cs typeface="Arial Unicode MS"/>
              </a:rPr>
              <a:t>조치</a:t>
            </a:r>
            <a:r>
              <a:rPr sz="850" spc="35" dirty="0">
                <a:solidFill>
                  <a:srgbClr val="4A5462"/>
                </a:solidFill>
                <a:latin typeface="Arial Unicode MS"/>
                <a:cs typeface="Arial Unicode MS"/>
              </a:rPr>
              <a:t> </a:t>
            </a:r>
            <a:r>
              <a:rPr sz="850" spc="-50" dirty="0">
                <a:solidFill>
                  <a:srgbClr val="4A5462"/>
                </a:solidFill>
                <a:latin typeface="Arial Unicode MS"/>
                <a:cs typeface="Arial Unicode MS"/>
              </a:rPr>
              <a:t>계획</a:t>
            </a:r>
            <a:endParaRPr sz="85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441053" y="1636017"/>
            <a:ext cx="2512060" cy="117221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 marR="5080">
              <a:lnSpc>
                <a:spcPts val="4610"/>
              </a:lnSpc>
              <a:spcBef>
                <a:spcPts val="5"/>
              </a:spcBef>
            </a:pPr>
            <a:r>
              <a:rPr sz="3650" spc="-30" dirty="0"/>
              <a:t>Iteration</a:t>
            </a:r>
            <a:r>
              <a:rPr sz="3650" spc="175" dirty="0"/>
              <a:t> </a:t>
            </a:r>
            <a:r>
              <a:rPr sz="3650" spc="15" dirty="0"/>
              <a:t>2 </a:t>
            </a:r>
            <a:r>
              <a:rPr sz="3650" spc="20" dirty="0"/>
              <a:t> </a:t>
            </a:r>
            <a:r>
              <a:rPr sz="3650" spc="30" dirty="0">
                <a:solidFill>
                  <a:srgbClr val="1D3A8A"/>
                </a:solidFill>
              </a:rPr>
              <a:t>결함</a:t>
            </a:r>
            <a:r>
              <a:rPr sz="3650" spc="160" dirty="0">
                <a:solidFill>
                  <a:srgbClr val="1D3A8A"/>
                </a:solidFill>
              </a:rPr>
              <a:t> </a:t>
            </a:r>
            <a:r>
              <a:rPr sz="3650" spc="30" dirty="0">
                <a:solidFill>
                  <a:srgbClr val="1D3A8A"/>
                </a:solidFill>
              </a:rPr>
              <a:t>분석</a:t>
            </a:r>
            <a:r>
              <a:rPr sz="3650" spc="160" dirty="0">
                <a:solidFill>
                  <a:srgbClr val="1D3A8A"/>
                </a:solidFill>
              </a:rPr>
              <a:t> </a:t>
            </a:r>
            <a:r>
              <a:rPr sz="3650" spc="30" dirty="0"/>
              <a:t>및</a:t>
            </a:r>
            <a:endParaRPr sz="3650"/>
          </a:p>
        </p:txBody>
      </p:sp>
      <p:sp>
        <p:nvSpPr>
          <p:cNvPr id="10" name="object 10"/>
          <p:cNvSpPr txBox="1"/>
          <p:nvPr/>
        </p:nvSpPr>
        <p:spPr>
          <a:xfrm>
            <a:off x="1441053" y="2805807"/>
            <a:ext cx="5154295" cy="587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650" b="1" spc="30" dirty="0">
                <a:solidFill>
                  <a:srgbClr val="111726"/>
                </a:solidFill>
                <a:latin typeface="Noto Sans KR Black"/>
                <a:cs typeface="Noto Sans KR Black"/>
              </a:rPr>
              <a:t>통합테스트</a:t>
            </a:r>
            <a:r>
              <a:rPr sz="3650" b="1" spc="165" dirty="0">
                <a:solidFill>
                  <a:srgbClr val="111726"/>
                </a:solidFill>
                <a:latin typeface="Noto Sans KR Black"/>
                <a:cs typeface="Noto Sans KR Black"/>
              </a:rPr>
              <a:t> </a:t>
            </a:r>
            <a:r>
              <a:rPr sz="3650" b="1" spc="30" dirty="0">
                <a:solidFill>
                  <a:srgbClr val="111726"/>
                </a:solidFill>
                <a:latin typeface="Noto Sans KR Black"/>
                <a:cs typeface="Noto Sans KR Black"/>
              </a:rPr>
              <a:t>대비</a:t>
            </a:r>
            <a:r>
              <a:rPr sz="3650" b="1" spc="170" dirty="0">
                <a:solidFill>
                  <a:srgbClr val="111726"/>
                </a:solidFill>
                <a:latin typeface="Noto Sans KR Black"/>
                <a:cs typeface="Noto Sans KR Black"/>
              </a:rPr>
              <a:t> </a:t>
            </a:r>
            <a:r>
              <a:rPr sz="3650" b="1" spc="30" dirty="0">
                <a:solidFill>
                  <a:srgbClr val="111726"/>
                </a:solidFill>
                <a:latin typeface="Noto Sans KR Black"/>
                <a:cs typeface="Noto Sans KR Black"/>
              </a:rPr>
              <a:t>조치</a:t>
            </a:r>
            <a:r>
              <a:rPr sz="3650" b="1" spc="170" dirty="0">
                <a:solidFill>
                  <a:srgbClr val="111726"/>
                </a:solidFill>
                <a:latin typeface="Noto Sans KR Black"/>
                <a:cs typeface="Noto Sans KR Black"/>
              </a:rPr>
              <a:t> </a:t>
            </a:r>
            <a:r>
              <a:rPr sz="3650" b="1" spc="30" dirty="0">
                <a:solidFill>
                  <a:srgbClr val="111726"/>
                </a:solidFill>
                <a:latin typeface="Noto Sans KR Black"/>
                <a:cs typeface="Noto Sans KR Black"/>
              </a:rPr>
              <a:t>계획</a:t>
            </a:r>
            <a:endParaRPr sz="3650" dirty="0">
              <a:latin typeface="Noto Sans KR Black"/>
              <a:cs typeface="Noto Sans KR Black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453753" y="5103495"/>
            <a:ext cx="5240655" cy="328295"/>
            <a:chOff x="1453753" y="5103495"/>
            <a:chExt cx="5240655" cy="328295"/>
          </a:xfrm>
        </p:grpSpPr>
        <p:sp>
          <p:nvSpPr>
            <p:cNvPr id="12" name="object 12"/>
            <p:cNvSpPr/>
            <p:nvPr/>
          </p:nvSpPr>
          <p:spPr>
            <a:xfrm>
              <a:off x="1453753" y="5103495"/>
              <a:ext cx="5240655" cy="8255"/>
            </a:xfrm>
            <a:custGeom>
              <a:avLst/>
              <a:gdLst/>
              <a:ahLst/>
              <a:cxnLst/>
              <a:rect l="l" t="t" r="r" b="b"/>
              <a:pathLst>
                <a:path w="5240654" h="8254">
                  <a:moveTo>
                    <a:pt x="5240654" y="7798"/>
                  </a:moveTo>
                  <a:lnTo>
                    <a:pt x="0" y="7798"/>
                  </a:lnTo>
                  <a:lnTo>
                    <a:pt x="0" y="0"/>
                  </a:lnTo>
                  <a:lnTo>
                    <a:pt x="5240654" y="0"/>
                  </a:lnTo>
                  <a:lnTo>
                    <a:pt x="5240654" y="7798"/>
                  </a:lnTo>
                  <a:close/>
                </a:path>
              </a:pathLst>
            </a:custGeom>
            <a:solidFill>
              <a:srgbClr val="E4E7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53753" y="5320188"/>
              <a:ext cx="95249" cy="11112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37350" y="5320188"/>
              <a:ext cx="95249" cy="11112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66378" y="5317013"/>
              <a:ext cx="111124" cy="114299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598974" y="5293495"/>
            <a:ext cx="601980" cy="1663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b="0" spc="-20" dirty="0">
                <a:solidFill>
                  <a:srgbClr val="6A7280"/>
                </a:solidFill>
                <a:latin typeface="Noto Sans KR Medium"/>
                <a:cs typeface="Noto Sans KR Medium"/>
              </a:rPr>
              <a:t>2026-01-26</a:t>
            </a:r>
            <a:endParaRPr sz="900">
              <a:latin typeface="Noto Sans KR Medium"/>
              <a:cs typeface="Noto Sans KR Medium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582572" y="5293495"/>
            <a:ext cx="1440815" cy="1663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50" spc="-60" dirty="0">
                <a:solidFill>
                  <a:srgbClr val="6A7280"/>
                </a:solidFill>
                <a:latin typeface="Arial Unicode MS"/>
                <a:cs typeface="Arial Unicode MS"/>
              </a:rPr>
              <a:t>보고 대상</a:t>
            </a:r>
            <a:r>
              <a:rPr sz="900" b="0" spc="-10" dirty="0">
                <a:solidFill>
                  <a:srgbClr val="6A7280"/>
                </a:solidFill>
                <a:latin typeface="Noto Sans KR Medium"/>
                <a:cs typeface="Noto Sans KR Medium"/>
              </a:rPr>
              <a:t>:</a:t>
            </a:r>
            <a:r>
              <a:rPr sz="900" b="0" spc="35" dirty="0">
                <a:solidFill>
                  <a:srgbClr val="6A7280"/>
                </a:solidFill>
                <a:latin typeface="Noto Sans KR Medium"/>
                <a:cs typeface="Noto Sans KR Medium"/>
              </a:rPr>
              <a:t> </a:t>
            </a:r>
            <a:r>
              <a:rPr sz="850" spc="-60" dirty="0">
                <a:solidFill>
                  <a:srgbClr val="6A7280"/>
                </a:solidFill>
                <a:latin typeface="Arial Unicode MS"/>
                <a:cs typeface="Arial Unicode MS"/>
              </a:rPr>
              <a:t>경영진</a:t>
            </a:r>
            <a:r>
              <a:rPr sz="850" dirty="0">
                <a:solidFill>
                  <a:srgbClr val="6A7280"/>
                </a:solidFill>
                <a:latin typeface="Arial Unicode MS"/>
                <a:cs typeface="Arial Unicode MS"/>
              </a:rPr>
              <a:t> </a:t>
            </a:r>
            <a:r>
              <a:rPr sz="900" b="0" spc="-15" dirty="0">
                <a:solidFill>
                  <a:srgbClr val="6A7280"/>
                </a:solidFill>
                <a:latin typeface="Noto Sans KR Medium"/>
                <a:cs typeface="Noto Sans KR Medium"/>
              </a:rPr>
              <a:t>/</a:t>
            </a:r>
            <a:r>
              <a:rPr sz="900" b="0" spc="35" dirty="0">
                <a:solidFill>
                  <a:srgbClr val="6A7280"/>
                </a:solidFill>
                <a:latin typeface="Noto Sans KR Medium"/>
                <a:cs typeface="Noto Sans KR Medium"/>
              </a:rPr>
              <a:t> </a:t>
            </a:r>
            <a:r>
              <a:rPr sz="900" b="0" spc="-30" dirty="0">
                <a:solidFill>
                  <a:srgbClr val="6A7280"/>
                </a:solidFill>
                <a:latin typeface="Noto Sans KR Medium"/>
                <a:cs typeface="Noto Sans KR Medium"/>
              </a:rPr>
              <a:t>PM</a:t>
            </a:r>
            <a:r>
              <a:rPr sz="900" b="0" spc="35" dirty="0">
                <a:solidFill>
                  <a:srgbClr val="6A7280"/>
                </a:solidFill>
                <a:latin typeface="Noto Sans KR Medium"/>
                <a:cs typeface="Noto Sans KR Medium"/>
              </a:rPr>
              <a:t> </a:t>
            </a:r>
            <a:r>
              <a:rPr sz="900" b="0" spc="-15" dirty="0">
                <a:solidFill>
                  <a:srgbClr val="6A7280"/>
                </a:solidFill>
                <a:latin typeface="Noto Sans KR Medium"/>
                <a:cs typeface="Noto Sans KR Medium"/>
              </a:rPr>
              <a:t>/</a:t>
            </a:r>
            <a:r>
              <a:rPr sz="900" b="0" spc="35" dirty="0">
                <a:solidFill>
                  <a:srgbClr val="6A7280"/>
                </a:solidFill>
                <a:latin typeface="Noto Sans KR Medium"/>
                <a:cs typeface="Noto Sans KR Medium"/>
              </a:rPr>
              <a:t> </a:t>
            </a:r>
            <a:r>
              <a:rPr sz="900" b="0" spc="-45" dirty="0">
                <a:solidFill>
                  <a:srgbClr val="6A7280"/>
                </a:solidFill>
                <a:latin typeface="Noto Sans KR Medium"/>
                <a:cs typeface="Noto Sans KR Medium"/>
              </a:rPr>
              <a:t>Q</a:t>
            </a:r>
            <a:r>
              <a:rPr sz="900" b="0" spc="-25" dirty="0">
                <a:solidFill>
                  <a:srgbClr val="6A7280"/>
                </a:solidFill>
                <a:latin typeface="Noto Sans KR Medium"/>
                <a:cs typeface="Noto Sans KR Medium"/>
              </a:rPr>
              <a:t>A</a:t>
            </a:r>
            <a:r>
              <a:rPr sz="850" spc="-60" dirty="0">
                <a:solidFill>
                  <a:srgbClr val="6A7280"/>
                </a:solidFill>
                <a:latin typeface="Arial Unicode MS"/>
                <a:cs typeface="Arial Unicode MS"/>
              </a:rPr>
              <a:t>팀</a:t>
            </a:r>
            <a:endParaRPr sz="850">
              <a:latin typeface="Arial Unicode MS"/>
              <a:cs typeface="Arial Unicode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432544" y="5293495"/>
            <a:ext cx="382270" cy="1663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b="0" spc="-30" dirty="0">
                <a:solidFill>
                  <a:srgbClr val="6A7280"/>
                </a:solidFill>
                <a:latin typeface="Noto Sans KR Medium"/>
                <a:cs typeface="Noto Sans KR Medium"/>
              </a:rPr>
              <a:t>Ver</a:t>
            </a:r>
            <a:r>
              <a:rPr sz="900" b="0" dirty="0">
                <a:solidFill>
                  <a:srgbClr val="6A7280"/>
                </a:solidFill>
                <a:latin typeface="Noto Sans KR Medium"/>
                <a:cs typeface="Noto Sans KR Medium"/>
              </a:rPr>
              <a:t> </a:t>
            </a:r>
            <a:r>
              <a:rPr sz="900" b="0" spc="-20" dirty="0">
                <a:solidFill>
                  <a:srgbClr val="6A7280"/>
                </a:solidFill>
                <a:latin typeface="Noto Sans KR Medium"/>
                <a:cs typeface="Noto Sans KR Medium"/>
              </a:rPr>
              <a:t>1.0</a:t>
            </a:r>
            <a:endParaRPr sz="900">
              <a:latin typeface="Noto Sans KR Medium"/>
              <a:cs typeface="Noto Sans KR Medium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405128" y="3621762"/>
            <a:ext cx="6087110" cy="1188085"/>
            <a:chOff x="1405128" y="3621762"/>
            <a:chExt cx="6087110" cy="1188085"/>
          </a:xfrm>
        </p:grpSpPr>
        <p:sp>
          <p:nvSpPr>
            <p:cNvPr id="20" name="object 20"/>
            <p:cNvSpPr/>
            <p:nvPr/>
          </p:nvSpPr>
          <p:spPr>
            <a:xfrm>
              <a:off x="1405128" y="4721872"/>
              <a:ext cx="6087110" cy="87630"/>
            </a:xfrm>
            <a:custGeom>
              <a:avLst/>
              <a:gdLst/>
              <a:ahLst/>
              <a:cxnLst/>
              <a:rect l="l" t="t" r="r" b="b"/>
              <a:pathLst>
                <a:path w="6087110" h="87629">
                  <a:moveTo>
                    <a:pt x="6086856" y="0"/>
                  </a:moveTo>
                  <a:lnTo>
                    <a:pt x="0" y="0"/>
                  </a:lnTo>
                  <a:lnTo>
                    <a:pt x="0" y="7302"/>
                  </a:lnTo>
                  <a:lnTo>
                    <a:pt x="0" y="87630"/>
                  </a:lnTo>
                  <a:lnTo>
                    <a:pt x="6086856" y="87630"/>
                  </a:lnTo>
                  <a:lnTo>
                    <a:pt x="6086856" y="7302"/>
                  </a:lnTo>
                  <a:lnTo>
                    <a:pt x="6086856" y="0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453753" y="3621762"/>
              <a:ext cx="5989320" cy="1107440"/>
            </a:xfrm>
            <a:custGeom>
              <a:avLst/>
              <a:gdLst/>
              <a:ahLst/>
              <a:cxnLst/>
              <a:rect l="l" t="t" r="r" b="b"/>
              <a:pathLst>
                <a:path w="5989320" h="1107439">
                  <a:moveTo>
                    <a:pt x="5989319" y="1107400"/>
                  </a:moveTo>
                  <a:lnTo>
                    <a:pt x="0" y="1107400"/>
                  </a:lnTo>
                  <a:lnTo>
                    <a:pt x="0" y="0"/>
                  </a:lnTo>
                  <a:lnTo>
                    <a:pt x="5989319" y="0"/>
                  </a:lnTo>
                  <a:lnTo>
                    <a:pt x="5989319" y="11074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72113" y="3912711"/>
              <a:ext cx="165099" cy="120649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3668553" y="4323635"/>
              <a:ext cx="522605" cy="203200"/>
            </a:xfrm>
            <a:custGeom>
              <a:avLst/>
              <a:gdLst/>
              <a:ahLst/>
              <a:cxnLst/>
              <a:rect l="l" t="t" r="r" b="b"/>
              <a:pathLst>
                <a:path w="522604" h="203200">
                  <a:moveTo>
                    <a:pt x="522505" y="202763"/>
                  </a:moveTo>
                  <a:lnTo>
                    <a:pt x="0" y="202763"/>
                  </a:lnTo>
                  <a:lnTo>
                    <a:pt x="0" y="0"/>
                  </a:lnTo>
                  <a:lnTo>
                    <a:pt x="522505" y="0"/>
                  </a:lnTo>
                  <a:lnTo>
                    <a:pt x="522505" y="202763"/>
                  </a:lnTo>
                  <a:close/>
                </a:path>
              </a:pathLst>
            </a:custGeom>
            <a:solidFill>
              <a:srgbClr val="DAE9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24" name="object 24"/>
          <p:cNvGraphicFramePr>
            <a:graphicFrameLocks noGrp="1"/>
          </p:cNvGraphicFramePr>
          <p:nvPr/>
        </p:nvGraphicFramePr>
        <p:xfrm>
          <a:off x="1313688" y="3559809"/>
          <a:ext cx="6269355" cy="1351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1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22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5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341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79819">
                      <a:solidFill>
                        <a:srgbClr val="000000"/>
                      </a:solidFill>
                      <a:prstDash val="solid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450" dirty="0">
                        <a:latin typeface="Times New Roman"/>
                        <a:cs typeface="Times New Roman"/>
                      </a:endParaRPr>
                    </a:p>
                    <a:p>
                      <a:pPr marL="515620">
                        <a:lnSpc>
                          <a:spcPct val="100000"/>
                        </a:lnSpc>
                      </a:pPr>
                      <a:r>
                        <a:rPr sz="1350" b="1" spc="-75" dirty="0">
                          <a:solidFill>
                            <a:srgbClr val="1F2937"/>
                          </a:solidFill>
                          <a:latin typeface="Noto Sans KR"/>
                          <a:cs typeface="Noto Sans KR"/>
                        </a:rPr>
                        <a:t>Executive</a:t>
                      </a:r>
                      <a:r>
                        <a:rPr sz="1350" b="1" spc="10" dirty="0">
                          <a:solidFill>
                            <a:srgbClr val="1F2937"/>
                          </a:solidFill>
                          <a:latin typeface="Noto Sans KR"/>
                          <a:cs typeface="Noto Sans KR"/>
                        </a:rPr>
                        <a:t> </a:t>
                      </a:r>
                      <a:r>
                        <a:rPr sz="1350" b="1" spc="-75" dirty="0">
                          <a:solidFill>
                            <a:srgbClr val="1F2937"/>
                          </a:solidFill>
                          <a:latin typeface="Noto Sans KR"/>
                          <a:cs typeface="Noto Sans KR"/>
                        </a:rPr>
                        <a:t>Summary</a:t>
                      </a:r>
                      <a:endParaRPr sz="1350" dirty="0">
                        <a:latin typeface="Noto Sans KR"/>
                        <a:cs typeface="Noto Sans KR"/>
                      </a:endParaRPr>
                    </a:p>
                    <a:p>
                      <a:pPr marL="515620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100" dirty="0">
                          <a:solidFill>
                            <a:srgbClr val="374050"/>
                          </a:solidFill>
                          <a:latin typeface="Arial Unicode MS"/>
                          <a:cs typeface="Arial Unicode MS"/>
                        </a:rPr>
                        <a:t>전체 </a:t>
                      </a:r>
                      <a:r>
                        <a:rPr sz="1150" dirty="0">
                          <a:solidFill>
                            <a:srgbClr val="374050"/>
                          </a:solidFill>
                          <a:latin typeface="Microsoft Sans Serif"/>
                          <a:cs typeface="Microsoft Sans Serif"/>
                        </a:rPr>
                        <a:t>258</a:t>
                      </a:r>
                      <a:r>
                        <a:rPr sz="1100" dirty="0">
                          <a:solidFill>
                            <a:srgbClr val="374050"/>
                          </a:solidFill>
                          <a:latin typeface="Arial Unicode MS"/>
                          <a:cs typeface="Arial Unicode MS"/>
                        </a:rPr>
                        <a:t>건 중 </a:t>
                      </a:r>
                      <a:r>
                        <a:rPr sz="1100" b="1" dirty="0">
                          <a:solidFill>
                            <a:srgbClr val="DB2525"/>
                          </a:solidFill>
                          <a:latin typeface="Noto Sans KR Black"/>
                          <a:cs typeface="Noto Sans KR Black"/>
                        </a:rPr>
                        <a:t>유효</a:t>
                      </a:r>
                      <a:r>
                        <a:rPr sz="1100" b="1" spc="55" dirty="0">
                          <a:solidFill>
                            <a:srgbClr val="DB2525"/>
                          </a:solidFill>
                          <a:latin typeface="Noto Sans KR Black"/>
                          <a:cs typeface="Noto Sans KR Black"/>
                        </a:rPr>
                        <a:t> </a:t>
                      </a:r>
                      <a:r>
                        <a:rPr sz="1100" b="1" dirty="0">
                          <a:solidFill>
                            <a:srgbClr val="DB2525"/>
                          </a:solidFill>
                          <a:latin typeface="Noto Sans KR Black"/>
                          <a:cs typeface="Noto Sans KR Black"/>
                        </a:rPr>
                        <a:t>결함</a:t>
                      </a:r>
                      <a:r>
                        <a:rPr sz="1100" b="1" spc="55" dirty="0">
                          <a:solidFill>
                            <a:srgbClr val="DB2525"/>
                          </a:solidFill>
                          <a:latin typeface="Noto Sans KR Black"/>
                          <a:cs typeface="Noto Sans KR Black"/>
                        </a:rPr>
                        <a:t> </a:t>
                      </a:r>
                      <a:r>
                        <a:rPr sz="1100" b="1" dirty="0">
                          <a:solidFill>
                            <a:srgbClr val="DB2525"/>
                          </a:solidFill>
                          <a:latin typeface="Comic Sans MS"/>
                          <a:cs typeface="Comic Sans MS"/>
                        </a:rPr>
                        <a:t>192</a:t>
                      </a:r>
                      <a:r>
                        <a:rPr sz="1100" b="1" dirty="0">
                          <a:solidFill>
                            <a:srgbClr val="DB2525"/>
                          </a:solidFill>
                          <a:latin typeface="Noto Sans KR Black"/>
                          <a:cs typeface="Noto Sans KR Black"/>
                        </a:rPr>
                        <a:t>건</a:t>
                      </a:r>
                      <a:r>
                        <a:rPr sz="1100" b="1" spc="55" dirty="0">
                          <a:solidFill>
                            <a:srgbClr val="DB2525"/>
                          </a:solidFill>
                          <a:latin typeface="Noto Sans KR Black"/>
                          <a:cs typeface="Noto Sans KR Black"/>
                        </a:rPr>
                        <a:t> </a:t>
                      </a:r>
                      <a:r>
                        <a:rPr sz="1100" dirty="0">
                          <a:solidFill>
                            <a:srgbClr val="374050"/>
                          </a:solidFill>
                          <a:latin typeface="Arial Unicode MS"/>
                          <a:cs typeface="Arial Unicode MS"/>
                        </a:rPr>
                        <a:t>확정</a:t>
                      </a:r>
                      <a:r>
                        <a:rPr sz="1150" dirty="0">
                          <a:solidFill>
                            <a:srgbClr val="374050"/>
                          </a:solidFill>
                          <a:latin typeface="Microsoft Sans Serif"/>
                          <a:cs typeface="Microsoft Sans Serif"/>
                        </a:rPr>
                        <a:t>.</a:t>
                      </a:r>
                      <a:endParaRPr sz="1150" dirty="0">
                        <a:latin typeface="Microsoft Sans Serif"/>
                        <a:cs typeface="Microsoft Sans Serif"/>
                      </a:endParaRPr>
                    </a:p>
                    <a:p>
                      <a:pPr marL="51562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100" dirty="0">
                          <a:solidFill>
                            <a:srgbClr val="374050"/>
                          </a:solidFill>
                          <a:latin typeface="Arial Unicode MS"/>
                          <a:cs typeface="Arial Unicode MS"/>
                        </a:rPr>
                        <a:t>불필요한 노이즈를 제거하고</a:t>
                      </a:r>
                      <a:r>
                        <a:rPr sz="1150" dirty="0">
                          <a:solidFill>
                            <a:srgbClr val="374050"/>
                          </a:solidFill>
                          <a:latin typeface="Microsoft Sans Serif"/>
                          <a:cs typeface="Microsoft Sans Serif"/>
                        </a:rPr>
                        <a:t>, </a:t>
                      </a:r>
                      <a:r>
                        <a:rPr sz="1150" spc="-55" dirty="0">
                          <a:solidFill>
                            <a:srgbClr val="37405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100" b="1" dirty="0">
                          <a:solidFill>
                            <a:srgbClr val="1D3A8A"/>
                          </a:solidFill>
                          <a:latin typeface="Trebuchet MS"/>
                          <a:cs typeface="Trebuchet MS"/>
                        </a:rPr>
                        <a:t>2</a:t>
                      </a:r>
                      <a:r>
                        <a:rPr sz="1100" b="1" dirty="0">
                          <a:solidFill>
                            <a:srgbClr val="1D3A8A"/>
                          </a:solidFill>
                          <a:latin typeface="맑은 고딕"/>
                          <a:cs typeface="맑은 고딕"/>
                        </a:rPr>
                        <a:t>월</a:t>
                      </a:r>
                      <a:r>
                        <a:rPr sz="1100" b="1" spc="-80" dirty="0">
                          <a:solidFill>
                            <a:srgbClr val="1D3A8A"/>
                          </a:solidFill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sz="1100" b="1" dirty="0">
                          <a:solidFill>
                            <a:srgbClr val="1D3A8A"/>
                          </a:solidFill>
                          <a:latin typeface="Trebuchet MS"/>
                          <a:cs typeface="Trebuchet MS"/>
                        </a:rPr>
                        <a:t>6</a:t>
                      </a:r>
                      <a:r>
                        <a:rPr sz="1100" b="1" dirty="0">
                          <a:solidFill>
                            <a:srgbClr val="1D3A8A"/>
                          </a:solidFill>
                          <a:latin typeface="맑은 고딕"/>
                          <a:cs typeface="맑은 고딕"/>
                        </a:rPr>
                        <a:t>일</a:t>
                      </a:r>
                      <a:r>
                        <a:rPr sz="1100" b="1" spc="-145" dirty="0">
                          <a:solidFill>
                            <a:srgbClr val="1D3A8A"/>
                          </a:solidFill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sz="1100" dirty="0">
                          <a:solidFill>
                            <a:srgbClr val="374050"/>
                          </a:solidFill>
                          <a:latin typeface="Arial Unicode MS"/>
                          <a:cs typeface="Arial Unicode MS"/>
                        </a:rPr>
                        <a:t>까지 전수 조치 및 안정화 완료 예정입니다</a:t>
                      </a:r>
                      <a:r>
                        <a:rPr sz="1150" dirty="0">
                          <a:solidFill>
                            <a:srgbClr val="374050"/>
                          </a:solidFill>
                          <a:latin typeface="Microsoft Sans Serif"/>
                          <a:cs typeface="Microsoft Sans Serif"/>
                        </a:rPr>
                        <a:t>.</a:t>
                      </a:r>
                      <a:endParaRPr sz="115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" marB="0">
                    <a:lnL w="79819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  <a:solidFill>
                      <a:srgbClr val="E4E4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E4E4E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7165" y="676791"/>
            <a:ext cx="1709420" cy="1568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b="1" spc="70" dirty="0">
                <a:solidFill>
                  <a:srgbClr val="1D3A8A"/>
                </a:solidFill>
                <a:latin typeface="Noto Sans KR"/>
                <a:cs typeface="Noto Sans KR"/>
              </a:rPr>
              <a:t>ITERATION</a:t>
            </a:r>
            <a:r>
              <a:rPr sz="850" b="1" spc="195" dirty="0">
                <a:solidFill>
                  <a:srgbClr val="1D3A8A"/>
                </a:solidFill>
                <a:latin typeface="Noto Sans KR"/>
                <a:cs typeface="Noto Sans KR"/>
              </a:rPr>
              <a:t> </a:t>
            </a:r>
            <a:r>
              <a:rPr sz="850" b="1" spc="5" dirty="0">
                <a:solidFill>
                  <a:srgbClr val="1D3A8A"/>
                </a:solidFill>
                <a:latin typeface="Noto Sans KR"/>
                <a:cs typeface="Noto Sans KR"/>
              </a:rPr>
              <a:t>2</a:t>
            </a:r>
            <a:r>
              <a:rPr sz="850" b="1" spc="195" dirty="0">
                <a:solidFill>
                  <a:srgbClr val="1D3A8A"/>
                </a:solidFill>
                <a:latin typeface="Noto Sans KR"/>
                <a:cs typeface="Noto Sans KR"/>
              </a:rPr>
              <a:t> </a:t>
            </a:r>
            <a:r>
              <a:rPr sz="850" b="1" spc="-20" dirty="0">
                <a:solidFill>
                  <a:srgbClr val="1D3A8A"/>
                </a:solidFill>
                <a:latin typeface="맑은 고딕"/>
                <a:cs typeface="맑은 고딕"/>
              </a:rPr>
              <a:t>결함</a:t>
            </a:r>
            <a:r>
              <a:rPr sz="850" b="1" spc="90" dirty="0">
                <a:solidFill>
                  <a:srgbClr val="1D3A8A"/>
                </a:solidFill>
                <a:latin typeface="맑은 고딕"/>
                <a:cs typeface="맑은 고딕"/>
              </a:rPr>
              <a:t> </a:t>
            </a:r>
            <a:r>
              <a:rPr sz="850" b="1" spc="-20" dirty="0">
                <a:solidFill>
                  <a:srgbClr val="1D3A8A"/>
                </a:solidFill>
                <a:latin typeface="맑은 고딕"/>
                <a:cs typeface="맑은 고딕"/>
              </a:rPr>
              <a:t>분석</a:t>
            </a:r>
            <a:r>
              <a:rPr sz="850" b="1" spc="95" dirty="0">
                <a:solidFill>
                  <a:srgbClr val="1D3A8A"/>
                </a:solidFill>
                <a:latin typeface="맑은 고딕"/>
                <a:cs typeface="맑은 고딕"/>
              </a:rPr>
              <a:t> </a:t>
            </a:r>
            <a:r>
              <a:rPr sz="850" b="1" spc="-5" dirty="0">
                <a:solidFill>
                  <a:srgbClr val="1D3A8A"/>
                </a:solidFill>
                <a:latin typeface="맑은 고딕"/>
                <a:cs typeface="맑은 고딕"/>
              </a:rPr>
              <a:t>보고서</a:t>
            </a:r>
            <a:endParaRPr sz="850">
              <a:latin typeface="맑은 고딕"/>
              <a:cs typeface="맑은 고딕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17165" y="820565"/>
            <a:ext cx="2856230" cy="3962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400" b="1" spc="-120" dirty="0">
                <a:solidFill>
                  <a:srgbClr val="111726"/>
                </a:solidFill>
                <a:latin typeface="Noto Sans KR Black"/>
                <a:cs typeface="Noto Sans KR Black"/>
              </a:rPr>
              <a:t>Executive</a:t>
            </a:r>
            <a:r>
              <a:rPr sz="2400" b="1" spc="45" dirty="0">
                <a:solidFill>
                  <a:srgbClr val="111726"/>
                </a:solidFill>
                <a:latin typeface="Noto Sans KR Black"/>
                <a:cs typeface="Noto Sans KR Black"/>
              </a:rPr>
              <a:t> </a:t>
            </a:r>
            <a:r>
              <a:rPr sz="2400" b="1" spc="-120" dirty="0">
                <a:solidFill>
                  <a:srgbClr val="111726"/>
                </a:solidFill>
                <a:latin typeface="Noto Sans KR Black"/>
                <a:cs typeface="Noto Sans KR Black"/>
              </a:rPr>
              <a:t>Summary</a:t>
            </a:r>
            <a:endParaRPr sz="2400" dirty="0">
              <a:latin typeface="Noto Sans KR Black"/>
              <a:cs typeface="Noto Sans KR Blac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08448" y="1019929"/>
            <a:ext cx="1280795" cy="1568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spc="-60" dirty="0">
                <a:solidFill>
                  <a:srgbClr val="6A7280"/>
                </a:solidFill>
                <a:latin typeface="Arial Unicode MS"/>
                <a:cs typeface="Arial Unicode MS"/>
              </a:rPr>
              <a:t>데이터 기준일</a:t>
            </a:r>
            <a:r>
              <a:rPr sz="850" dirty="0">
                <a:solidFill>
                  <a:srgbClr val="6A7280"/>
                </a:solidFill>
                <a:latin typeface="Arial"/>
                <a:cs typeface="Arial"/>
              </a:rPr>
              <a:t>: 2026</a:t>
            </a:r>
            <a:r>
              <a:rPr sz="850" spc="15" dirty="0">
                <a:solidFill>
                  <a:srgbClr val="6A7280"/>
                </a:solidFill>
                <a:latin typeface="Arial"/>
                <a:cs typeface="Arial"/>
              </a:rPr>
              <a:t>-</a:t>
            </a:r>
            <a:r>
              <a:rPr sz="850" dirty="0">
                <a:solidFill>
                  <a:srgbClr val="6A7280"/>
                </a:solidFill>
                <a:latin typeface="Arial"/>
                <a:cs typeface="Arial"/>
              </a:rPr>
              <a:t>01</a:t>
            </a:r>
            <a:r>
              <a:rPr sz="850" spc="15" dirty="0">
                <a:solidFill>
                  <a:srgbClr val="6A7280"/>
                </a:solidFill>
                <a:latin typeface="Arial"/>
                <a:cs typeface="Arial"/>
              </a:rPr>
              <a:t>-</a:t>
            </a:r>
            <a:r>
              <a:rPr sz="850" dirty="0">
                <a:solidFill>
                  <a:srgbClr val="6A7280"/>
                </a:solidFill>
                <a:latin typeface="Arial"/>
                <a:cs typeface="Arial"/>
              </a:rPr>
              <a:t>26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29637" y="3637359"/>
            <a:ext cx="9505950" cy="2339975"/>
            <a:chOff x="829637" y="3637359"/>
            <a:chExt cx="9505950" cy="233997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04571" y="3637359"/>
              <a:ext cx="2330499" cy="233957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33764" y="5138588"/>
              <a:ext cx="9038590" cy="788035"/>
            </a:xfrm>
            <a:custGeom>
              <a:avLst/>
              <a:gdLst/>
              <a:ahLst/>
              <a:cxnLst/>
              <a:rect l="l" t="t" r="r" b="b"/>
              <a:pathLst>
                <a:path w="9038590" h="788035">
                  <a:moveTo>
                    <a:pt x="8983920" y="787657"/>
                  </a:moveTo>
                  <a:lnTo>
                    <a:pt x="54648" y="787657"/>
                  </a:lnTo>
                  <a:lnTo>
                    <a:pt x="50845" y="787283"/>
                  </a:lnTo>
                  <a:lnTo>
                    <a:pt x="14415" y="767811"/>
                  </a:lnTo>
                  <a:lnTo>
                    <a:pt x="0" y="733008"/>
                  </a:lnTo>
                  <a:lnTo>
                    <a:pt x="0" y="729168"/>
                  </a:lnTo>
                  <a:lnTo>
                    <a:pt x="0" y="54648"/>
                  </a:lnTo>
                  <a:lnTo>
                    <a:pt x="19846" y="14414"/>
                  </a:lnTo>
                  <a:lnTo>
                    <a:pt x="54648" y="0"/>
                  </a:lnTo>
                  <a:lnTo>
                    <a:pt x="8983920" y="0"/>
                  </a:lnTo>
                  <a:lnTo>
                    <a:pt x="9024153" y="19846"/>
                  </a:lnTo>
                  <a:lnTo>
                    <a:pt x="9038569" y="54648"/>
                  </a:lnTo>
                  <a:lnTo>
                    <a:pt x="9038569" y="733008"/>
                  </a:lnTo>
                  <a:lnTo>
                    <a:pt x="9018722" y="773242"/>
                  </a:lnTo>
                  <a:lnTo>
                    <a:pt x="8987723" y="787283"/>
                  </a:lnTo>
                  <a:lnTo>
                    <a:pt x="8983920" y="787657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33764" y="5138588"/>
              <a:ext cx="9038590" cy="788035"/>
            </a:xfrm>
            <a:custGeom>
              <a:avLst/>
              <a:gdLst/>
              <a:ahLst/>
              <a:cxnLst/>
              <a:rect l="l" t="t" r="r" b="b"/>
              <a:pathLst>
                <a:path w="9038590" h="788035">
                  <a:moveTo>
                    <a:pt x="0" y="729168"/>
                  </a:moveTo>
                  <a:lnTo>
                    <a:pt x="0" y="58489"/>
                  </a:lnTo>
                  <a:lnTo>
                    <a:pt x="0" y="54648"/>
                  </a:lnTo>
                  <a:lnTo>
                    <a:pt x="374" y="50845"/>
                  </a:lnTo>
                  <a:lnTo>
                    <a:pt x="17131" y="17130"/>
                  </a:lnTo>
                  <a:lnTo>
                    <a:pt x="19846" y="14414"/>
                  </a:lnTo>
                  <a:lnTo>
                    <a:pt x="22801" y="11990"/>
                  </a:lnTo>
                  <a:lnTo>
                    <a:pt x="25994" y="9856"/>
                  </a:lnTo>
                  <a:lnTo>
                    <a:pt x="29187" y="7722"/>
                  </a:lnTo>
                  <a:lnTo>
                    <a:pt x="47078" y="1123"/>
                  </a:lnTo>
                  <a:lnTo>
                    <a:pt x="50845" y="374"/>
                  </a:lnTo>
                  <a:lnTo>
                    <a:pt x="54648" y="0"/>
                  </a:lnTo>
                  <a:lnTo>
                    <a:pt x="58489" y="0"/>
                  </a:lnTo>
                  <a:lnTo>
                    <a:pt x="8980080" y="0"/>
                  </a:lnTo>
                  <a:lnTo>
                    <a:pt x="8983920" y="0"/>
                  </a:lnTo>
                  <a:lnTo>
                    <a:pt x="8987723" y="374"/>
                  </a:lnTo>
                  <a:lnTo>
                    <a:pt x="8991490" y="1123"/>
                  </a:lnTo>
                  <a:lnTo>
                    <a:pt x="8995257" y="1872"/>
                  </a:lnTo>
                  <a:lnTo>
                    <a:pt x="9012574" y="9857"/>
                  </a:lnTo>
                  <a:lnTo>
                    <a:pt x="9015768" y="11990"/>
                  </a:lnTo>
                  <a:lnTo>
                    <a:pt x="9028710" y="25993"/>
                  </a:lnTo>
                  <a:lnTo>
                    <a:pt x="9030844" y="29187"/>
                  </a:lnTo>
                  <a:lnTo>
                    <a:pt x="9038569" y="58489"/>
                  </a:lnTo>
                  <a:lnTo>
                    <a:pt x="9038569" y="729168"/>
                  </a:lnTo>
                  <a:lnTo>
                    <a:pt x="9038569" y="733008"/>
                  </a:lnTo>
                  <a:lnTo>
                    <a:pt x="9038193" y="736812"/>
                  </a:lnTo>
                  <a:lnTo>
                    <a:pt x="9037444" y="740578"/>
                  </a:lnTo>
                  <a:lnTo>
                    <a:pt x="9036695" y="744345"/>
                  </a:lnTo>
                  <a:lnTo>
                    <a:pt x="9028710" y="761662"/>
                  </a:lnTo>
                  <a:lnTo>
                    <a:pt x="9026576" y="764856"/>
                  </a:lnTo>
                  <a:lnTo>
                    <a:pt x="9012574" y="777800"/>
                  </a:lnTo>
                  <a:lnTo>
                    <a:pt x="9009381" y="779934"/>
                  </a:lnTo>
                  <a:lnTo>
                    <a:pt x="8991490" y="786533"/>
                  </a:lnTo>
                  <a:lnTo>
                    <a:pt x="8987723" y="787283"/>
                  </a:lnTo>
                  <a:lnTo>
                    <a:pt x="8983920" y="787657"/>
                  </a:lnTo>
                  <a:lnTo>
                    <a:pt x="8980080" y="787657"/>
                  </a:lnTo>
                  <a:lnTo>
                    <a:pt x="58489" y="787657"/>
                  </a:lnTo>
                  <a:lnTo>
                    <a:pt x="54648" y="787657"/>
                  </a:lnTo>
                  <a:lnTo>
                    <a:pt x="50845" y="787283"/>
                  </a:lnTo>
                  <a:lnTo>
                    <a:pt x="17131" y="770526"/>
                  </a:lnTo>
                  <a:lnTo>
                    <a:pt x="14415" y="767811"/>
                  </a:lnTo>
                  <a:lnTo>
                    <a:pt x="1123" y="740578"/>
                  </a:lnTo>
                  <a:lnTo>
                    <a:pt x="374" y="736812"/>
                  </a:lnTo>
                  <a:lnTo>
                    <a:pt x="0" y="733008"/>
                  </a:lnTo>
                  <a:lnTo>
                    <a:pt x="0" y="729168"/>
                  </a:lnTo>
                  <a:close/>
                </a:path>
              </a:pathLst>
            </a:custGeom>
            <a:ln w="7798">
              <a:solidFill>
                <a:srgbClr val="DAE9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24830" y="5376445"/>
              <a:ext cx="312420" cy="312420"/>
            </a:xfrm>
            <a:custGeom>
              <a:avLst/>
              <a:gdLst/>
              <a:ahLst/>
              <a:cxnLst/>
              <a:rect l="l" t="t" r="r" b="b"/>
              <a:pathLst>
                <a:path w="312419" h="312420">
                  <a:moveTo>
                    <a:pt x="155971" y="311943"/>
                  </a:moveTo>
                  <a:lnTo>
                    <a:pt x="118064" y="307267"/>
                  </a:lnTo>
                  <a:lnTo>
                    <a:pt x="82446" y="293527"/>
                  </a:lnTo>
                  <a:lnTo>
                    <a:pt x="51233" y="271545"/>
                  </a:lnTo>
                  <a:lnTo>
                    <a:pt x="26285" y="242624"/>
                  </a:lnTo>
                  <a:lnTo>
                    <a:pt x="9113" y="208507"/>
                  </a:lnTo>
                  <a:lnTo>
                    <a:pt x="749" y="171259"/>
                  </a:lnTo>
                  <a:lnTo>
                    <a:pt x="0" y="155971"/>
                  </a:lnTo>
                  <a:lnTo>
                    <a:pt x="187" y="148309"/>
                  </a:lnTo>
                  <a:lnTo>
                    <a:pt x="6714" y="110694"/>
                  </a:lnTo>
                  <a:lnTo>
                    <a:pt x="22184" y="75793"/>
                  </a:lnTo>
                  <a:lnTo>
                    <a:pt x="45683" y="45682"/>
                  </a:lnTo>
                  <a:lnTo>
                    <a:pt x="75793" y="22184"/>
                  </a:lnTo>
                  <a:lnTo>
                    <a:pt x="110695" y="6714"/>
                  </a:lnTo>
                  <a:lnTo>
                    <a:pt x="148309" y="187"/>
                  </a:lnTo>
                  <a:lnTo>
                    <a:pt x="155971" y="0"/>
                  </a:lnTo>
                  <a:lnTo>
                    <a:pt x="163634" y="187"/>
                  </a:lnTo>
                  <a:lnTo>
                    <a:pt x="201248" y="6714"/>
                  </a:lnTo>
                  <a:lnTo>
                    <a:pt x="236149" y="22184"/>
                  </a:lnTo>
                  <a:lnTo>
                    <a:pt x="266260" y="45682"/>
                  </a:lnTo>
                  <a:lnTo>
                    <a:pt x="289758" y="75793"/>
                  </a:lnTo>
                  <a:lnTo>
                    <a:pt x="305229" y="110694"/>
                  </a:lnTo>
                  <a:lnTo>
                    <a:pt x="311756" y="148309"/>
                  </a:lnTo>
                  <a:lnTo>
                    <a:pt x="311943" y="155971"/>
                  </a:lnTo>
                  <a:lnTo>
                    <a:pt x="311756" y="163634"/>
                  </a:lnTo>
                  <a:lnTo>
                    <a:pt x="305229" y="201247"/>
                  </a:lnTo>
                  <a:lnTo>
                    <a:pt x="289758" y="236148"/>
                  </a:lnTo>
                  <a:lnTo>
                    <a:pt x="266260" y="266259"/>
                  </a:lnTo>
                  <a:lnTo>
                    <a:pt x="236149" y="289758"/>
                  </a:lnTo>
                  <a:lnTo>
                    <a:pt x="201248" y="305228"/>
                  </a:lnTo>
                  <a:lnTo>
                    <a:pt x="163634" y="311756"/>
                  </a:lnTo>
                  <a:lnTo>
                    <a:pt x="155971" y="311943"/>
                  </a:lnTo>
                  <a:close/>
                </a:path>
              </a:pathLst>
            </a:custGeom>
            <a:solidFill>
              <a:srgbClr val="256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8413" y="5468084"/>
              <a:ext cx="123824" cy="12699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461551" y="5579209"/>
              <a:ext cx="62865" cy="62865"/>
            </a:xfrm>
            <a:custGeom>
              <a:avLst/>
              <a:gdLst/>
              <a:ahLst/>
              <a:cxnLst/>
              <a:rect l="l" t="t" r="r" b="b"/>
              <a:pathLst>
                <a:path w="62865" h="62864">
                  <a:moveTo>
                    <a:pt x="35331" y="62388"/>
                  </a:moveTo>
                  <a:lnTo>
                    <a:pt x="27057" y="62388"/>
                  </a:lnTo>
                  <a:lnTo>
                    <a:pt x="23078" y="61596"/>
                  </a:lnTo>
                  <a:lnTo>
                    <a:pt x="0" y="35330"/>
                  </a:lnTo>
                  <a:lnTo>
                    <a:pt x="0" y="27057"/>
                  </a:lnTo>
                  <a:lnTo>
                    <a:pt x="27057" y="0"/>
                  </a:lnTo>
                  <a:lnTo>
                    <a:pt x="35331" y="0"/>
                  </a:lnTo>
                  <a:lnTo>
                    <a:pt x="62388" y="27057"/>
                  </a:lnTo>
                  <a:lnTo>
                    <a:pt x="62388" y="31194"/>
                  </a:lnTo>
                  <a:lnTo>
                    <a:pt x="62388" y="35330"/>
                  </a:lnTo>
                  <a:lnTo>
                    <a:pt x="35331" y="62388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491402" y="1650167"/>
            <a:ext cx="5770245" cy="24493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b="0" spc="-10" dirty="0">
                <a:solidFill>
                  <a:srgbClr val="374050"/>
                </a:solidFill>
                <a:latin typeface="Noto Sans KR Medium"/>
                <a:cs typeface="Noto Sans KR Medium"/>
              </a:rPr>
              <a:t>"</a:t>
            </a:r>
            <a:r>
              <a:rPr sz="1450" spc="-95" dirty="0">
                <a:solidFill>
                  <a:srgbClr val="374050"/>
                </a:solidFill>
                <a:latin typeface="Arial Unicode MS"/>
                <a:cs typeface="Arial Unicode MS"/>
              </a:rPr>
              <a:t>데이터</a:t>
            </a:r>
            <a:r>
              <a:rPr sz="1450" spc="5" dirty="0">
                <a:solidFill>
                  <a:srgbClr val="374050"/>
                </a:solidFill>
                <a:latin typeface="Arial Unicode MS"/>
                <a:cs typeface="Arial Unicode MS"/>
              </a:rPr>
              <a:t> </a:t>
            </a:r>
            <a:r>
              <a:rPr sz="1450" spc="-95" dirty="0">
                <a:solidFill>
                  <a:srgbClr val="374050"/>
                </a:solidFill>
                <a:latin typeface="Arial Unicode MS"/>
                <a:cs typeface="Arial Unicode MS"/>
              </a:rPr>
              <a:t>노이즈</a:t>
            </a:r>
            <a:r>
              <a:rPr sz="1500" b="0" spc="-10" dirty="0">
                <a:solidFill>
                  <a:srgbClr val="374050"/>
                </a:solidFill>
                <a:latin typeface="Noto Sans KR Medium"/>
                <a:cs typeface="Noto Sans KR Medium"/>
              </a:rPr>
              <a:t>(</a:t>
            </a:r>
            <a:r>
              <a:rPr sz="1450" b="1" spc="-95" dirty="0" err="1">
                <a:solidFill>
                  <a:srgbClr val="6A7280"/>
                </a:solidFill>
                <a:latin typeface="맑은 고딕"/>
                <a:cs typeface="맑은 고딕"/>
              </a:rPr>
              <a:t>기각</a:t>
            </a:r>
            <a:r>
              <a:rPr sz="1450" b="1" spc="-100" dirty="0">
                <a:solidFill>
                  <a:srgbClr val="6A7280"/>
                </a:solidFill>
                <a:latin typeface="맑은 고딕"/>
                <a:cs typeface="맑은 고딕"/>
              </a:rPr>
              <a:t> </a:t>
            </a:r>
            <a:r>
              <a:rPr lang="en-US" sz="1450" b="1" spc="10" dirty="0">
                <a:solidFill>
                  <a:srgbClr val="6A7280"/>
                </a:solidFill>
                <a:latin typeface="Noto Sans KR"/>
                <a:cs typeface="Noto Sans KR"/>
              </a:rPr>
              <a:t>37.6</a:t>
            </a:r>
            <a:r>
              <a:rPr sz="1450" b="1" spc="15" dirty="0">
                <a:solidFill>
                  <a:srgbClr val="6A7280"/>
                </a:solidFill>
                <a:latin typeface="Noto Sans KR"/>
                <a:cs typeface="Noto Sans KR"/>
              </a:rPr>
              <a:t>%</a:t>
            </a:r>
            <a:r>
              <a:rPr sz="1500" b="0" spc="-10" dirty="0">
                <a:solidFill>
                  <a:srgbClr val="374050"/>
                </a:solidFill>
                <a:latin typeface="Noto Sans KR Medium"/>
                <a:cs typeface="Noto Sans KR Medium"/>
              </a:rPr>
              <a:t>)</a:t>
            </a:r>
            <a:r>
              <a:rPr sz="1450" spc="-95" dirty="0">
                <a:solidFill>
                  <a:srgbClr val="374050"/>
                </a:solidFill>
                <a:latin typeface="Arial Unicode MS"/>
                <a:cs typeface="Arial Unicode MS"/>
              </a:rPr>
              <a:t>를</a:t>
            </a:r>
            <a:r>
              <a:rPr sz="1450" spc="5" dirty="0">
                <a:solidFill>
                  <a:srgbClr val="374050"/>
                </a:solidFill>
                <a:latin typeface="Arial Unicode MS"/>
                <a:cs typeface="Arial Unicode MS"/>
              </a:rPr>
              <a:t> </a:t>
            </a:r>
            <a:r>
              <a:rPr sz="1450" spc="-95" dirty="0">
                <a:solidFill>
                  <a:srgbClr val="374050"/>
                </a:solidFill>
                <a:latin typeface="Arial Unicode MS"/>
                <a:cs typeface="Arial Unicode MS"/>
              </a:rPr>
              <a:t>제거하고</a:t>
            </a:r>
            <a:r>
              <a:rPr sz="1450" spc="10" dirty="0">
                <a:solidFill>
                  <a:srgbClr val="374050"/>
                </a:solidFill>
                <a:latin typeface="Arial Unicode MS"/>
                <a:cs typeface="Arial Unicode MS"/>
              </a:rPr>
              <a:t> </a:t>
            </a:r>
            <a:r>
              <a:rPr sz="1450" b="1" spc="-95" dirty="0">
                <a:solidFill>
                  <a:srgbClr val="DB2525"/>
                </a:solidFill>
                <a:latin typeface="맑은 고딕"/>
                <a:cs typeface="맑은 고딕"/>
              </a:rPr>
              <a:t>실제</a:t>
            </a:r>
            <a:r>
              <a:rPr sz="1450" b="1" spc="-100" dirty="0">
                <a:solidFill>
                  <a:srgbClr val="DB2525"/>
                </a:solidFill>
                <a:latin typeface="맑은 고딕"/>
                <a:cs typeface="맑은 고딕"/>
              </a:rPr>
              <a:t> </a:t>
            </a:r>
            <a:r>
              <a:rPr sz="1450" b="1" spc="-95" dirty="0">
                <a:solidFill>
                  <a:srgbClr val="DB2525"/>
                </a:solidFill>
                <a:latin typeface="맑은 고딕"/>
                <a:cs typeface="맑은 고딕"/>
              </a:rPr>
              <a:t>품질</a:t>
            </a:r>
            <a:r>
              <a:rPr sz="1450" b="1" spc="-100" dirty="0">
                <a:solidFill>
                  <a:srgbClr val="DB2525"/>
                </a:solidFill>
                <a:latin typeface="맑은 고딕"/>
                <a:cs typeface="맑은 고딕"/>
              </a:rPr>
              <a:t> </a:t>
            </a:r>
            <a:r>
              <a:rPr sz="1450" b="1" spc="-95" dirty="0">
                <a:solidFill>
                  <a:srgbClr val="DB2525"/>
                </a:solidFill>
                <a:latin typeface="맑은 고딕"/>
                <a:cs typeface="맑은 고딕"/>
              </a:rPr>
              <a:t>리스크</a:t>
            </a:r>
            <a:r>
              <a:rPr sz="1450" spc="-95" dirty="0">
                <a:solidFill>
                  <a:srgbClr val="374050"/>
                </a:solidFill>
                <a:latin typeface="Arial Unicode MS"/>
                <a:cs typeface="Arial Unicode MS"/>
              </a:rPr>
              <a:t>에</a:t>
            </a:r>
            <a:r>
              <a:rPr sz="1450" spc="5" dirty="0">
                <a:solidFill>
                  <a:srgbClr val="374050"/>
                </a:solidFill>
                <a:latin typeface="Arial Unicode MS"/>
                <a:cs typeface="Arial Unicode MS"/>
              </a:rPr>
              <a:t> </a:t>
            </a:r>
            <a:r>
              <a:rPr sz="1450" spc="-95" dirty="0">
                <a:solidFill>
                  <a:srgbClr val="374050"/>
                </a:solidFill>
                <a:latin typeface="Arial Unicode MS"/>
                <a:cs typeface="Arial Unicode MS"/>
              </a:rPr>
              <a:t>집중합니다</a:t>
            </a:r>
            <a:r>
              <a:rPr sz="1500" b="0" spc="-10" dirty="0">
                <a:solidFill>
                  <a:srgbClr val="374050"/>
                </a:solidFill>
                <a:latin typeface="Noto Sans KR Medium"/>
                <a:cs typeface="Noto Sans KR Medium"/>
              </a:rPr>
              <a:t>"</a:t>
            </a:r>
            <a:endParaRPr sz="1500" dirty="0">
              <a:latin typeface="Noto Sans KR Medium"/>
              <a:cs typeface="Noto Sans KR Medium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735180" y="1906071"/>
            <a:ext cx="1310640" cy="31750"/>
          </a:xfrm>
          <a:custGeom>
            <a:avLst/>
            <a:gdLst/>
            <a:ahLst/>
            <a:cxnLst/>
            <a:rect l="l" t="t" r="r" b="b"/>
            <a:pathLst>
              <a:path w="1310640" h="31750">
                <a:moveTo>
                  <a:pt x="1310163" y="31194"/>
                </a:moveTo>
                <a:lnTo>
                  <a:pt x="0" y="31194"/>
                </a:lnTo>
                <a:lnTo>
                  <a:pt x="0" y="0"/>
                </a:lnTo>
                <a:lnTo>
                  <a:pt x="1310163" y="0"/>
                </a:lnTo>
                <a:lnTo>
                  <a:pt x="1310163" y="31194"/>
                </a:lnTo>
                <a:close/>
              </a:path>
            </a:pathLst>
          </a:custGeom>
          <a:solidFill>
            <a:srgbClr val="FE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448851" y="5312042"/>
            <a:ext cx="2452370" cy="39179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700" b="1" spc="-25" dirty="0">
                <a:solidFill>
                  <a:srgbClr val="1D40AF"/>
                </a:solidFill>
                <a:latin typeface="맑은 고딕"/>
                <a:cs typeface="맑은 고딕"/>
              </a:rPr>
              <a:t>집중</a:t>
            </a:r>
            <a:r>
              <a:rPr sz="700" b="1" spc="-40" dirty="0">
                <a:solidFill>
                  <a:srgbClr val="1D40AF"/>
                </a:solidFill>
                <a:latin typeface="맑은 고딕"/>
                <a:cs typeface="맑은 고딕"/>
              </a:rPr>
              <a:t> </a:t>
            </a:r>
            <a:r>
              <a:rPr sz="700" b="1" spc="-25" dirty="0">
                <a:solidFill>
                  <a:srgbClr val="1D40AF"/>
                </a:solidFill>
                <a:latin typeface="맑은 고딕"/>
                <a:cs typeface="맑은 고딕"/>
              </a:rPr>
              <a:t>관리</a:t>
            </a:r>
            <a:r>
              <a:rPr sz="700" b="1" spc="-40" dirty="0">
                <a:solidFill>
                  <a:srgbClr val="1D40AF"/>
                </a:solidFill>
                <a:latin typeface="맑은 고딕"/>
                <a:cs typeface="맑은 고딕"/>
              </a:rPr>
              <a:t> </a:t>
            </a:r>
            <a:r>
              <a:rPr sz="700" b="1" spc="-25" dirty="0">
                <a:solidFill>
                  <a:srgbClr val="1D40AF"/>
                </a:solidFill>
                <a:latin typeface="맑은 고딕"/>
                <a:cs typeface="맑은 고딕"/>
              </a:rPr>
              <a:t>대상</a:t>
            </a:r>
            <a:r>
              <a:rPr sz="700" b="1" spc="-40" dirty="0">
                <a:solidFill>
                  <a:srgbClr val="1D40AF"/>
                </a:solidFill>
                <a:latin typeface="맑은 고딕"/>
                <a:cs typeface="맑은 고딕"/>
              </a:rPr>
              <a:t> </a:t>
            </a:r>
            <a:r>
              <a:rPr sz="750" b="1" spc="-5" dirty="0">
                <a:solidFill>
                  <a:srgbClr val="1D40AF"/>
                </a:solidFill>
                <a:latin typeface="Noto Sans KR"/>
                <a:cs typeface="Noto Sans KR"/>
              </a:rPr>
              <a:t>(</a:t>
            </a:r>
            <a:r>
              <a:rPr sz="750" b="1" spc="-40" dirty="0">
                <a:solidFill>
                  <a:srgbClr val="1D40AF"/>
                </a:solidFill>
                <a:latin typeface="Noto Sans KR"/>
                <a:cs typeface="Noto Sans KR"/>
              </a:rPr>
              <a:t>T</a:t>
            </a:r>
            <a:r>
              <a:rPr sz="750" b="1" spc="-10" dirty="0">
                <a:solidFill>
                  <a:srgbClr val="1D40AF"/>
                </a:solidFill>
                <a:latin typeface="Noto Sans KR"/>
                <a:cs typeface="Noto Sans KR"/>
              </a:rPr>
              <a:t>OP</a:t>
            </a:r>
            <a:r>
              <a:rPr sz="750" b="1" spc="35" dirty="0">
                <a:solidFill>
                  <a:srgbClr val="1D40AF"/>
                </a:solidFill>
                <a:latin typeface="Noto Sans KR"/>
                <a:cs typeface="Noto Sans KR"/>
              </a:rPr>
              <a:t> </a:t>
            </a:r>
            <a:r>
              <a:rPr sz="750" b="1" spc="-10" dirty="0">
                <a:solidFill>
                  <a:srgbClr val="1D40AF"/>
                </a:solidFill>
                <a:latin typeface="Noto Sans KR"/>
                <a:cs typeface="Noto Sans KR"/>
              </a:rPr>
              <a:t>3</a:t>
            </a:r>
            <a:r>
              <a:rPr sz="750" b="1" spc="35" dirty="0">
                <a:solidFill>
                  <a:srgbClr val="1D40AF"/>
                </a:solidFill>
                <a:latin typeface="Noto Sans KR"/>
                <a:cs typeface="Noto Sans KR"/>
              </a:rPr>
              <a:t> </a:t>
            </a:r>
            <a:r>
              <a:rPr sz="750" b="1" spc="-10" dirty="0">
                <a:solidFill>
                  <a:srgbClr val="1D40AF"/>
                </a:solidFill>
                <a:latin typeface="Noto Sans KR"/>
                <a:cs typeface="Noto Sans KR"/>
              </a:rPr>
              <a:t>H</a:t>
            </a:r>
            <a:r>
              <a:rPr sz="750" b="1" spc="-40" dirty="0">
                <a:solidFill>
                  <a:srgbClr val="1D40AF"/>
                </a:solidFill>
                <a:latin typeface="Noto Sans KR"/>
                <a:cs typeface="Noto Sans KR"/>
              </a:rPr>
              <a:t>OT</a:t>
            </a:r>
            <a:r>
              <a:rPr sz="750" b="1" spc="-10" dirty="0">
                <a:solidFill>
                  <a:srgbClr val="1D40AF"/>
                </a:solidFill>
                <a:latin typeface="Noto Sans KR"/>
                <a:cs typeface="Noto Sans KR"/>
              </a:rPr>
              <a:t>SP</a:t>
            </a:r>
            <a:r>
              <a:rPr sz="750" b="1" spc="-40" dirty="0">
                <a:solidFill>
                  <a:srgbClr val="1D40AF"/>
                </a:solidFill>
                <a:latin typeface="Noto Sans KR"/>
                <a:cs typeface="Noto Sans KR"/>
              </a:rPr>
              <a:t>OT</a:t>
            </a:r>
            <a:r>
              <a:rPr sz="750" b="1" spc="-10" dirty="0">
                <a:solidFill>
                  <a:srgbClr val="1D40AF"/>
                </a:solidFill>
                <a:latin typeface="Noto Sans KR"/>
                <a:cs typeface="Noto Sans KR"/>
              </a:rPr>
              <a:t>S)</a:t>
            </a:r>
            <a:endParaRPr sz="750">
              <a:latin typeface="Noto Sans KR"/>
              <a:cs typeface="Noto Sans KR"/>
            </a:endParaRPr>
          </a:p>
          <a:p>
            <a:pPr marL="137160">
              <a:lnSpc>
                <a:spcPct val="100000"/>
              </a:lnSpc>
              <a:spcBef>
                <a:spcPts val="450"/>
              </a:spcBef>
              <a:tabLst>
                <a:tab pos="1456055" algn="l"/>
              </a:tabLst>
            </a:pPr>
            <a:r>
              <a:rPr sz="950" b="1" spc="-30" dirty="0">
                <a:solidFill>
                  <a:srgbClr val="1F2937"/>
                </a:solidFill>
                <a:latin typeface="맑은 고딕"/>
                <a:cs typeface="맑은 고딕"/>
              </a:rPr>
              <a:t>운항계획</a:t>
            </a:r>
            <a:r>
              <a:rPr sz="1000" b="1" spc="-30" dirty="0">
                <a:solidFill>
                  <a:srgbClr val="1F2937"/>
                </a:solidFill>
                <a:latin typeface="Noto Sans KR"/>
                <a:cs typeface="Noto Sans KR"/>
              </a:rPr>
              <a:t>(FP)</a:t>
            </a:r>
            <a:r>
              <a:rPr sz="1000" b="1" spc="50" dirty="0">
                <a:solidFill>
                  <a:srgbClr val="1F2937"/>
                </a:solidFill>
                <a:latin typeface="Noto Sans KR"/>
                <a:cs typeface="Noto Sans KR"/>
              </a:rPr>
              <a:t> </a:t>
            </a:r>
            <a:r>
              <a:rPr sz="950" b="1" dirty="0">
                <a:solidFill>
                  <a:srgbClr val="DB2525"/>
                </a:solidFill>
                <a:latin typeface="Trebuchet MS"/>
                <a:cs typeface="Trebuchet MS"/>
              </a:rPr>
              <a:t>52</a:t>
            </a:r>
            <a:r>
              <a:rPr sz="950" b="1" dirty="0">
                <a:solidFill>
                  <a:srgbClr val="DB2525"/>
                </a:solidFill>
                <a:latin typeface="맑은 고딕"/>
                <a:cs typeface="맑은 고딕"/>
              </a:rPr>
              <a:t>건	</a:t>
            </a:r>
            <a:r>
              <a:rPr sz="1000" b="1" spc="-10" dirty="0">
                <a:solidFill>
                  <a:srgbClr val="1F2937"/>
                </a:solidFill>
                <a:latin typeface="Noto Sans KR"/>
                <a:cs typeface="Noto Sans KR"/>
              </a:rPr>
              <a:t>A-CDM(CM)</a:t>
            </a:r>
            <a:r>
              <a:rPr sz="1000" b="1" spc="5" dirty="0">
                <a:solidFill>
                  <a:srgbClr val="1F2937"/>
                </a:solidFill>
                <a:latin typeface="Noto Sans KR"/>
                <a:cs typeface="Noto Sans KR"/>
              </a:rPr>
              <a:t> </a:t>
            </a:r>
            <a:r>
              <a:rPr sz="1000" b="1" spc="-25" dirty="0">
                <a:solidFill>
                  <a:srgbClr val="1F2937"/>
                </a:solidFill>
                <a:latin typeface="Noto Sans KR"/>
                <a:cs typeface="Noto Sans KR"/>
              </a:rPr>
              <a:t>38</a:t>
            </a:r>
            <a:r>
              <a:rPr sz="950" b="1" spc="-25" dirty="0">
                <a:solidFill>
                  <a:srgbClr val="1F2937"/>
                </a:solidFill>
                <a:latin typeface="맑은 고딕"/>
                <a:cs typeface="맑은 고딕"/>
              </a:rPr>
              <a:t>건</a:t>
            </a:r>
            <a:endParaRPr sz="950">
              <a:latin typeface="맑은 고딕"/>
              <a:cs typeface="맑은 고딕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74192" y="2185416"/>
            <a:ext cx="7815580" cy="3525520"/>
            <a:chOff x="774192" y="2185416"/>
            <a:chExt cx="7815580" cy="3525520"/>
          </a:xfrm>
        </p:grpSpPr>
        <p:sp>
          <p:nvSpPr>
            <p:cNvPr id="16" name="object 16"/>
            <p:cNvSpPr/>
            <p:nvPr/>
          </p:nvSpPr>
          <p:spPr>
            <a:xfrm>
              <a:off x="4074080" y="5579208"/>
              <a:ext cx="62865" cy="62865"/>
            </a:xfrm>
            <a:custGeom>
              <a:avLst/>
              <a:gdLst/>
              <a:ahLst/>
              <a:cxnLst/>
              <a:rect l="l" t="t" r="r" b="b"/>
              <a:pathLst>
                <a:path w="62864" h="62864">
                  <a:moveTo>
                    <a:pt x="35331" y="62388"/>
                  </a:moveTo>
                  <a:lnTo>
                    <a:pt x="27057" y="62388"/>
                  </a:lnTo>
                  <a:lnTo>
                    <a:pt x="23078" y="61596"/>
                  </a:lnTo>
                  <a:lnTo>
                    <a:pt x="0" y="35330"/>
                  </a:lnTo>
                  <a:lnTo>
                    <a:pt x="0" y="27057"/>
                  </a:lnTo>
                  <a:lnTo>
                    <a:pt x="27057" y="0"/>
                  </a:lnTo>
                  <a:lnTo>
                    <a:pt x="35331" y="0"/>
                  </a:lnTo>
                  <a:lnTo>
                    <a:pt x="62388" y="27057"/>
                  </a:lnTo>
                  <a:lnTo>
                    <a:pt x="62388" y="31194"/>
                  </a:lnTo>
                  <a:lnTo>
                    <a:pt x="62388" y="35330"/>
                  </a:lnTo>
                  <a:lnTo>
                    <a:pt x="35331" y="62388"/>
                  </a:lnTo>
                  <a:close/>
                </a:path>
              </a:pathLst>
            </a:custGeom>
            <a:solidFill>
              <a:srgbClr val="F59D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52747" y="5551864"/>
              <a:ext cx="136524" cy="15874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792480" y="2188464"/>
              <a:ext cx="2923540" cy="2688590"/>
            </a:xfrm>
            <a:custGeom>
              <a:avLst/>
              <a:gdLst/>
              <a:ahLst/>
              <a:cxnLst/>
              <a:rect l="l" t="t" r="r" b="b"/>
              <a:pathLst>
                <a:path w="2923540" h="2688590">
                  <a:moveTo>
                    <a:pt x="2923032" y="2688336"/>
                  </a:moveTo>
                  <a:lnTo>
                    <a:pt x="0" y="2688336"/>
                  </a:lnTo>
                  <a:lnTo>
                    <a:pt x="0" y="0"/>
                  </a:lnTo>
                  <a:lnTo>
                    <a:pt x="2923032" y="0"/>
                  </a:lnTo>
                  <a:lnTo>
                    <a:pt x="2923032" y="29551"/>
                  </a:lnTo>
                  <a:lnTo>
                    <a:pt x="130968" y="29551"/>
                  </a:lnTo>
                  <a:lnTo>
                    <a:pt x="122518" y="29959"/>
                  </a:lnTo>
                  <a:lnTo>
                    <a:pt x="83300" y="43995"/>
                  </a:lnTo>
                  <a:lnTo>
                    <a:pt x="55324" y="74856"/>
                  </a:lnTo>
                  <a:lnTo>
                    <a:pt x="45184" y="115336"/>
                  </a:lnTo>
                  <a:lnTo>
                    <a:pt x="45184" y="2540698"/>
                  </a:lnTo>
                  <a:lnTo>
                    <a:pt x="55325" y="2581177"/>
                  </a:lnTo>
                  <a:lnTo>
                    <a:pt x="83300" y="2612038"/>
                  </a:lnTo>
                  <a:lnTo>
                    <a:pt x="122518" y="2626074"/>
                  </a:lnTo>
                  <a:lnTo>
                    <a:pt x="130968" y="2626483"/>
                  </a:lnTo>
                  <a:lnTo>
                    <a:pt x="2923032" y="2626483"/>
                  </a:lnTo>
                  <a:lnTo>
                    <a:pt x="2923032" y="2688336"/>
                  </a:lnTo>
                  <a:close/>
                </a:path>
                <a:path w="2923540" h="2688590">
                  <a:moveTo>
                    <a:pt x="2923032" y="2626483"/>
                  </a:moveTo>
                  <a:lnTo>
                    <a:pt x="2790289" y="2626483"/>
                  </a:lnTo>
                  <a:lnTo>
                    <a:pt x="2798739" y="2626074"/>
                  </a:lnTo>
                  <a:lnTo>
                    <a:pt x="2807027" y="2624850"/>
                  </a:lnTo>
                  <a:lnTo>
                    <a:pt x="2844683" y="2607043"/>
                  </a:lnTo>
                  <a:lnTo>
                    <a:pt x="2869543" y="2573526"/>
                  </a:lnTo>
                  <a:lnTo>
                    <a:pt x="2876073" y="2540698"/>
                  </a:lnTo>
                  <a:lnTo>
                    <a:pt x="2876073" y="115336"/>
                  </a:lnTo>
                  <a:lnTo>
                    <a:pt x="2865932" y="74856"/>
                  </a:lnTo>
                  <a:lnTo>
                    <a:pt x="2837957" y="43995"/>
                  </a:lnTo>
                  <a:lnTo>
                    <a:pt x="2798739" y="29959"/>
                  </a:lnTo>
                  <a:lnTo>
                    <a:pt x="2790289" y="29551"/>
                  </a:lnTo>
                  <a:lnTo>
                    <a:pt x="2923032" y="29551"/>
                  </a:lnTo>
                  <a:lnTo>
                    <a:pt x="2923032" y="2626483"/>
                  </a:lnTo>
                  <a:close/>
                </a:path>
              </a:pathLst>
            </a:custGeom>
            <a:solidFill>
              <a:srgbClr val="000000">
                <a:alpha val="58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74192" y="2185416"/>
              <a:ext cx="2959735" cy="2725420"/>
            </a:xfrm>
            <a:custGeom>
              <a:avLst/>
              <a:gdLst/>
              <a:ahLst/>
              <a:cxnLst/>
              <a:rect l="l" t="t" r="r" b="b"/>
              <a:pathLst>
                <a:path w="2959735" h="2725420">
                  <a:moveTo>
                    <a:pt x="2959608" y="2724912"/>
                  </a:moveTo>
                  <a:lnTo>
                    <a:pt x="0" y="2724912"/>
                  </a:lnTo>
                  <a:lnTo>
                    <a:pt x="0" y="0"/>
                  </a:lnTo>
                  <a:lnTo>
                    <a:pt x="2959608" y="0"/>
                  </a:lnTo>
                  <a:lnTo>
                    <a:pt x="2959608" y="32599"/>
                  </a:lnTo>
                  <a:lnTo>
                    <a:pt x="149256" y="32599"/>
                  </a:lnTo>
                  <a:lnTo>
                    <a:pt x="140806" y="33007"/>
                  </a:lnTo>
                  <a:lnTo>
                    <a:pt x="101588" y="47043"/>
                  </a:lnTo>
                  <a:lnTo>
                    <a:pt x="73612" y="77904"/>
                  </a:lnTo>
                  <a:lnTo>
                    <a:pt x="63472" y="118384"/>
                  </a:lnTo>
                  <a:lnTo>
                    <a:pt x="63472" y="2543746"/>
                  </a:lnTo>
                  <a:lnTo>
                    <a:pt x="73613" y="2584225"/>
                  </a:lnTo>
                  <a:lnTo>
                    <a:pt x="101588" y="2615086"/>
                  </a:lnTo>
                  <a:lnTo>
                    <a:pt x="140806" y="2629122"/>
                  </a:lnTo>
                  <a:lnTo>
                    <a:pt x="149256" y="2629531"/>
                  </a:lnTo>
                  <a:lnTo>
                    <a:pt x="2959608" y="2629531"/>
                  </a:lnTo>
                  <a:lnTo>
                    <a:pt x="2959608" y="2724912"/>
                  </a:lnTo>
                  <a:close/>
                </a:path>
                <a:path w="2959735" h="2725420">
                  <a:moveTo>
                    <a:pt x="2959608" y="2629531"/>
                  </a:moveTo>
                  <a:lnTo>
                    <a:pt x="2808577" y="2629531"/>
                  </a:lnTo>
                  <a:lnTo>
                    <a:pt x="2817027" y="2629122"/>
                  </a:lnTo>
                  <a:lnTo>
                    <a:pt x="2825315" y="2627898"/>
                  </a:lnTo>
                  <a:lnTo>
                    <a:pt x="2862971" y="2610091"/>
                  </a:lnTo>
                  <a:lnTo>
                    <a:pt x="2887831" y="2576574"/>
                  </a:lnTo>
                  <a:lnTo>
                    <a:pt x="2894361" y="2543746"/>
                  </a:lnTo>
                  <a:lnTo>
                    <a:pt x="2894361" y="118384"/>
                  </a:lnTo>
                  <a:lnTo>
                    <a:pt x="2884220" y="77904"/>
                  </a:lnTo>
                  <a:lnTo>
                    <a:pt x="2856245" y="47043"/>
                  </a:lnTo>
                  <a:lnTo>
                    <a:pt x="2817027" y="33007"/>
                  </a:lnTo>
                  <a:lnTo>
                    <a:pt x="2808577" y="32599"/>
                  </a:lnTo>
                  <a:lnTo>
                    <a:pt x="2959608" y="32599"/>
                  </a:lnTo>
                  <a:lnTo>
                    <a:pt x="2959608" y="2629531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29865" y="2229713"/>
              <a:ext cx="2846705" cy="2593340"/>
            </a:xfrm>
            <a:custGeom>
              <a:avLst/>
              <a:gdLst/>
              <a:ahLst/>
              <a:cxnLst/>
              <a:rect l="l" t="t" r="r" b="b"/>
              <a:pathLst>
                <a:path w="2846704" h="2593340">
                  <a:moveTo>
                    <a:pt x="2759048" y="2593032"/>
                  </a:moveTo>
                  <a:lnTo>
                    <a:pt x="87438" y="2593032"/>
                  </a:lnTo>
                  <a:lnTo>
                    <a:pt x="81352" y="2592432"/>
                  </a:lnTo>
                  <a:lnTo>
                    <a:pt x="36481" y="2573846"/>
                  </a:lnTo>
                  <a:lnTo>
                    <a:pt x="9475" y="2540938"/>
                  </a:lnTo>
                  <a:lnTo>
                    <a:pt x="0" y="2505593"/>
                  </a:lnTo>
                  <a:lnTo>
                    <a:pt x="0" y="2499449"/>
                  </a:lnTo>
                  <a:lnTo>
                    <a:pt x="0" y="69221"/>
                  </a:lnTo>
                  <a:lnTo>
                    <a:pt x="19185" y="28881"/>
                  </a:lnTo>
                  <a:lnTo>
                    <a:pt x="52093" y="7500"/>
                  </a:lnTo>
                  <a:lnTo>
                    <a:pt x="87438" y="0"/>
                  </a:lnTo>
                  <a:lnTo>
                    <a:pt x="2759048" y="0"/>
                  </a:lnTo>
                  <a:lnTo>
                    <a:pt x="2799785" y="9783"/>
                  </a:lnTo>
                  <a:lnTo>
                    <a:pt x="2834128" y="36970"/>
                  </a:lnTo>
                  <a:lnTo>
                    <a:pt x="2846486" y="69221"/>
                  </a:lnTo>
                  <a:lnTo>
                    <a:pt x="2846486" y="2505593"/>
                  </a:lnTo>
                  <a:lnTo>
                    <a:pt x="2834128" y="2546331"/>
                  </a:lnTo>
                  <a:lnTo>
                    <a:pt x="2799785" y="2580674"/>
                  </a:lnTo>
                  <a:lnTo>
                    <a:pt x="2765133" y="2592432"/>
                  </a:lnTo>
                  <a:lnTo>
                    <a:pt x="2759048" y="25930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30272" y="2210217"/>
              <a:ext cx="2846070" cy="85725"/>
            </a:xfrm>
            <a:custGeom>
              <a:avLst/>
              <a:gdLst/>
              <a:ahLst/>
              <a:cxnLst/>
              <a:rect l="l" t="t" r="r" b="b"/>
              <a:pathLst>
                <a:path w="2846070" h="85725">
                  <a:moveTo>
                    <a:pt x="0" y="85149"/>
                  </a:moveTo>
                  <a:lnTo>
                    <a:pt x="15349" y="41581"/>
                  </a:lnTo>
                  <a:lnTo>
                    <a:pt x="49016" y="11062"/>
                  </a:lnTo>
                  <a:lnTo>
                    <a:pt x="93175" y="0"/>
                  </a:lnTo>
                  <a:lnTo>
                    <a:pt x="2752496" y="0"/>
                  </a:lnTo>
                  <a:lnTo>
                    <a:pt x="2796655" y="11062"/>
                  </a:lnTo>
                  <a:lnTo>
                    <a:pt x="2828400" y="38992"/>
                  </a:lnTo>
                  <a:lnTo>
                    <a:pt x="93175" y="38992"/>
                  </a:lnTo>
                  <a:lnTo>
                    <a:pt x="83956" y="39252"/>
                  </a:lnTo>
                  <a:lnTo>
                    <a:pt x="41174" y="48184"/>
                  </a:lnTo>
                  <a:lnTo>
                    <a:pt x="6716" y="72692"/>
                  </a:lnTo>
                  <a:lnTo>
                    <a:pt x="1967" y="79380"/>
                  </a:lnTo>
                  <a:lnTo>
                    <a:pt x="0" y="85149"/>
                  </a:lnTo>
                  <a:close/>
                </a:path>
                <a:path w="2846070" h="85725">
                  <a:moveTo>
                    <a:pt x="2845671" y="85150"/>
                  </a:moveTo>
                  <a:lnTo>
                    <a:pt x="2818669" y="54982"/>
                  </a:lnTo>
                  <a:lnTo>
                    <a:pt x="2779620" y="41330"/>
                  </a:lnTo>
                  <a:lnTo>
                    <a:pt x="2752496" y="38992"/>
                  </a:lnTo>
                  <a:lnTo>
                    <a:pt x="2828400" y="38992"/>
                  </a:lnTo>
                  <a:lnTo>
                    <a:pt x="2844298" y="75322"/>
                  </a:lnTo>
                  <a:lnTo>
                    <a:pt x="2845633" y="84364"/>
                  </a:lnTo>
                  <a:lnTo>
                    <a:pt x="2845671" y="85150"/>
                  </a:lnTo>
                  <a:close/>
                </a:path>
              </a:pathLst>
            </a:custGeom>
            <a:solidFill>
              <a:srgbClr val="4A54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023050" y="2483167"/>
              <a:ext cx="467995" cy="467995"/>
            </a:xfrm>
            <a:custGeom>
              <a:avLst/>
              <a:gdLst/>
              <a:ahLst/>
              <a:cxnLst/>
              <a:rect l="l" t="t" r="r" b="b"/>
              <a:pathLst>
                <a:path w="467994" h="467994">
                  <a:moveTo>
                    <a:pt x="241620" y="467915"/>
                  </a:moveTo>
                  <a:lnTo>
                    <a:pt x="226295" y="467915"/>
                  </a:lnTo>
                  <a:lnTo>
                    <a:pt x="218651" y="467539"/>
                  </a:lnTo>
                  <a:lnTo>
                    <a:pt x="180799" y="461925"/>
                  </a:lnTo>
                  <a:lnTo>
                    <a:pt x="137346" y="447173"/>
                  </a:lnTo>
                  <a:lnTo>
                    <a:pt x="97606" y="424229"/>
                  </a:lnTo>
                  <a:lnTo>
                    <a:pt x="63106" y="393972"/>
                  </a:lnTo>
                  <a:lnTo>
                    <a:pt x="35172" y="357566"/>
                  </a:lnTo>
                  <a:lnTo>
                    <a:pt x="14876" y="316410"/>
                  </a:lnTo>
                  <a:lnTo>
                    <a:pt x="3000" y="272085"/>
                  </a:lnTo>
                  <a:lnTo>
                    <a:pt x="0" y="241620"/>
                  </a:lnTo>
                  <a:lnTo>
                    <a:pt x="0" y="226295"/>
                  </a:lnTo>
                  <a:lnTo>
                    <a:pt x="5990" y="180799"/>
                  </a:lnTo>
                  <a:lnTo>
                    <a:pt x="20741" y="137346"/>
                  </a:lnTo>
                  <a:lnTo>
                    <a:pt x="43686" y="97606"/>
                  </a:lnTo>
                  <a:lnTo>
                    <a:pt x="73942" y="63106"/>
                  </a:lnTo>
                  <a:lnTo>
                    <a:pt x="110348" y="35171"/>
                  </a:lnTo>
                  <a:lnTo>
                    <a:pt x="151505" y="14876"/>
                  </a:lnTo>
                  <a:lnTo>
                    <a:pt x="195830" y="3000"/>
                  </a:lnTo>
                  <a:lnTo>
                    <a:pt x="226295" y="0"/>
                  </a:lnTo>
                  <a:lnTo>
                    <a:pt x="241620" y="0"/>
                  </a:lnTo>
                  <a:lnTo>
                    <a:pt x="287115" y="5990"/>
                  </a:lnTo>
                  <a:lnTo>
                    <a:pt x="330568" y="20740"/>
                  </a:lnTo>
                  <a:lnTo>
                    <a:pt x="370308" y="43685"/>
                  </a:lnTo>
                  <a:lnTo>
                    <a:pt x="404809" y="73942"/>
                  </a:lnTo>
                  <a:lnTo>
                    <a:pt x="432743" y="110348"/>
                  </a:lnTo>
                  <a:lnTo>
                    <a:pt x="453038" y="151504"/>
                  </a:lnTo>
                  <a:lnTo>
                    <a:pt x="464915" y="195829"/>
                  </a:lnTo>
                  <a:lnTo>
                    <a:pt x="467915" y="226295"/>
                  </a:lnTo>
                  <a:lnTo>
                    <a:pt x="467915" y="233957"/>
                  </a:lnTo>
                  <a:lnTo>
                    <a:pt x="467915" y="241620"/>
                  </a:lnTo>
                  <a:lnTo>
                    <a:pt x="461925" y="287115"/>
                  </a:lnTo>
                  <a:lnTo>
                    <a:pt x="447174" y="330568"/>
                  </a:lnTo>
                  <a:lnTo>
                    <a:pt x="424229" y="370308"/>
                  </a:lnTo>
                  <a:lnTo>
                    <a:pt x="393972" y="404808"/>
                  </a:lnTo>
                  <a:lnTo>
                    <a:pt x="357566" y="432743"/>
                  </a:lnTo>
                  <a:lnTo>
                    <a:pt x="316410" y="453038"/>
                  </a:lnTo>
                  <a:lnTo>
                    <a:pt x="272085" y="464914"/>
                  </a:lnTo>
                  <a:lnTo>
                    <a:pt x="249264" y="467539"/>
                  </a:lnTo>
                  <a:lnTo>
                    <a:pt x="241620" y="467915"/>
                  </a:lnTo>
                  <a:close/>
                </a:path>
              </a:pathLst>
            </a:custGeom>
            <a:solidFill>
              <a:srgbClr val="F2F4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63919" y="2638087"/>
              <a:ext cx="184149" cy="155574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4187742" y="5522649"/>
            <a:ext cx="1033780" cy="1809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50" b="1" spc="-30" dirty="0">
                <a:solidFill>
                  <a:srgbClr val="1F2937"/>
                </a:solidFill>
                <a:latin typeface="맑은 고딕"/>
                <a:cs typeface="맑은 고딕"/>
              </a:rPr>
              <a:t>항공통계</a:t>
            </a:r>
            <a:r>
              <a:rPr sz="1000" b="1" spc="-30" dirty="0">
                <a:solidFill>
                  <a:srgbClr val="1F2937"/>
                </a:solidFill>
                <a:latin typeface="Noto Sans KR"/>
                <a:cs typeface="Noto Sans KR"/>
              </a:rPr>
              <a:t>(AS)</a:t>
            </a:r>
            <a:r>
              <a:rPr sz="1000" b="1" spc="10" dirty="0">
                <a:solidFill>
                  <a:srgbClr val="1F2937"/>
                </a:solidFill>
                <a:latin typeface="Noto Sans KR"/>
                <a:cs typeface="Noto Sans KR"/>
              </a:rPr>
              <a:t> </a:t>
            </a:r>
            <a:r>
              <a:rPr sz="950" b="1" dirty="0">
                <a:solidFill>
                  <a:srgbClr val="D97705"/>
                </a:solidFill>
                <a:latin typeface="Trebuchet MS"/>
                <a:cs typeface="Trebuchet MS"/>
              </a:rPr>
              <a:t>31</a:t>
            </a:r>
            <a:r>
              <a:rPr sz="950" b="1" dirty="0">
                <a:solidFill>
                  <a:srgbClr val="D97705"/>
                </a:solidFill>
                <a:latin typeface="맑은 고딕"/>
                <a:cs typeface="맑은 고딕"/>
              </a:rPr>
              <a:t>건</a:t>
            </a:r>
            <a:endParaRPr sz="950">
              <a:latin typeface="맑은 고딕"/>
              <a:cs typeface="맑은 고딕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638911" y="5298819"/>
            <a:ext cx="1055370" cy="43497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77495">
              <a:lnSpc>
                <a:spcPct val="100000"/>
              </a:lnSpc>
              <a:spcBef>
                <a:spcPts val="375"/>
              </a:spcBef>
            </a:pPr>
            <a:r>
              <a:rPr sz="850" spc="-60" dirty="0">
                <a:solidFill>
                  <a:srgbClr val="6A7280"/>
                </a:solidFill>
                <a:latin typeface="Arial Unicode MS"/>
                <a:cs typeface="Arial Unicode MS"/>
              </a:rPr>
              <a:t>조치 완료 목표일</a:t>
            </a:r>
            <a:endParaRPr sz="85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1250" b="1" spc="-15" dirty="0">
                <a:solidFill>
                  <a:srgbClr val="1D3A8A"/>
                </a:solidFill>
                <a:latin typeface="Noto Sans KR"/>
                <a:cs typeface="Noto Sans KR"/>
              </a:rPr>
              <a:t>2</a:t>
            </a:r>
            <a:r>
              <a:rPr sz="1200" b="1" spc="-75" dirty="0">
                <a:solidFill>
                  <a:srgbClr val="1D3A8A"/>
                </a:solidFill>
                <a:latin typeface="맑은 고딕"/>
                <a:cs typeface="맑은 고딕"/>
              </a:rPr>
              <a:t>월</a:t>
            </a:r>
            <a:r>
              <a:rPr sz="1200" b="1" spc="-80" dirty="0">
                <a:solidFill>
                  <a:srgbClr val="1D3A8A"/>
                </a:solidFill>
                <a:latin typeface="맑은 고딕"/>
                <a:cs typeface="맑은 고딕"/>
              </a:rPr>
              <a:t> </a:t>
            </a:r>
            <a:r>
              <a:rPr sz="1250" b="1" spc="-15" dirty="0">
                <a:solidFill>
                  <a:srgbClr val="1D3A8A"/>
                </a:solidFill>
                <a:latin typeface="Noto Sans KR"/>
                <a:cs typeface="Noto Sans KR"/>
              </a:rPr>
              <a:t>6</a:t>
            </a:r>
            <a:r>
              <a:rPr sz="1200" b="1" spc="-75" dirty="0">
                <a:solidFill>
                  <a:srgbClr val="1D3A8A"/>
                </a:solidFill>
                <a:latin typeface="맑은 고딕"/>
                <a:cs typeface="맑은 고딕"/>
              </a:rPr>
              <a:t>일</a:t>
            </a:r>
            <a:r>
              <a:rPr sz="1200" b="1" spc="-80" dirty="0">
                <a:solidFill>
                  <a:srgbClr val="1D3A8A"/>
                </a:solidFill>
                <a:latin typeface="맑은 고딕"/>
                <a:cs typeface="맑은 고딕"/>
              </a:rPr>
              <a:t> </a:t>
            </a:r>
            <a:r>
              <a:rPr sz="1250" b="1" spc="-15" dirty="0">
                <a:solidFill>
                  <a:srgbClr val="1D3A8A"/>
                </a:solidFill>
                <a:latin typeface="Noto Sans KR"/>
                <a:cs typeface="Noto Sans KR"/>
              </a:rPr>
              <a:t>(D</a:t>
            </a:r>
            <a:r>
              <a:rPr sz="1250" b="1" spc="-10" dirty="0">
                <a:solidFill>
                  <a:srgbClr val="1D3A8A"/>
                </a:solidFill>
                <a:latin typeface="Noto Sans KR"/>
                <a:cs typeface="Noto Sans KR"/>
              </a:rPr>
              <a:t>-11)</a:t>
            </a:r>
            <a:endParaRPr sz="1250">
              <a:latin typeface="Noto Sans KR"/>
              <a:cs typeface="Noto Sans KR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909699" y="3109952"/>
            <a:ext cx="689610" cy="1568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b="1" spc="-60" dirty="0">
                <a:solidFill>
                  <a:srgbClr val="6A7280"/>
                </a:solidFill>
                <a:latin typeface="맑은 고딕"/>
                <a:cs typeface="맑은 고딕"/>
              </a:rPr>
              <a:t>전체 등록 결함</a:t>
            </a:r>
            <a:endParaRPr sz="850">
              <a:latin typeface="맑은 고딕"/>
              <a:cs typeface="맑은 고딕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577772" y="3281521"/>
            <a:ext cx="1353185" cy="96774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sz="3650" b="1" spc="15" dirty="0">
                <a:solidFill>
                  <a:srgbClr val="1F2937"/>
                </a:solidFill>
                <a:latin typeface="Comic Sans MS"/>
                <a:cs typeface="Comic Sans MS"/>
              </a:rPr>
              <a:t>25</a:t>
            </a:r>
            <a:r>
              <a:rPr sz="3650" b="1" spc="260" dirty="0">
                <a:solidFill>
                  <a:srgbClr val="1F2937"/>
                </a:solidFill>
                <a:latin typeface="Comic Sans MS"/>
                <a:cs typeface="Comic Sans MS"/>
              </a:rPr>
              <a:t>8</a:t>
            </a:r>
            <a:r>
              <a:rPr sz="1450" spc="-95" dirty="0">
                <a:solidFill>
                  <a:srgbClr val="9CA2AF"/>
                </a:solidFill>
                <a:latin typeface="Arial Unicode MS"/>
                <a:cs typeface="Arial Unicode MS"/>
              </a:rPr>
              <a:t>건</a:t>
            </a:r>
            <a:endParaRPr sz="1450" dirty="0">
              <a:latin typeface="Arial Unicode MS"/>
              <a:cs typeface="Arial Unicode MS"/>
            </a:endParaRPr>
          </a:p>
          <a:p>
            <a:pPr marL="12065" marR="5080" algn="ctr">
              <a:lnSpc>
                <a:spcPct val="120400"/>
              </a:lnSpc>
              <a:spcBef>
                <a:spcPts val="545"/>
              </a:spcBef>
            </a:pPr>
            <a:r>
              <a:rPr sz="850" spc="-60" dirty="0">
                <a:solidFill>
                  <a:srgbClr val="6A7280"/>
                </a:solidFill>
                <a:latin typeface="Arial Unicode MS"/>
                <a:cs typeface="Arial Unicode MS"/>
              </a:rPr>
              <a:t>테스트 수행 기간 동안 </a:t>
            </a:r>
            <a:r>
              <a:rPr sz="850" spc="-50" dirty="0">
                <a:solidFill>
                  <a:srgbClr val="6A7280"/>
                </a:solidFill>
                <a:latin typeface="Arial Unicode MS"/>
                <a:cs typeface="Arial Unicode MS"/>
              </a:rPr>
              <a:t>등록된  모든 </a:t>
            </a:r>
            <a:r>
              <a:rPr sz="850" spc="-60" dirty="0">
                <a:solidFill>
                  <a:srgbClr val="6A7280"/>
                </a:solidFill>
                <a:latin typeface="Arial Unicode MS"/>
                <a:cs typeface="Arial Unicode MS"/>
              </a:rPr>
              <a:t>이슈 항목 합계</a:t>
            </a:r>
            <a:endParaRPr sz="850" dirty="0">
              <a:latin typeface="Arial Unicode MS"/>
              <a:cs typeface="Arial Unicode MS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3794759" y="2118359"/>
            <a:ext cx="3108960" cy="2862580"/>
            <a:chOff x="3794759" y="2118359"/>
            <a:chExt cx="3108960" cy="2862580"/>
          </a:xfrm>
        </p:grpSpPr>
        <p:sp>
          <p:nvSpPr>
            <p:cNvPr id="29" name="object 29"/>
            <p:cNvSpPr/>
            <p:nvPr/>
          </p:nvSpPr>
          <p:spPr>
            <a:xfrm>
              <a:off x="3816095" y="2124455"/>
              <a:ext cx="3066415" cy="2816860"/>
            </a:xfrm>
            <a:custGeom>
              <a:avLst/>
              <a:gdLst/>
              <a:ahLst/>
              <a:cxnLst/>
              <a:rect l="l" t="t" r="r" b="b"/>
              <a:pathLst>
                <a:path w="3066415" h="2816860">
                  <a:moveTo>
                    <a:pt x="3066288" y="2816352"/>
                  </a:moveTo>
                  <a:lnTo>
                    <a:pt x="0" y="2816352"/>
                  </a:lnTo>
                  <a:lnTo>
                    <a:pt x="0" y="0"/>
                  </a:lnTo>
                  <a:lnTo>
                    <a:pt x="3066288" y="0"/>
                  </a:lnTo>
                  <a:lnTo>
                    <a:pt x="3066288" y="28636"/>
                  </a:lnTo>
                  <a:lnTo>
                    <a:pt x="136847" y="28636"/>
                  </a:lnTo>
                  <a:lnTo>
                    <a:pt x="127974" y="29064"/>
                  </a:lnTo>
                  <a:lnTo>
                    <a:pt x="86796" y="43802"/>
                  </a:lnTo>
                  <a:lnTo>
                    <a:pt x="57421" y="76206"/>
                  </a:lnTo>
                  <a:lnTo>
                    <a:pt x="46774" y="118710"/>
                  </a:lnTo>
                  <a:lnTo>
                    <a:pt x="46774" y="2665340"/>
                  </a:lnTo>
                  <a:lnTo>
                    <a:pt x="57421" y="2707844"/>
                  </a:lnTo>
                  <a:lnTo>
                    <a:pt x="86796" y="2740248"/>
                  </a:lnTo>
                  <a:lnTo>
                    <a:pt x="127974" y="2754985"/>
                  </a:lnTo>
                  <a:lnTo>
                    <a:pt x="136847" y="2755414"/>
                  </a:lnTo>
                  <a:lnTo>
                    <a:pt x="3066288" y="2755414"/>
                  </a:lnTo>
                  <a:lnTo>
                    <a:pt x="3066288" y="2816352"/>
                  </a:lnTo>
                  <a:close/>
                </a:path>
                <a:path w="3066415" h="2816860">
                  <a:moveTo>
                    <a:pt x="3066288" y="2755414"/>
                  </a:moveTo>
                  <a:lnTo>
                    <a:pt x="2929133" y="2755414"/>
                  </a:lnTo>
                  <a:lnTo>
                    <a:pt x="2938007" y="2754985"/>
                  </a:lnTo>
                  <a:lnTo>
                    <a:pt x="2946709" y="2753700"/>
                  </a:lnTo>
                  <a:lnTo>
                    <a:pt x="2986248" y="2735003"/>
                  </a:lnTo>
                  <a:lnTo>
                    <a:pt x="3012350" y="2699810"/>
                  </a:lnTo>
                  <a:lnTo>
                    <a:pt x="3019207" y="2665340"/>
                  </a:lnTo>
                  <a:lnTo>
                    <a:pt x="3019207" y="118710"/>
                  </a:lnTo>
                  <a:lnTo>
                    <a:pt x="3008559" y="76206"/>
                  </a:lnTo>
                  <a:lnTo>
                    <a:pt x="2979185" y="43802"/>
                  </a:lnTo>
                  <a:lnTo>
                    <a:pt x="2938007" y="29064"/>
                  </a:lnTo>
                  <a:lnTo>
                    <a:pt x="2929133" y="28636"/>
                  </a:lnTo>
                  <a:lnTo>
                    <a:pt x="3066288" y="28636"/>
                  </a:lnTo>
                  <a:lnTo>
                    <a:pt x="3066288" y="2755414"/>
                  </a:lnTo>
                  <a:close/>
                </a:path>
              </a:pathLst>
            </a:custGeom>
            <a:solidFill>
              <a:srgbClr val="000000">
                <a:alpha val="58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794759" y="2118359"/>
              <a:ext cx="3108960" cy="2862580"/>
            </a:xfrm>
            <a:custGeom>
              <a:avLst/>
              <a:gdLst/>
              <a:ahLst/>
              <a:cxnLst/>
              <a:rect l="l" t="t" r="r" b="b"/>
              <a:pathLst>
                <a:path w="3108959" h="2862579">
                  <a:moveTo>
                    <a:pt x="3108960" y="2862072"/>
                  </a:moveTo>
                  <a:lnTo>
                    <a:pt x="0" y="2862072"/>
                  </a:lnTo>
                  <a:lnTo>
                    <a:pt x="0" y="0"/>
                  </a:lnTo>
                  <a:lnTo>
                    <a:pt x="3108960" y="0"/>
                  </a:lnTo>
                  <a:lnTo>
                    <a:pt x="3108960" y="34732"/>
                  </a:lnTo>
                  <a:lnTo>
                    <a:pt x="158183" y="34732"/>
                  </a:lnTo>
                  <a:lnTo>
                    <a:pt x="149310" y="35160"/>
                  </a:lnTo>
                  <a:lnTo>
                    <a:pt x="108132" y="49898"/>
                  </a:lnTo>
                  <a:lnTo>
                    <a:pt x="78757" y="82302"/>
                  </a:lnTo>
                  <a:lnTo>
                    <a:pt x="68110" y="124806"/>
                  </a:lnTo>
                  <a:lnTo>
                    <a:pt x="68110" y="2671436"/>
                  </a:lnTo>
                  <a:lnTo>
                    <a:pt x="78757" y="2713940"/>
                  </a:lnTo>
                  <a:lnTo>
                    <a:pt x="108132" y="2746344"/>
                  </a:lnTo>
                  <a:lnTo>
                    <a:pt x="149310" y="2761081"/>
                  </a:lnTo>
                  <a:lnTo>
                    <a:pt x="158183" y="2761510"/>
                  </a:lnTo>
                  <a:lnTo>
                    <a:pt x="3108960" y="2761510"/>
                  </a:lnTo>
                  <a:lnTo>
                    <a:pt x="3108960" y="2862072"/>
                  </a:lnTo>
                  <a:close/>
                </a:path>
                <a:path w="3108959" h="2862579">
                  <a:moveTo>
                    <a:pt x="3108960" y="2761510"/>
                  </a:moveTo>
                  <a:lnTo>
                    <a:pt x="2950469" y="2761510"/>
                  </a:lnTo>
                  <a:lnTo>
                    <a:pt x="2959343" y="2761081"/>
                  </a:lnTo>
                  <a:lnTo>
                    <a:pt x="2968045" y="2759796"/>
                  </a:lnTo>
                  <a:lnTo>
                    <a:pt x="3007584" y="2741099"/>
                  </a:lnTo>
                  <a:lnTo>
                    <a:pt x="3033686" y="2705906"/>
                  </a:lnTo>
                  <a:lnTo>
                    <a:pt x="3040543" y="2671436"/>
                  </a:lnTo>
                  <a:lnTo>
                    <a:pt x="3040543" y="124806"/>
                  </a:lnTo>
                  <a:lnTo>
                    <a:pt x="3029895" y="82302"/>
                  </a:lnTo>
                  <a:lnTo>
                    <a:pt x="3000521" y="49898"/>
                  </a:lnTo>
                  <a:lnTo>
                    <a:pt x="2959343" y="35160"/>
                  </a:lnTo>
                  <a:lnTo>
                    <a:pt x="2950469" y="34732"/>
                  </a:lnTo>
                  <a:lnTo>
                    <a:pt x="3108960" y="34732"/>
                  </a:lnTo>
                  <a:lnTo>
                    <a:pt x="3108960" y="2761510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854681" y="2165374"/>
              <a:ext cx="2988945" cy="2722880"/>
            </a:xfrm>
            <a:custGeom>
              <a:avLst/>
              <a:gdLst/>
              <a:ahLst/>
              <a:cxnLst/>
              <a:rect l="l" t="t" r="r" b="b"/>
              <a:pathLst>
                <a:path w="2988945" h="2722879">
                  <a:moveTo>
                    <a:pt x="2897000" y="2722683"/>
                  </a:moveTo>
                  <a:lnTo>
                    <a:pt x="91810" y="2722683"/>
                  </a:lnTo>
                  <a:lnTo>
                    <a:pt x="85420" y="2722054"/>
                  </a:lnTo>
                  <a:lnTo>
                    <a:pt x="49035" y="2709707"/>
                  </a:lnTo>
                  <a:lnTo>
                    <a:pt x="20144" y="2684377"/>
                  </a:lnTo>
                  <a:lnTo>
                    <a:pt x="3146" y="2649919"/>
                  </a:lnTo>
                  <a:lnTo>
                    <a:pt x="0" y="2630873"/>
                  </a:lnTo>
                  <a:lnTo>
                    <a:pt x="0" y="2624421"/>
                  </a:lnTo>
                  <a:lnTo>
                    <a:pt x="0" y="72683"/>
                  </a:lnTo>
                  <a:lnTo>
                    <a:pt x="20144" y="30325"/>
                  </a:lnTo>
                  <a:lnTo>
                    <a:pt x="54698" y="7876"/>
                  </a:lnTo>
                  <a:lnTo>
                    <a:pt x="91810" y="0"/>
                  </a:lnTo>
                  <a:lnTo>
                    <a:pt x="2897000" y="0"/>
                  </a:lnTo>
                  <a:lnTo>
                    <a:pt x="2939775" y="10272"/>
                  </a:lnTo>
                  <a:lnTo>
                    <a:pt x="2975834" y="38819"/>
                  </a:lnTo>
                  <a:lnTo>
                    <a:pt x="2988810" y="72683"/>
                  </a:lnTo>
                  <a:lnTo>
                    <a:pt x="2988810" y="2630873"/>
                  </a:lnTo>
                  <a:lnTo>
                    <a:pt x="2978861" y="2667984"/>
                  </a:lnTo>
                  <a:lnTo>
                    <a:pt x="2955467" y="2698465"/>
                  </a:lnTo>
                  <a:lnTo>
                    <a:pt x="2922190" y="2717672"/>
                  </a:lnTo>
                  <a:lnTo>
                    <a:pt x="2903390" y="2722054"/>
                  </a:lnTo>
                  <a:lnTo>
                    <a:pt x="2897000" y="2722683"/>
                  </a:lnTo>
                  <a:close/>
                </a:path>
              </a:pathLst>
            </a:custGeom>
            <a:solidFill>
              <a:srgbClr val="FE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855109" y="2144903"/>
              <a:ext cx="2988310" cy="89535"/>
            </a:xfrm>
            <a:custGeom>
              <a:avLst/>
              <a:gdLst/>
              <a:ahLst/>
              <a:cxnLst/>
              <a:rect l="l" t="t" r="r" b="b"/>
              <a:pathLst>
                <a:path w="2988309" h="89535">
                  <a:moveTo>
                    <a:pt x="0" y="89407"/>
                  </a:moveTo>
                  <a:lnTo>
                    <a:pt x="11188" y="51894"/>
                  </a:lnTo>
                  <a:lnTo>
                    <a:pt x="35527" y="22266"/>
                  </a:lnTo>
                  <a:lnTo>
                    <a:pt x="69353" y="4207"/>
                  </a:lnTo>
                  <a:lnTo>
                    <a:pt x="97834" y="0"/>
                  </a:lnTo>
                  <a:lnTo>
                    <a:pt x="2890120" y="0"/>
                  </a:lnTo>
                  <a:lnTo>
                    <a:pt x="2927723" y="7479"/>
                  </a:lnTo>
                  <a:lnTo>
                    <a:pt x="2959602" y="28780"/>
                  </a:lnTo>
                  <a:lnTo>
                    <a:pt x="2969819" y="40942"/>
                  </a:lnTo>
                  <a:lnTo>
                    <a:pt x="97834" y="40942"/>
                  </a:lnTo>
                  <a:lnTo>
                    <a:pt x="88154" y="41215"/>
                  </a:lnTo>
                  <a:lnTo>
                    <a:pt x="43232" y="50593"/>
                  </a:lnTo>
                  <a:lnTo>
                    <a:pt x="11188" y="71214"/>
                  </a:lnTo>
                  <a:lnTo>
                    <a:pt x="2065" y="83349"/>
                  </a:lnTo>
                  <a:lnTo>
                    <a:pt x="0" y="89407"/>
                  </a:lnTo>
                  <a:close/>
                </a:path>
                <a:path w="2988309" h="89535">
                  <a:moveTo>
                    <a:pt x="2987955" y="89407"/>
                  </a:moveTo>
                  <a:lnTo>
                    <a:pt x="2959602" y="57731"/>
                  </a:lnTo>
                  <a:lnTo>
                    <a:pt x="2918602" y="43396"/>
                  </a:lnTo>
                  <a:lnTo>
                    <a:pt x="2890120" y="40942"/>
                  </a:lnTo>
                  <a:lnTo>
                    <a:pt x="2969819" y="40942"/>
                  </a:lnTo>
                  <a:lnTo>
                    <a:pt x="2986513" y="79088"/>
                  </a:lnTo>
                  <a:lnTo>
                    <a:pt x="2987915" y="88582"/>
                  </a:lnTo>
                  <a:lnTo>
                    <a:pt x="2987955" y="89407"/>
                  </a:lnTo>
                  <a:close/>
                </a:path>
              </a:pathLst>
            </a:custGeom>
            <a:solidFill>
              <a:srgbClr val="DB25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107525" y="2431501"/>
              <a:ext cx="491490" cy="491490"/>
            </a:xfrm>
            <a:custGeom>
              <a:avLst/>
              <a:gdLst/>
              <a:ahLst/>
              <a:cxnLst/>
              <a:rect l="l" t="t" r="r" b="b"/>
              <a:pathLst>
                <a:path w="491489" h="491489">
                  <a:moveTo>
                    <a:pt x="253701" y="491311"/>
                  </a:moveTo>
                  <a:lnTo>
                    <a:pt x="237610" y="491311"/>
                  </a:lnTo>
                  <a:lnTo>
                    <a:pt x="229583" y="490917"/>
                  </a:lnTo>
                  <a:lnTo>
                    <a:pt x="189839" y="485021"/>
                  </a:lnTo>
                  <a:lnTo>
                    <a:pt x="144213" y="469533"/>
                  </a:lnTo>
                  <a:lnTo>
                    <a:pt x="102486" y="445440"/>
                  </a:lnTo>
                  <a:lnTo>
                    <a:pt x="66261" y="413671"/>
                  </a:lnTo>
                  <a:lnTo>
                    <a:pt x="36930" y="375444"/>
                  </a:lnTo>
                  <a:lnTo>
                    <a:pt x="15620" y="332230"/>
                  </a:lnTo>
                  <a:lnTo>
                    <a:pt x="3150" y="285689"/>
                  </a:lnTo>
                  <a:lnTo>
                    <a:pt x="0" y="253701"/>
                  </a:lnTo>
                  <a:lnTo>
                    <a:pt x="0" y="237610"/>
                  </a:lnTo>
                  <a:lnTo>
                    <a:pt x="6289" y="189839"/>
                  </a:lnTo>
                  <a:lnTo>
                    <a:pt x="21778" y="144214"/>
                  </a:lnTo>
                  <a:lnTo>
                    <a:pt x="45870" y="102487"/>
                  </a:lnTo>
                  <a:lnTo>
                    <a:pt x="77639" y="66261"/>
                  </a:lnTo>
                  <a:lnTo>
                    <a:pt x="115866" y="36930"/>
                  </a:lnTo>
                  <a:lnTo>
                    <a:pt x="159080" y="15620"/>
                  </a:lnTo>
                  <a:lnTo>
                    <a:pt x="205621" y="3150"/>
                  </a:lnTo>
                  <a:lnTo>
                    <a:pt x="237610" y="0"/>
                  </a:lnTo>
                  <a:lnTo>
                    <a:pt x="253701" y="0"/>
                  </a:lnTo>
                  <a:lnTo>
                    <a:pt x="301471" y="6289"/>
                  </a:lnTo>
                  <a:lnTo>
                    <a:pt x="347096" y="21778"/>
                  </a:lnTo>
                  <a:lnTo>
                    <a:pt x="388824" y="45870"/>
                  </a:lnTo>
                  <a:lnTo>
                    <a:pt x="425049" y="77639"/>
                  </a:lnTo>
                  <a:lnTo>
                    <a:pt x="454380" y="115866"/>
                  </a:lnTo>
                  <a:lnTo>
                    <a:pt x="475690" y="159080"/>
                  </a:lnTo>
                  <a:lnTo>
                    <a:pt x="488160" y="205621"/>
                  </a:lnTo>
                  <a:lnTo>
                    <a:pt x="491311" y="245655"/>
                  </a:lnTo>
                  <a:lnTo>
                    <a:pt x="491311" y="253701"/>
                  </a:lnTo>
                  <a:lnTo>
                    <a:pt x="485021" y="301471"/>
                  </a:lnTo>
                  <a:lnTo>
                    <a:pt x="469532" y="347097"/>
                  </a:lnTo>
                  <a:lnTo>
                    <a:pt x="445440" y="388824"/>
                  </a:lnTo>
                  <a:lnTo>
                    <a:pt x="413671" y="425049"/>
                  </a:lnTo>
                  <a:lnTo>
                    <a:pt x="375444" y="454380"/>
                  </a:lnTo>
                  <a:lnTo>
                    <a:pt x="332230" y="475690"/>
                  </a:lnTo>
                  <a:lnTo>
                    <a:pt x="285689" y="488160"/>
                  </a:lnTo>
                  <a:lnTo>
                    <a:pt x="253701" y="491311"/>
                  </a:lnTo>
                  <a:close/>
                </a:path>
              </a:pathLst>
            </a:custGeom>
            <a:solidFill>
              <a:srgbClr val="FE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48928" y="2588929"/>
              <a:ext cx="203199" cy="174624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4600315" y="3085789"/>
            <a:ext cx="1500505" cy="1689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b="1" spc="-70" dirty="0">
                <a:solidFill>
                  <a:srgbClr val="B91B1B"/>
                </a:solidFill>
                <a:latin typeface="맑은 고딕"/>
                <a:cs typeface="맑은 고딕"/>
              </a:rPr>
              <a:t>유효</a:t>
            </a:r>
            <a:r>
              <a:rPr sz="900" b="1" spc="-65" dirty="0">
                <a:solidFill>
                  <a:srgbClr val="B91B1B"/>
                </a:solidFill>
                <a:latin typeface="맑은 고딕"/>
                <a:cs typeface="맑은 고딕"/>
              </a:rPr>
              <a:t> </a:t>
            </a:r>
            <a:r>
              <a:rPr sz="900" b="1" spc="-70" dirty="0">
                <a:solidFill>
                  <a:srgbClr val="B91B1B"/>
                </a:solidFill>
                <a:latin typeface="맑은 고딕"/>
                <a:cs typeface="맑은 고딕"/>
              </a:rPr>
              <a:t>결함</a:t>
            </a:r>
            <a:r>
              <a:rPr sz="900" b="1" spc="-65" dirty="0">
                <a:solidFill>
                  <a:srgbClr val="B91B1B"/>
                </a:solidFill>
                <a:latin typeface="맑은 고딕"/>
                <a:cs typeface="맑은 고딕"/>
              </a:rPr>
              <a:t> </a:t>
            </a:r>
            <a:r>
              <a:rPr sz="900" b="1" dirty="0">
                <a:solidFill>
                  <a:srgbClr val="B91B1B"/>
                </a:solidFill>
                <a:latin typeface="Noto Sans KR"/>
                <a:cs typeface="Noto Sans KR"/>
              </a:rPr>
              <a:t>(</a:t>
            </a:r>
            <a:r>
              <a:rPr sz="900" b="1" spc="-20" dirty="0">
                <a:solidFill>
                  <a:srgbClr val="B91B1B"/>
                </a:solidFill>
                <a:latin typeface="Noto Sans KR"/>
                <a:cs typeface="Noto Sans KR"/>
              </a:rPr>
              <a:t>AC</a:t>
            </a:r>
            <a:r>
              <a:rPr sz="900" b="1" dirty="0">
                <a:solidFill>
                  <a:srgbClr val="B91B1B"/>
                </a:solidFill>
                <a:latin typeface="Noto Sans KR"/>
                <a:cs typeface="Noto Sans KR"/>
              </a:rPr>
              <a:t>TION</a:t>
            </a:r>
            <a:r>
              <a:rPr sz="900" b="1" spc="45" dirty="0">
                <a:solidFill>
                  <a:srgbClr val="B91B1B"/>
                </a:solidFill>
                <a:latin typeface="Noto Sans KR"/>
                <a:cs typeface="Noto Sans KR"/>
              </a:rPr>
              <a:t> </a:t>
            </a:r>
            <a:r>
              <a:rPr sz="900" b="1" spc="-50" dirty="0">
                <a:solidFill>
                  <a:srgbClr val="B91B1B"/>
                </a:solidFill>
                <a:latin typeface="Noto Sans KR"/>
                <a:cs typeface="Noto Sans KR"/>
              </a:rPr>
              <a:t>T</a:t>
            </a:r>
            <a:r>
              <a:rPr sz="900" b="1" dirty="0">
                <a:solidFill>
                  <a:srgbClr val="B91B1B"/>
                </a:solidFill>
                <a:latin typeface="Noto Sans KR"/>
                <a:cs typeface="Noto Sans KR"/>
              </a:rPr>
              <a:t>ARGET)</a:t>
            </a:r>
            <a:endParaRPr sz="900">
              <a:latin typeface="Noto Sans KR"/>
              <a:cs typeface="Noto Sans KR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4910967" y="4003664"/>
            <a:ext cx="876300" cy="245745"/>
            <a:chOff x="4910967" y="4003664"/>
            <a:chExt cx="876300" cy="245745"/>
          </a:xfrm>
        </p:grpSpPr>
        <p:sp>
          <p:nvSpPr>
            <p:cNvPr id="37" name="object 37"/>
            <p:cNvSpPr/>
            <p:nvPr/>
          </p:nvSpPr>
          <p:spPr>
            <a:xfrm>
              <a:off x="4915095" y="4007792"/>
              <a:ext cx="868044" cy="237490"/>
            </a:xfrm>
            <a:custGeom>
              <a:avLst/>
              <a:gdLst/>
              <a:ahLst/>
              <a:cxnLst/>
              <a:rect l="l" t="t" r="r" b="b"/>
              <a:pathLst>
                <a:path w="868045" h="237489">
                  <a:moveTo>
                    <a:pt x="757045" y="237467"/>
                  </a:moveTo>
                  <a:lnTo>
                    <a:pt x="110937" y="237467"/>
                  </a:lnTo>
                  <a:lnTo>
                    <a:pt x="103216" y="236706"/>
                  </a:lnTo>
                  <a:lnTo>
                    <a:pt x="66093" y="225445"/>
                  </a:lnTo>
                  <a:lnTo>
                    <a:pt x="29263" y="197177"/>
                  </a:lnTo>
                  <a:lnTo>
                    <a:pt x="6054" y="156968"/>
                  </a:lnTo>
                  <a:lnTo>
                    <a:pt x="0" y="126529"/>
                  </a:lnTo>
                  <a:lnTo>
                    <a:pt x="0" y="118733"/>
                  </a:lnTo>
                  <a:lnTo>
                    <a:pt x="0" y="110937"/>
                  </a:lnTo>
                  <a:lnTo>
                    <a:pt x="12021" y="66093"/>
                  </a:lnTo>
                  <a:lnTo>
                    <a:pt x="40288" y="29263"/>
                  </a:lnTo>
                  <a:lnTo>
                    <a:pt x="80498" y="6054"/>
                  </a:lnTo>
                  <a:lnTo>
                    <a:pt x="110937" y="0"/>
                  </a:lnTo>
                  <a:lnTo>
                    <a:pt x="757045" y="0"/>
                  </a:lnTo>
                  <a:lnTo>
                    <a:pt x="801889" y="12021"/>
                  </a:lnTo>
                  <a:lnTo>
                    <a:pt x="838719" y="40288"/>
                  </a:lnTo>
                  <a:lnTo>
                    <a:pt x="861928" y="80498"/>
                  </a:lnTo>
                  <a:lnTo>
                    <a:pt x="867983" y="110937"/>
                  </a:lnTo>
                  <a:lnTo>
                    <a:pt x="867983" y="126529"/>
                  </a:lnTo>
                  <a:lnTo>
                    <a:pt x="855961" y="171373"/>
                  </a:lnTo>
                  <a:lnTo>
                    <a:pt x="827694" y="208203"/>
                  </a:lnTo>
                  <a:lnTo>
                    <a:pt x="787484" y="231412"/>
                  </a:lnTo>
                  <a:lnTo>
                    <a:pt x="764767" y="236706"/>
                  </a:lnTo>
                  <a:lnTo>
                    <a:pt x="757045" y="2374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915095" y="4007792"/>
              <a:ext cx="868044" cy="237490"/>
            </a:xfrm>
            <a:custGeom>
              <a:avLst/>
              <a:gdLst/>
              <a:ahLst/>
              <a:cxnLst/>
              <a:rect l="l" t="t" r="r" b="b"/>
              <a:pathLst>
                <a:path w="868045" h="237489">
                  <a:moveTo>
                    <a:pt x="0" y="118733"/>
                  </a:moveTo>
                  <a:lnTo>
                    <a:pt x="0" y="110937"/>
                  </a:lnTo>
                  <a:lnTo>
                    <a:pt x="760" y="103216"/>
                  </a:lnTo>
                  <a:lnTo>
                    <a:pt x="12021" y="66093"/>
                  </a:lnTo>
                  <a:lnTo>
                    <a:pt x="20010" y="52768"/>
                  </a:lnTo>
                  <a:lnTo>
                    <a:pt x="24341" y="46286"/>
                  </a:lnTo>
                  <a:lnTo>
                    <a:pt x="29263" y="40288"/>
                  </a:lnTo>
                  <a:lnTo>
                    <a:pt x="34776" y="34776"/>
                  </a:lnTo>
                  <a:lnTo>
                    <a:pt x="40288" y="29263"/>
                  </a:lnTo>
                  <a:lnTo>
                    <a:pt x="73296" y="9037"/>
                  </a:lnTo>
                  <a:lnTo>
                    <a:pt x="110937" y="0"/>
                  </a:lnTo>
                  <a:lnTo>
                    <a:pt x="118733" y="0"/>
                  </a:lnTo>
                  <a:lnTo>
                    <a:pt x="749249" y="0"/>
                  </a:lnTo>
                  <a:lnTo>
                    <a:pt x="757045" y="0"/>
                  </a:lnTo>
                  <a:lnTo>
                    <a:pt x="764767" y="760"/>
                  </a:lnTo>
                  <a:lnTo>
                    <a:pt x="801889" y="12021"/>
                  </a:lnTo>
                  <a:lnTo>
                    <a:pt x="833207" y="34776"/>
                  </a:lnTo>
                  <a:lnTo>
                    <a:pt x="847973" y="52768"/>
                  </a:lnTo>
                  <a:lnTo>
                    <a:pt x="852304" y="59250"/>
                  </a:lnTo>
                  <a:lnTo>
                    <a:pt x="855961" y="66093"/>
                  </a:lnTo>
                  <a:lnTo>
                    <a:pt x="858945" y="73295"/>
                  </a:lnTo>
                  <a:lnTo>
                    <a:pt x="861928" y="80498"/>
                  </a:lnTo>
                  <a:lnTo>
                    <a:pt x="864180" y="87923"/>
                  </a:lnTo>
                  <a:lnTo>
                    <a:pt x="865701" y="95569"/>
                  </a:lnTo>
                  <a:lnTo>
                    <a:pt x="867222" y="103216"/>
                  </a:lnTo>
                  <a:lnTo>
                    <a:pt x="867983" y="110937"/>
                  </a:lnTo>
                  <a:lnTo>
                    <a:pt x="867983" y="118733"/>
                  </a:lnTo>
                  <a:lnTo>
                    <a:pt x="867983" y="126529"/>
                  </a:lnTo>
                  <a:lnTo>
                    <a:pt x="867222" y="134250"/>
                  </a:lnTo>
                  <a:lnTo>
                    <a:pt x="865701" y="141897"/>
                  </a:lnTo>
                  <a:lnTo>
                    <a:pt x="864180" y="149543"/>
                  </a:lnTo>
                  <a:lnTo>
                    <a:pt x="861928" y="156968"/>
                  </a:lnTo>
                  <a:lnTo>
                    <a:pt x="858945" y="164170"/>
                  </a:lnTo>
                  <a:lnTo>
                    <a:pt x="855961" y="171373"/>
                  </a:lnTo>
                  <a:lnTo>
                    <a:pt x="833207" y="202690"/>
                  </a:lnTo>
                  <a:lnTo>
                    <a:pt x="801889" y="225445"/>
                  </a:lnTo>
                  <a:lnTo>
                    <a:pt x="764767" y="236706"/>
                  </a:lnTo>
                  <a:lnTo>
                    <a:pt x="757045" y="237467"/>
                  </a:lnTo>
                  <a:lnTo>
                    <a:pt x="749249" y="237467"/>
                  </a:lnTo>
                  <a:lnTo>
                    <a:pt x="118733" y="237467"/>
                  </a:lnTo>
                  <a:lnTo>
                    <a:pt x="110937" y="237467"/>
                  </a:lnTo>
                  <a:lnTo>
                    <a:pt x="103216" y="236706"/>
                  </a:lnTo>
                  <a:lnTo>
                    <a:pt x="95569" y="235185"/>
                  </a:lnTo>
                  <a:lnTo>
                    <a:pt x="87923" y="233664"/>
                  </a:lnTo>
                  <a:lnTo>
                    <a:pt x="52768" y="217456"/>
                  </a:lnTo>
                  <a:lnTo>
                    <a:pt x="24341" y="191180"/>
                  </a:lnTo>
                  <a:lnTo>
                    <a:pt x="6054" y="156968"/>
                  </a:lnTo>
                  <a:lnTo>
                    <a:pt x="0" y="126529"/>
                  </a:lnTo>
                  <a:lnTo>
                    <a:pt x="0" y="118733"/>
                  </a:lnTo>
                  <a:close/>
                </a:path>
              </a:pathLst>
            </a:custGeom>
            <a:ln w="8188">
              <a:solidFill>
                <a:srgbClr val="FEE2E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4669661" y="2857940"/>
            <a:ext cx="1361440" cy="1351011"/>
          </a:xfrm>
          <a:prstGeom prst="rect">
            <a:avLst/>
          </a:prstGeom>
        </p:spPr>
        <p:txBody>
          <a:bodyPr vert="horz" wrap="square" lIns="0" tIns="4159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275"/>
              </a:spcBef>
            </a:pPr>
            <a:r>
              <a:rPr sz="4650" b="1" spc="-15" dirty="0">
                <a:solidFill>
                  <a:srgbClr val="DB2525"/>
                </a:solidFill>
                <a:latin typeface="Comic Sans MS"/>
                <a:cs typeface="Comic Sans MS"/>
              </a:rPr>
              <a:t>1</a:t>
            </a:r>
            <a:r>
              <a:rPr lang="en-US" sz="4650" b="1" spc="-15" dirty="0">
                <a:solidFill>
                  <a:srgbClr val="DB2525"/>
                </a:solidFill>
                <a:latin typeface="Comic Sans MS"/>
                <a:cs typeface="Comic Sans MS"/>
              </a:rPr>
              <a:t>61</a:t>
            </a:r>
            <a:r>
              <a:rPr sz="1900" spc="-125" dirty="0">
                <a:solidFill>
                  <a:srgbClr val="FBA5A5"/>
                </a:solidFill>
                <a:latin typeface="Arial Unicode MS"/>
                <a:cs typeface="Arial Unicode MS"/>
              </a:rPr>
              <a:t>건</a:t>
            </a:r>
            <a:endParaRPr sz="1900" dirty="0">
              <a:latin typeface="Arial Unicode MS"/>
              <a:cs typeface="Arial Unicode MS"/>
            </a:endParaRPr>
          </a:p>
          <a:p>
            <a:pPr algn="ctr">
              <a:lnSpc>
                <a:spcPct val="100000"/>
              </a:lnSpc>
              <a:spcBef>
                <a:spcPts val="620"/>
              </a:spcBef>
            </a:pPr>
            <a:r>
              <a:rPr sz="900" b="1" spc="-70" dirty="0" err="1">
                <a:solidFill>
                  <a:srgbClr val="DB2525"/>
                </a:solidFill>
                <a:latin typeface="맑은 고딕"/>
                <a:cs typeface="맑은 고딕"/>
              </a:rPr>
              <a:t>비중</a:t>
            </a:r>
            <a:r>
              <a:rPr sz="900" b="1" spc="-65" dirty="0">
                <a:solidFill>
                  <a:srgbClr val="DB2525"/>
                </a:solidFill>
                <a:latin typeface="맑은 고딕"/>
                <a:cs typeface="맑은 고딕"/>
              </a:rPr>
              <a:t> </a:t>
            </a:r>
            <a:r>
              <a:rPr lang="en-US" sz="900" b="1" dirty="0">
                <a:solidFill>
                  <a:srgbClr val="DB2525"/>
                </a:solidFill>
                <a:latin typeface="Noto Sans KR"/>
                <a:cs typeface="Noto Sans KR"/>
              </a:rPr>
              <a:t>62.4</a:t>
            </a:r>
            <a:r>
              <a:rPr sz="900" b="1" dirty="0">
                <a:solidFill>
                  <a:srgbClr val="DB2525"/>
                </a:solidFill>
                <a:latin typeface="Noto Sans KR"/>
                <a:cs typeface="Noto Sans KR"/>
              </a:rPr>
              <a:t>%</a:t>
            </a:r>
            <a:endParaRPr sz="900" dirty="0">
              <a:latin typeface="Noto Sans KR"/>
              <a:cs typeface="Noto Sans KR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693331" y="4292335"/>
            <a:ext cx="1314450" cy="353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5270" marR="5080" indent="-243204">
              <a:lnSpc>
                <a:spcPct val="119400"/>
              </a:lnSpc>
              <a:spcBef>
                <a:spcPts val="100"/>
              </a:spcBef>
            </a:pPr>
            <a:r>
              <a:rPr sz="900" spc="-70" dirty="0">
                <a:solidFill>
                  <a:srgbClr val="4A5462"/>
                </a:solidFill>
                <a:latin typeface="Arial Unicode MS"/>
                <a:cs typeface="Arial Unicode MS"/>
              </a:rPr>
              <a:t>실제 수정 및 조치가 </a:t>
            </a:r>
            <a:r>
              <a:rPr sz="900" spc="-60" dirty="0">
                <a:solidFill>
                  <a:srgbClr val="4A5462"/>
                </a:solidFill>
                <a:latin typeface="Arial Unicode MS"/>
                <a:cs typeface="Arial Unicode MS"/>
              </a:rPr>
              <a:t>필요한  핵심 </a:t>
            </a:r>
            <a:r>
              <a:rPr sz="900" spc="-70" dirty="0">
                <a:solidFill>
                  <a:srgbClr val="4A5462"/>
                </a:solidFill>
                <a:latin typeface="Arial Unicode MS"/>
                <a:cs typeface="Arial Unicode MS"/>
              </a:rPr>
              <a:t>리스크 항목</a:t>
            </a:r>
            <a:endParaRPr sz="900">
              <a:latin typeface="Arial Unicode MS"/>
              <a:cs typeface="Arial Unicode MS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6319426" y="2185846"/>
            <a:ext cx="524510" cy="196850"/>
          </a:xfrm>
          <a:custGeom>
            <a:avLst/>
            <a:gdLst/>
            <a:ahLst/>
            <a:cxnLst/>
            <a:rect l="l" t="t" r="r" b="b"/>
            <a:pathLst>
              <a:path w="524509" h="196850">
                <a:moveTo>
                  <a:pt x="524065" y="196524"/>
                </a:moveTo>
                <a:lnTo>
                  <a:pt x="61206" y="196524"/>
                </a:lnTo>
                <a:lnTo>
                  <a:pt x="25537" y="183094"/>
                </a:lnTo>
                <a:lnTo>
                  <a:pt x="3340" y="152111"/>
                </a:lnTo>
                <a:lnTo>
                  <a:pt x="0" y="135317"/>
                </a:lnTo>
                <a:lnTo>
                  <a:pt x="0" y="131016"/>
                </a:lnTo>
                <a:lnTo>
                  <a:pt x="0" y="0"/>
                </a:lnTo>
                <a:lnTo>
                  <a:pt x="524065" y="0"/>
                </a:lnTo>
                <a:lnTo>
                  <a:pt x="524065" y="196524"/>
                </a:lnTo>
                <a:close/>
              </a:path>
            </a:pathLst>
          </a:custGeom>
          <a:solidFill>
            <a:srgbClr val="DB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6408571" y="2214088"/>
            <a:ext cx="352425" cy="1435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50" b="1" dirty="0">
                <a:solidFill>
                  <a:srgbClr val="FFFFFF"/>
                </a:solidFill>
                <a:latin typeface="Tahoma"/>
                <a:cs typeface="Tahoma"/>
              </a:rPr>
              <a:t>F</a:t>
            </a:r>
            <a:r>
              <a:rPr sz="750" b="1" spc="15" dirty="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sz="750" b="1" spc="-15" dirty="0">
                <a:solidFill>
                  <a:srgbClr val="FFFFFF"/>
                </a:solidFill>
                <a:latin typeface="Tahoma"/>
                <a:cs typeface="Tahoma"/>
              </a:rPr>
              <a:t>C</a:t>
            </a:r>
            <a:r>
              <a:rPr sz="750" b="1" spc="5" dirty="0">
                <a:solidFill>
                  <a:srgbClr val="FFFFFF"/>
                </a:solidFill>
                <a:latin typeface="Tahoma"/>
                <a:cs typeface="Tahoma"/>
              </a:rPr>
              <a:t>US</a:t>
            </a:r>
            <a:endParaRPr sz="750">
              <a:latin typeface="Tahoma"/>
              <a:cs typeface="Tahoma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6973823" y="2185416"/>
            <a:ext cx="2959735" cy="2725420"/>
            <a:chOff x="6973823" y="2185416"/>
            <a:chExt cx="2959735" cy="2725420"/>
          </a:xfrm>
        </p:grpSpPr>
        <p:sp>
          <p:nvSpPr>
            <p:cNvPr id="44" name="object 44"/>
            <p:cNvSpPr/>
            <p:nvPr/>
          </p:nvSpPr>
          <p:spPr>
            <a:xfrm>
              <a:off x="6992111" y="2188464"/>
              <a:ext cx="2923540" cy="2688590"/>
            </a:xfrm>
            <a:custGeom>
              <a:avLst/>
              <a:gdLst/>
              <a:ahLst/>
              <a:cxnLst/>
              <a:rect l="l" t="t" r="r" b="b"/>
              <a:pathLst>
                <a:path w="2923540" h="2688590">
                  <a:moveTo>
                    <a:pt x="2923032" y="2688336"/>
                  </a:moveTo>
                  <a:lnTo>
                    <a:pt x="0" y="2688336"/>
                  </a:lnTo>
                  <a:lnTo>
                    <a:pt x="0" y="0"/>
                  </a:lnTo>
                  <a:lnTo>
                    <a:pt x="2923032" y="0"/>
                  </a:lnTo>
                  <a:lnTo>
                    <a:pt x="2923032" y="29551"/>
                  </a:lnTo>
                  <a:lnTo>
                    <a:pt x="131218" y="29551"/>
                  </a:lnTo>
                  <a:lnTo>
                    <a:pt x="122767" y="29959"/>
                  </a:lnTo>
                  <a:lnTo>
                    <a:pt x="83548" y="43995"/>
                  </a:lnTo>
                  <a:lnTo>
                    <a:pt x="55573" y="74856"/>
                  </a:lnTo>
                  <a:lnTo>
                    <a:pt x="45433" y="115336"/>
                  </a:lnTo>
                  <a:lnTo>
                    <a:pt x="45433" y="2540698"/>
                  </a:lnTo>
                  <a:lnTo>
                    <a:pt x="55573" y="2581177"/>
                  </a:lnTo>
                  <a:lnTo>
                    <a:pt x="83548" y="2612038"/>
                  </a:lnTo>
                  <a:lnTo>
                    <a:pt x="122767" y="2626074"/>
                  </a:lnTo>
                  <a:lnTo>
                    <a:pt x="131218" y="2626483"/>
                  </a:lnTo>
                  <a:lnTo>
                    <a:pt x="2923032" y="2626483"/>
                  </a:lnTo>
                  <a:lnTo>
                    <a:pt x="2923032" y="2688336"/>
                  </a:lnTo>
                  <a:close/>
                </a:path>
                <a:path w="2923540" h="2688590">
                  <a:moveTo>
                    <a:pt x="2923032" y="2626483"/>
                  </a:moveTo>
                  <a:lnTo>
                    <a:pt x="2790538" y="2626483"/>
                  </a:lnTo>
                  <a:lnTo>
                    <a:pt x="2798989" y="2626074"/>
                  </a:lnTo>
                  <a:lnTo>
                    <a:pt x="2807277" y="2624850"/>
                  </a:lnTo>
                  <a:lnTo>
                    <a:pt x="2844932" y="2607043"/>
                  </a:lnTo>
                  <a:lnTo>
                    <a:pt x="2869792" y="2573526"/>
                  </a:lnTo>
                  <a:lnTo>
                    <a:pt x="2876323" y="2540698"/>
                  </a:lnTo>
                  <a:lnTo>
                    <a:pt x="2876323" y="115336"/>
                  </a:lnTo>
                  <a:lnTo>
                    <a:pt x="2866181" y="74856"/>
                  </a:lnTo>
                  <a:lnTo>
                    <a:pt x="2838206" y="43995"/>
                  </a:lnTo>
                  <a:lnTo>
                    <a:pt x="2798989" y="29959"/>
                  </a:lnTo>
                  <a:lnTo>
                    <a:pt x="2790538" y="29551"/>
                  </a:lnTo>
                  <a:lnTo>
                    <a:pt x="2923032" y="29551"/>
                  </a:lnTo>
                  <a:lnTo>
                    <a:pt x="2923032" y="2626483"/>
                  </a:lnTo>
                  <a:close/>
                </a:path>
              </a:pathLst>
            </a:custGeom>
            <a:solidFill>
              <a:srgbClr val="000000">
                <a:alpha val="58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973823" y="2185416"/>
              <a:ext cx="2959735" cy="2725420"/>
            </a:xfrm>
            <a:custGeom>
              <a:avLst/>
              <a:gdLst/>
              <a:ahLst/>
              <a:cxnLst/>
              <a:rect l="l" t="t" r="r" b="b"/>
              <a:pathLst>
                <a:path w="2959734" h="2725420">
                  <a:moveTo>
                    <a:pt x="2959608" y="2724912"/>
                  </a:moveTo>
                  <a:lnTo>
                    <a:pt x="0" y="2724912"/>
                  </a:lnTo>
                  <a:lnTo>
                    <a:pt x="0" y="0"/>
                  </a:lnTo>
                  <a:lnTo>
                    <a:pt x="2959608" y="0"/>
                  </a:lnTo>
                  <a:lnTo>
                    <a:pt x="2959608" y="32599"/>
                  </a:lnTo>
                  <a:lnTo>
                    <a:pt x="149506" y="32599"/>
                  </a:lnTo>
                  <a:lnTo>
                    <a:pt x="141055" y="33007"/>
                  </a:lnTo>
                  <a:lnTo>
                    <a:pt x="101836" y="47043"/>
                  </a:lnTo>
                  <a:lnTo>
                    <a:pt x="73861" y="77904"/>
                  </a:lnTo>
                  <a:lnTo>
                    <a:pt x="63721" y="118384"/>
                  </a:lnTo>
                  <a:lnTo>
                    <a:pt x="63721" y="2543746"/>
                  </a:lnTo>
                  <a:lnTo>
                    <a:pt x="73861" y="2584225"/>
                  </a:lnTo>
                  <a:lnTo>
                    <a:pt x="101836" y="2615086"/>
                  </a:lnTo>
                  <a:lnTo>
                    <a:pt x="141055" y="2629122"/>
                  </a:lnTo>
                  <a:lnTo>
                    <a:pt x="149506" y="2629531"/>
                  </a:lnTo>
                  <a:lnTo>
                    <a:pt x="2959608" y="2629531"/>
                  </a:lnTo>
                  <a:lnTo>
                    <a:pt x="2959608" y="2724912"/>
                  </a:lnTo>
                  <a:close/>
                </a:path>
                <a:path w="2959734" h="2725420">
                  <a:moveTo>
                    <a:pt x="2959608" y="2629531"/>
                  </a:moveTo>
                  <a:lnTo>
                    <a:pt x="2808826" y="2629531"/>
                  </a:lnTo>
                  <a:lnTo>
                    <a:pt x="2817277" y="2629122"/>
                  </a:lnTo>
                  <a:lnTo>
                    <a:pt x="2825565" y="2627898"/>
                  </a:lnTo>
                  <a:lnTo>
                    <a:pt x="2863220" y="2610091"/>
                  </a:lnTo>
                  <a:lnTo>
                    <a:pt x="2888080" y="2576574"/>
                  </a:lnTo>
                  <a:lnTo>
                    <a:pt x="2894611" y="2543746"/>
                  </a:lnTo>
                  <a:lnTo>
                    <a:pt x="2894611" y="118384"/>
                  </a:lnTo>
                  <a:lnTo>
                    <a:pt x="2884469" y="77904"/>
                  </a:lnTo>
                  <a:lnTo>
                    <a:pt x="2856494" y="47043"/>
                  </a:lnTo>
                  <a:lnTo>
                    <a:pt x="2817277" y="33007"/>
                  </a:lnTo>
                  <a:lnTo>
                    <a:pt x="2808826" y="32599"/>
                  </a:lnTo>
                  <a:lnTo>
                    <a:pt x="2959608" y="32599"/>
                  </a:lnTo>
                  <a:lnTo>
                    <a:pt x="2959608" y="2629531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029746" y="2229713"/>
              <a:ext cx="2846705" cy="2593340"/>
            </a:xfrm>
            <a:custGeom>
              <a:avLst/>
              <a:gdLst/>
              <a:ahLst/>
              <a:cxnLst/>
              <a:rect l="l" t="t" r="r" b="b"/>
              <a:pathLst>
                <a:path w="2846704" h="2593340">
                  <a:moveTo>
                    <a:pt x="2759048" y="2593032"/>
                  </a:moveTo>
                  <a:lnTo>
                    <a:pt x="87439" y="2593032"/>
                  </a:lnTo>
                  <a:lnTo>
                    <a:pt x="81353" y="2592432"/>
                  </a:lnTo>
                  <a:lnTo>
                    <a:pt x="36481" y="2573846"/>
                  </a:lnTo>
                  <a:lnTo>
                    <a:pt x="9474" y="2540938"/>
                  </a:lnTo>
                  <a:lnTo>
                    <a:pt x="0" y="2505593"/>
                  </a:lnTo>
                  <a:lnTo>
                    <a:pt x="0" y="2499449"/>
                  </a:lnTo>
                  <a:lnTo>
                    <a:pt x="0" y="69221"/>
                  </a:lnTo>
                  <a:lnTo>
                    <a:pt x="19184" y="28881"/>
                  </a:lnTo>
                  <a:lnTo>
                    <a:pt x="52093" y="7500"/>
                  </a:lnTo>
                  <a:lnTo>
                    <a:pt x="87439" y="0"/>
                  </a:lnTo>
                  <a:lnTo>
                    <a:pt x="2759048" y="0"/>
                  </a:lnTo>
                  <a:lnTo>
                    <a:pt x="2799786" y="9783"/>
                  </a:lnTo>
                  <a:lnTo>
                    <a:pt x="2834128" y="36970"/>
                  </a:lnTo>
                  <a:lnTo>
                    <a:pt x="2846487" y="69221"/>
                  </a:lnTo>
                  <a:lnTo>
                    <a:pt x="2846487" y="2505593"/>
                  </a:lnTo>
                  <a:lnTo>
                    <a:pt x="2834128" y="2546331"/>
                  </a:lnTo>
                  <a:lnTo>
                    <a:pt x="2799786" y="2580674"/>
                  </a:lnTo>
                  <a:lnTo>
                    <a:pt x="2765134" y="2592432"/>
                  </a:lnTo>
                  <a:lnTo>
                    <a:pt x="2759048" y="25930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7030154" y="2210217"/>
              <a:ext cx="2846070" cy="85725"/>
            </a:xfrm>
            <a:custGeom>
              <a:avLst/>
              <a:gdLst/>
              <a:ahLst/>
              <a:cxnLst/>
              <a:rect l="l" t="t" r="r" b="b"/>
              <a:pathLst>
                <a:path w="2846070" h="85725">
                  <a:moveTo>
                    <a:pt x="0" y="85147"/>
                  </a:moveTo>
                  <a:lnTo>
                    <a:pt x="15348" y="41581"/>
                  </a:lnTo>
                  <a:lnTo>
                    <a:pt x="49015" y="11062"/>
                  </a:lnTo>
                  <a:lnTo>
                    <a:pt x="93176" y="0"/>
                  </a:lnTo>
                  <a:lnTo>
                    <a:pt x="2752496" y="0"/>
                  </a:lnTo>
                  <a:lnTo>
                    <a:pt x="2796654" y="11062"/>
                  </a:lnTo>
                  <a:lnTo>
                    <a:pt x="2828399" y="38992"/>
                  </a:lnTo>
                  <a:lnTo>
                    <a:pt x="93176" y="38992"/>
                  </a:lnTo>
                  <a:lnTo>
                    <a:pt x="83956" y="39252"/>
                  </a:lnTo>
                  <a:lnTo>
                    <a:pt x="41173" y="48184"/>
                  </a:lnTo>
                  <a:lnTo>
                    <a:pt x="6715" y="72692"/>
                  </a:lnTo>
                  <a:lnTo>
                    <a:pt x="1966" y="79380"/>
                  </a:lnTo>
                  <a:lnTo>
                    <a:pt x="0" y="85147"/>
                  </a:lnTo>
                  <a:close/>
                </a:path>
                <a:path w="2846070" h="85725">
                  <a:moveTo>
                    <a:pt x="2845671" y="85151"/>
                  </a:moveTo>
                  <a:lnTo>
                    <a:pt x="2818668" y="54982"/>
                  </a:lnTo>
                  <a:lnTo>
                    <a:pt x="2779620" y="41330"/>
                  </a:lnTo>
                  <a:lnTo>
                    <a:pt x="2752496" y="38992"/>
                  </a:lnTo>
                  <a:lnTo>
                    <a:pt x="2828399" y="38992"/>
                  </a:lnTo>
                  <a:lnTo>
                    <a:pt x="2844297" y="75322"/>
                  </a:lnTo>
                  <a:lnTo>
                    <a:pt x="2845633" y="84364"/>
                  </a:lnTo>
                  <a:lnTo>
                    <a:pt x="2845671" y="85151"/>
                  </a:lnTo>
                  <a:close/>
                </a:path>
              </a:pathLst>
            </a:custGeom>
            <a:solidFill>
              <a:srgbClr val="9CA2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8215133" y="2483167"/>
              <a:ext cx="467995" cy="467995"/>
            </a:xfrm>
            <a:custGeom>
              <a:avLst/>
              <a:gdLst/>
              <a:ahLst/>
              <a:cxnLst/>
              <a:rect l="l" t="t" r="r" b="b"/>
              <a:pathLst>
                <a:path w="467995" h="467994">
                  <a:moveTo>
                    <a:pt x="241620" y="467915"/>
                  </a:moveTo>
                  <a:lnTo>
                    <a:pt x="226295" y="467915"/>
                  </a:lnTo>
                  <a:lnTo>
                    <a:pt x="218651" y="467539"/>
                  </a:lnTo>
                  <a:lnTo>
                    <a:pt x="180798" y="461925"/>
                  </a:lnTo>
                  <a:lnTo>
                    <a:pt x="137345" y="447173"/>
                  </a:lnTo>
                  <a:lnTo>
                    <a:pt x="97606" y="424229"/>
                  </a:lnTo>
                  <a:lnTo>
                    <a:pt x="63106" y="393972"/>
                  </a:lnTo>
                  <a:lnTo>
                    <a:pt x="35170" y="357566"/>
                  </a:lnTo>
                  <a:lnTo>
                    <a:pt x="14875" y="316410"/>
                  </a:lnTo>
                  <a:lnTo>
                    <a:pt x="3000" y="272085"/>
                  </a:lnTo>
                  <a:lnTo>
                    <a:pt x="0" y="241620"/>
                  </a:lnTo>
                  <a:lnTo>
                    <a:pt x="0" y="226295"/>
                  </a:lnTo>
                  <a:lnTo>
                    <a:pt x="5989" y="180799"/>
                  </a:lnTo>
                  <a:lnTo>
                    <a:pt x="20740" y="137346"/>
                  </a:lnTo>
                  <a:lnTo>
                    <a:pt x="43685" y="97606"/>
                  </a:lnTo>
                  <a:lnTo>
                    <a:pt x="73942" y="63106"/>
                  </a:lnTo>
                  <a:lnTo>
                    <a:pt x="110347" y="35171"/>
                  </a:lnTo>
                  <a:lnTo>
                    <a:pt x="151504" y="14876"/>
                  </a:lnTo>
                  <a:lnTo>
                    <a:pt x="195830" y="3000"/>
                  </a:lnTo>
                  <a:lnTo>
                    <a:pt x="226295" y="0"/>
                  </a:lnTo>
                  <a:lnTo>
                    <a:pt x="241620" y="0"/>
                  </a:lnTo>
                  <a:lnTo>
                    <a:pt x="287115" y="5990"/>
                  </a:lnTo>
                  <a:lnTo>
                    <a:pt x="330568" y="20740"/>
                  </a:lnTo>
                  <a:lnTo>
                    <a:pt x="370307" y="43685"/>
                  </a:lnTo>
                  <a:lnTo>
                    <a:pt x="404808" y="73942"/>
                  </a:lnTo>
                  <a:lnTo>
                    <a:pt x="432743" y="110348"/>
                  </a:lnTo>
                  <a:lnTo>
                    <a:pt x="453039" y="151504"/>
                  </a:lnTo>
                  <a:lnTo>
                    <a:pt x="464914" y="195829"/>
                  </a:lnTo>
                  <a:lnTo>
                    <a:pt x="467915" y="233957"/>
                  </a:lnTo>
                  <a:lnTo>
                    <a:pt x="467914" y="241620"/>
                  </a:lnTo>
                  <a:lnTo>
                    <a:pt x="461924" y="287115"/>
                  </a:lnTo>
                  <a:lnTo>
                    <a:pt x="447172" y="330568"/>
                  </a:lnTo>
                  <a:lnTo>
                    <a:pt x="424229" y="370308"/>
                  </a:lnTo>
                  <a:lnTo>
                    <a:pt x="393972" y="404808"/>
                  </a:lnTo>
                  <a:lnTo>
                    <a:pt x="357565" y="432743"/>
                  </a:lnTo>
                  <a:lnTo>
                    <a:pt x="316409" y="453038"/>
                  </a:lnTo>
                  <a:lnTo>
                    <a:pt x="272084" y="464914"/>
                  </a:lnTo>
                  <a:lnTo>
                    <a:pt x="241620" y="467915"/>
                  </a:lnTo>
                  <a:close/>
                </a:path>
              </a:pathLst>
            </a:custGeom>
            <a:solidFill>
              <a:srgbClr val="E4E7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358067" y="2622212"/>
              <a:ext cx="187324" cy="190499"/>
            </a:xfrm>
            <a:prstGeom prst="rect">
              <a:avLst/>
            </a:prstGeom>
          </p:spPr>
        </p:pic>
      </p:grpSp>
      <p:sp>
        <p:nvSpPr>
          <p:cNvPr id="50" name="object 50"/>
          <p:cNvSpPr txBox="1"/>
          <p:nvPr/>
        </p:nvSpPr>
        <p:spPr>
          <a:xfrm>
            <a:off x="8186105" y="3109952"/>
            <a:ext cx="531495" cy="1568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b="1" spc="-60" dirty="0">
                <a:solidFill>
                  <a:srgbClr val="6A7280"/>
                </a:solidFill>
                <a:latin typeface="맑은 고딕"/>
                <a:cs typeface="맑은 고딕"/>
              </a:rPr>
              <a:t>기각 </a:t>
            </a:r>
            <a:r>
              <a:rPr sz="850" b="1" dirty="0">
                <a:solidFill>
                  <a:srgbClr val="6A7280"/>
                </a:solidFill>
                <a:latin typeface="Trebuchet MS"/>
                <a:cs typeface="Trebuchet MS"/>
              </a:rPr>
              <a:t>/</a:t>
            </a:r>
            <a:r>
              <a:rPr sz="850" b="1" spc="-20" dirty="0">
                <a:solidFill>
                  <a:srgbClr val="6A7280"/>
                </a:solidFill>
                <a:latin typeface="Trebuchet MS"/>
                <a:cs typeface="Trebuchet MS"/>
              </a:rPr>
              <a:t> </a:t>
            </a:r>
            <a:r>
              <a:rPr sz="850" b="1" spc="-60" dirty="0">
                <a:solidFill>
                  <a:srgbClr val="6A7280"/>
                </a:solidFill>
                <a:latin typeface="맑은 고딕"/>
                <a:cs typeface="맑은 고딕"/>
              </a:rPr>
              <a:t>제외</a:t>
            </a:r>
            <a:endParaRPr sz="850">
              <a:latin typeface="맑은 고딕"/>
              <a:cs typeface="맑은 고딕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7679074" y="3281521"/>
            <a:ext cx="1545590" cy="9690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lang="en-US" sz="3650" b="1" spc="15" dirty="0">
                <a:solidFill>
                  <a:srgbClr val="9CA2AF"/>
                </a:solidFill>
                <a:latin typeface="Comic Sans MS"/>
                <a:cs typeface="Comic Sans MS"/>
              </a:rPr>
              <a:t>97</a:t>
            </a:r>
            <a:r>
              <a:rPr sz="1450" spc="-95" dirty="0">
                <a:solidFill>
                  <a:srgbClr val="D0D5DA"/>
                </a:solidFill>
                <a:latin typeface="Arial Unicode MS"/>
                <a:cs typeface="Arial Unicode MS"/>
              </a:rPr>
              <a:t>건</a:t>
            </a:r>
            <a:endParaRPr sz="1450" dirty="0">
              <a:latin typeface="Arial Unicode MS"/>
              <a:cs typeface="Arial Unicode MS"/>
            </a:endParaRPr>
          </a:p>
          <a:p>
            <a:pPr marL="12700" marR="5080" algn="ctr">
              <a:lnSpc>
                <a:spcPct val="113700"/>
              </a:lnSpc>
              <a:spcBef>
                <a:spcPts val="555"/>
              </a:spcBef>
            </a:pPr>
            <a:r>
              <a:rPr sz="850" spc="-60" dirty="0">
                <a:solidFill>
                  <a:srgbClr val="9CA2AF"/>
                </a:solidFill>
                <a:latin typeface="Arial Unicode MS"/>
                <a:cs typeface="Arial Unicode MS"/>
              </a:rPr>
              <a:t>요건 변경</a:t>
            </a:r>
            <a:r>
              <a:rPr sz="900" spc="-15" dirty="0">
                <a:solidFill>
                  <a:srgbClr val="9CA2AF"/>
                </a:solidFill>
                <a:latin typeface="Arial"/>
                <a:cs typeface="Arial"/>
              </a:rPr>
              <a:t>,</a:t>
            </a:r>
            <a:r>
              <a:rPr sz="900" spc="-10" dirty="0">
                <a:solidFill>
                  <a:srgbClr val="9CA2AF"/>
                </a:solidFill>
                <a:latin typeface="Arial"/>
                <a:cs typeface="Arial"/>
              </a:rPr>
              <a:t> </a:t>
            </a:r>
            <a:r>
              <a:rPr sz="850" spc="-60" dirty="0">
                <a:solidFill>
                  <a:srgbClr val="9CA2AF"/>
                </a:solidFill>
                <a:latin typeface="Arial Unicode MS"/>
                <a:cs typeface="Arial Unicode MS"/>
              </a:rPr>
              <a:t>중복</a:t>
            </a:r>
            <a:r>
              <a:rPr sz="900" spc="-15" dirty="0">
                <a:solidFill>
                  <a:srgbClr val="9CA2AF"/>
                </a:solidFill>
                <a:latin typeface="Arial"/>
                <a:cs typeface="Arial"/>
              </a:rPr>
              <a:t>,</a:t>
            </a:r>
            <a:r>
              <a:rPr sz="900" spc="-10" dirty="0">
                <a:solidFill>
                  <a:srgbClr val="9CA2AF"/>
                </a:solidFill>
                <a:latin typeface="Arial"/>
                <a:cs typeface="Arial"/>
              </a:rPr>
              <a:t> </a:t>
            </a:r>
            <a:r>
              <a:rPr sz="850" spc="-60" dirty="0">
                <a:solidFill>
                  <a:srgbClr val="9CA2AF"/>
                </a:solidFill>
                <a:latin typeface="Arial Unicode MS"/>
                <a:cs typeface="Arial Unicode MS"/>
              </a:rPr>
              <a:t>오판</a:t>
            </a:r>
            <a:r>
              <a:rPr sz="850" dirty="0">
                <a:solidFill>
                  <a:srgbClr val="9CA2AF"/>
                </a:solidFill>
                <a:latin typeface="Arial Unicode MS"/>
                <a:cs typeface="Arial Unicode MS"/>
              </a:rPr>
              <a:t> </a:t>
            </a:r>
            <a:r>
              <a:rPr sz="850" spc="-60" dirty="0">
                <a:solidFill>
                  <a:srgbClr val="9CA2AF"/>
                </a:solidFill>
                <a:latin typeface="Arial Unicode MS"/>
                <a:cs typeface="Arial Unicode MS"/>
              </a:rPr>
              <a:t>등으로</a:t>
            </a:r>
            <a:r>
              <a:rPr sz="850" dirty="0">
                <a:solidFill>
                  <a:srgbClr val="9CA2AF"/>
                </a:solidFill>
                <a:latin typeface="Arial Unicode MS"/>
                <a:cs typeface="Arial Unicode MS"/>
              </a:rPr>
              <a:t> </a:t>
            </a:r>
            <a:r>
              <a:rPr sz="850" spc="-50" dirty="0">
                <a:solidFill>
                  <a:srgbClr val="9CA2AF"/>
                </a:solidFill>
                <a:latin typeface="Arial Unicode MS"/>
                <a:cs typeface="Arial Unicode MS"/>
              </a:rPr>
              <a:t>인한  비유효</a:t>
            </a:r>
            <a:r>
              <a:rPr sz="850" dirty="0">
                <a:solidFill>
                  <a:srgbClr val="9CA2AF"/>
                </a:solidFill>
                <a:latin typeface="Arial Unicode MS"/>
                <a:cs typeface="Arial Unicode MS"/>
              </a:rPr>
              <a:t> </a:t>
            </a:r>
            <a:r>
              <a:rPr sz="850" spc="-60" dirty="0">
                <a:solidFill>
                  <a:srgbClr val="9CA2AF"/>
                </a:solidFill>
                <a:latin typeface="Arial Unicode MS"/>
                <a:cs typeface="Arial Unicode MS"/>
              </a:rPr>
              <a:t>데이터</a:t>
            </a:r>
            <a:r>
              <a:rPr sz="850" dirty="0">
                <a:solidFill>
                  <a:srgbClr val="9CA2AF"/>
                </a:solidFill>
                <a:latin typeface="Arial Unicode MS"/>
                <a:cs typeface="Arial Unicode MS"/>
              </a:rPr>
              <a:t> </a:t>
            </a:r>
            <a:r>
              <a:rPr sz="900" spc="-10" dirty="0">
                <a:solidFill>
                  <a:srgbClr val="9CA2AF"/>
                </a:solidFill>
                <a:latin typeface="Arial"/>
                <a:cs typeface="Arial"/>
              </a:rPr>
              <a:t>(</a:t>
            </a:r>
            <a:r>
              <a:rPr sz="850" spc="-60" dirty="0">
                <a:solidFill>
                  <a:srgbClr val="9CA2AF"/>
                </a:solidFill>
                <a:latin typeface="Arial Unicode MS"/>
                <a:cs typeface="Arial Unicode MS"/>
              </a:rPr>
              <a:t>노이즈</a:t>
            </a:r>
            <a:r>
              <a:rPr sz="900" spc="-10" dirty="0">
                <a:solidFill>
                  <a:srgbClr val="9CA2AF"/>
                </a:solidFill>
                <a:latin typeface="Arial"/>
                <a:cs typeface="Arial"/>
              </a:rPr>
              <a:t>)</a:t>
            </a:r>
            <a:endParaRPr sz="9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428184" y="-2165152"/>
            <a:ext cx="9974580" cy="5974080"/>
            <a:chOff x="361949" y="1227593"/>
            <a:chExt cx="9974580" cy="5974080"/>
          </a:xfrm>
        </p:grpSpPr>
        <p:sp>
          <p:nvSpPr>
            <p:cNvPr id="3" name="object 3"/>
            <p:cNvSpPr/>
            <p:nvPr/>
          </p:nvSpPr>
          <p:spPr>
            <a:xfrm>
              <a:off x="361949" y="1227593"/>
              <a:ext cx="9973310" cy="4749800"/>
            </a:xfrm>
            <a:custGeom>
              <a:avLst/>
              <a:gdLst/>
              <a:ahLst/>
              <a:cxnLst/>
              <a:rect l="l" t="t" r="r" b="b"/>
              <a:pathLst>
                <a:path w="9973310" h="4749800">
                  <a:moveTo>
                    <a:pt x="0" y="0"/>
                  </a:moveTo>
                  <a:lnTo>
                    <a:pt x="9973120" y="0"/>
                  </a:lnTo>
                  <a:lnTo>
                    <a:pt x="9973120" y="4749343"/>
                  </a:lnTo>
                  <a:lnTo>
                    <a:pt x="0" y="47493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74192" y="1514856"/>
              <a:ext cx="3731260" cy="4462145"/>
            </a:xfrm>
            <a:custGeom>
              <a:avLst/>
              <a:gdLst/>
              <a:ahLst/>
              <a:cxnLst/>
              <a:rect l="l" t="t" r="r" b="b"/>
              <a:pathLst>
                <a:path w="3731260" h="4462145">
                  <a:moveTo>
                    <a:pt x="63472" y="4462081"/>
                  </a:moveTo>
                  <a:lnTo>
                    <a:pt x="0" y="4462081"/>
                  </a:lnTo>
                  <a:lnTo>
                    <a:pt x="0" y="0"/>
                  </a:lnTo>
                  <a:lnTo>
                    <a:pt x="3730752" y="0"/>
                  </a:lnTo>
                  <a:lnTo>
                    <a:pt x="3730752" y="32480"/>
                  </a:lnTo>
                  <a:lnTo>
                    <a:pt x="149256" y="32480"/>
                  </a:lnTo>
                  <a:lnTo>
                    <a:pt x="140806" y="32888"/>
                  </a:lnTo>
                  <a:lnTo>
                    <a:pt x="101588" y="46924"/>
                  </a:lnTo>
                  <a:lnTo>
                    <a:pt x="73612" y="77785"/>
                  </a:lnTo>
                  <a:lnTo>
                    <a:pt x="63472" y="118265"/>
                  </a:lnTo>
                  <a:lnTo>
                    <a:pt x="63472" y="4462081"/>
                  </a:lnTo>
                  <a:close/>
                </a:path>
                <a:path w="3731260" h="4462145">
                  <a:moveTo>
                    <a:pt x="3730752" y="4462081"/>
                  </a:moveTo>
                  <a:lnTo>
                    <a:pt x="3666422" y="4462081"/>
                  </a:lnTo>
                  <a:lnTo>
                    <a:pt x="3666422" y="118265"/>
                  </a:lnTo>
                  <a:lnTo>
                    <a:pt x="3666014" y="109814"/>
                  </a:lnTo>
                  <a:lnTo>
                    <a:pt x="3651977" y="70596"/>
                  </a:lnTo>
                  <a:lnTo>
                    <a:pt x="3621116" y="42621"/>
                  </a:lnTo>
                  <a:lnTo>
                    <a:pt x="3580637" y="32480"/>
                  </a:lnTo>
                  <a:lnTo>
                    <a:pt x="3730752" y="32480"/>
                  </a:lnTo>
                  <a:lnTo>
                    <a:pt x="3730752" y="4462081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29865" y="1539537"/>
              <a:ext cx="3618865" cy="4438015"/>
            </a:xfrm>
            <a:custGeom>
              <a:avLst/>
              <a:gdLst/>
              <a:ahLst/>
              <a:cxnLst/>
              <a:rect l="l" t="t" r="r" b="b"/>
              <a:pathLst>
                <a:path w="3618865" h="4438015">
                  <a:moveTo>
                    <a:pt x="3618547" y="4437399"/>
                  </a:moveTo>
                  <a:lnTo>
                    <a:pt x="0" y="4437399"/>
                  </a:lnTo>
                  <a:lnTo>
                    <a:pt x="0" y="87438"/>
                  </a:lnTo>
                  <a:lnTo>
                    <a:pt x="12357" y="46700"/>
                  </a:lnTo>
                  <a:lnTo>
                    <a:pt x="46700" y="12357"/>
                  </a:lnTo>
                  <a:lnTo>
                    <a:pt x="87438" y="0"/>
                  </a:lnTo>
                  <a:lnTo>
                    <a:pt x="3531108" y="0"/>
                  </a:lnTo>
                  <a:lnTo>
                    <a:pt x="3571846" y="12357"/>
                  </a:lnTo>
                  <a:lnTo>
                    <a:pt x="3606188" y="46700"/>
                  </a:lnTo>
                  <a:lnTo>
                    <a:pt x="3618546" y="87438"/>
                  </a:lnTo>
                  <a:lnTo>
                    <a:pt x="3618547" y="44373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24830" y="1734502"/>
              <a:ext cx="31750" cy="218440"/>
            </a:xfrm>
            <a:custGeom>
              <a:avLst/>
              <a:gdLst/>
              <a:ahLst/>
              <a:cxnLst/>
              <a:rect l="l" t="t" r="r" b="b"/>
              <a:pathLst>
                <a:path w="31750" h="218439">
                  <a:moveTo>
                    <a:pt x="31194" y="218360"/>
                  </a:moveTo>
                  <a:lnTo>
                    <a:pt x="0" y="218360"/>
                  </a:lnTo>
                  <a:lnTo>
                    <a:pt x="0" y="0"/>
                  </a:lnTo>
                  <a:lnTo>
                    <a:pt x="31194" y="0"/>
                  </a:lnTo>
                  <a:lnTo>
                    <a:pt x="31194" y="218360"/>
                  </a:lnTo>
                  <a:close/>
                </a:path>
              </a:pathLst>
            </a:custGeom>
            <a:solidFill>
              <a:srgbClr val="256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136907" y="1752996"/>
            <a:ext cx="143510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spc="-85" dirty="0">
                <a:solidFill>
                  <a:srgbClr val="1F2937"/>
                </a:solidFill>
                <a:latin typeface="맑은 고딕"/>
                <a:cs typeface="맑은 고딕"/>
              </a:rPr>
              <a:t>전체</a:t>
            </a:r>
            <a:r>
              <a:rPr sz="1100" b="1" spc="-80" dirty="0">
                <a:solidFill>
                  <a:srgbClr val="1F2937"/>
                </a:solidFill>
                <a:latin typeface="맑은 고딕"/>
                <a:cs typeface="맑은 고딕"/>
              </a:rPr>
              <a:t> </a:t>
            </a:r>
            <a:r>
              <a:rPr sz="1100" b="1" spc="-85" dirty="0">
                <a:solidFill>
                  <a:srgbClr val="1F2937"/>
                </a:solidFill>
                <a:latin typeface="맑은 고딕"/>
                <a:cs typeface="맑은 고딕"/>
              </a:rPr>
              <a:t>데이터</a:t>
            </a:r>
            <a:r>
              <a:rPr sz="1100" b="1" spc="-80" dirty="0">
                <a:solidFill>
                  <a:srgbClr val="1F2937"/>
                </a:solidFill>
                <a:latin typeface="맑은 고딕"/>
                <a:cs typeface="맑은 고딕"/>
              </a:rPr>
              <a:t> </a:t>
            </a:r>
            <a:r>
              <a:rPr sz="1100" b="1" spc="-85" dirty="0">
                <a:solidFill>
                  <a:srgbClr val="1F2937"/>
                </a:solidFill>
                <a:latin typeface="맑은 고딕"/>
                <a:cs typeface="맑은 고딕"/>
              </a:rPr>
              <a:t>재분류</a:t>
            </a:r>
            <a:r>
              <a:rPr sz="1100" b="1" spc="-80" dirty="0">
                <a:solidFill>
                  <a:srgbClr val="1F2937"/>
                </a:solidFill>
                <a:latin typeface="맑은 고딕"/>
                <a:cs typeface="맑은 고딕"/>
              </a:rPr>
              <a:t> </a:t>
            </a:r>
            <a:r>
              <a:rPr sz="1100" b="1" spc="-85" dirty="0">
                <a:solidFill>
                  <a:srgbClr val="1F2937"/>
                </a:solidFill>
                <a:latin typeface="맑은 고딕"/>
                <a:cs typeface="맑은 고딕"/>
              </a:rPr>
              <a:t>현황</a:t>
            </a:r>
            <a:endParaRPr sz="1100" dirty="0">
              <a:latin typeface="맑은 고딕"/>
              <a:cs typeface="맑은 고딕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024830" y="4526398"/>
            <a:ext cx="3228975" cy="367030"/>
            <a:chOff x="1024830" y="4526398"/>
            <a:chExt cx="3228975" cy="367030"/>
          </a:xfrm>
        </p:grpSpPr>
        <p:sp>
          <p:nvSpPr>
            <p:cNvPr id="9" name="object 9"/>
            <p:cNvSpPr/>
            <p:nvPr/>
          </p:nvSpPr>
          <p:spPr>
            <a:xfrm>
              <a:off x="1024830" y="4526398"/>
              <a:ext cx="920750" cy="367030"/>
            </a:xfrm>
            <a:custGeom>
              <a:avLst/>
              <a:gdLst/>
              <a:ahLst/>
              <a:cxnLst/>
              <a:rect l="l" t="t" r="r" b="b"/>
              <a:pathLst>
                <a:path w="920750" h="367029">
                  <a:moveTo>
                    <a:pt x="920234" y="366533"/>
                  </a:moveTo>
                  <a:lnTo>
                    <a:pt x="0" y="366533"/>
                  </a:lnTo>
                  <a:lnTo>
                    <a:pt x="0" y="0"/>
                  </a:lnTo>
                  <a:lnTo>
                    <a:pt x="920234" y="0"/>
                  </a:lnTo>
                  <a:lnTo>
                    <a:pt x="920234" y="366533"/>
                  </a:lnTo>
                  <a:close/>
                </a:path>
              </a:pathLst>
            </a:custGeom>
            <a:solidFill>
              <a:srgbClr val="F2F4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24830" y="4877335"/>
              <a:ext cx="920750" cy="15875"/>
            </a:xfrm>
            <a:custGeom>
              <a:avLst/>
              <a:gdLst/>
              <a:ahLst/>
              <a:cxnLst/>
              <a:rect l="l" t="t" r="r" b="b"/>
              <a:pathLst>
                <a:path w="920750" h="15875">
                  <a:moveTo>
                    <a:pt x="920234" y="15597"/>
                  </a:moveTo>
                  <a:lnTo>
                    <a:pt x="0" y="15597"/>
                  </a:lnTo>
                  <a:lnTo>
                    <a:pt x="0" y="0"/>
                  </a:lnTo>
                  <a:lnTo>
                    <a:pt x="920234" y="0"/>
                  </a:lnTo>
                  <a:lnTo>
                    <a:pt x="920234" y="15597"/>
                  </a:lnTo>
                  <a:close/>
                </a:path>
              </a:pathLst>
            </a:custGeom>
            <a:solidFill>
              <a:srgbClr val="E4E7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945064" y="4526398"/>
              <a:ext cx="452755" cy="367030"/>
            </a:xfrm>
            <a:custGeom>
              <a:avLst/>
              <a:gdLst/>
              <a:ahLst/>
              <a:cxnLst/>
              <a:rect l="l" t="t" r="r" b="b"/>
              <a:pathLst>
                <a:path w="452755" h="367029">
                  <a:moveTo>
                    <a:pt x="452318" y="366533"/>
                  </a:moveTo>
                  <a:lnTo>
                    <a:pt x="0" y="366533"/>
                  </a:lnTo>
                  <a:lnTo>
                    <a:pt x="0" y="0"/>
                  </a:lnTo>
                  <a:lnTo>
                    <a:pt x="452318" y="0"/>
                  </a:lnTo>
                  <a:lnTo>
                    <a:pt x="452318" y="366533"/>
                  </a:lnTo>
                  <a:close/>
                </a:path>
              </a:pathLst>
            </a:custGeom>
            <a:solidFill>
              <a:srgbClr val="F2F4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945064" y="4877335"/>
              <a:ext cx="452755" cy="15875"/>
            </a:xfrm>
            <a:custGeom>
              <a:avLst/>
              <a:gdLst/>
              <a:ahLst/>
              <a:cxnLst/>
              <a:rect l="l" t="t" r="r" b="b"/>
              <a:pathLst>
                <a:path w="452755" h="15875">
                  <a:moveTo>
                    <a:pt x="452318" y="15597"/>
                  </a:moveTo>
                  <a:lnTo>
                    <a:pt x="0" y="15597"/>
                  </a:lnTo>
                  <a:lnTo>
                    <a:pt x="0" y="0"/>
                  </a:lnTo>
                  <a:lnTo>
                    <a:pt x="452318" y="0"/>
                  </a:lnTo>
                  <a:lnTo>
                    <a:pt x="452318" y="15597"/>
                  </a:lnTo>
                  <a:close/>
                </a:path>
              </a:pathLst>
            </a:custGeom>
            <a:solidFill>
              <a:srgbClr val="E4E7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397382" y="4526398"/>
              <a:ext cx="577215" cy="367030"/>
            </a:xfrm>
            <a:custGeom>
              <a:avLst/>
              <a:gdLst/>
              <a:ahLst/>
              <a:cxnLst/>
              <a:rect l="l" t="t" r="r" b="b"/>
              <a:pathLst>
                <a:path w="577214" h="367029">
                  <a:moveTo>
                    <a:pt x="577095" y="366533"/>
                  </a:moveTo>
                  <a:lnTo>
                    <a:pt x="0" y="366533"/>
                  </a:lnTo>
                  <a:lnTo>
                    <a:pt x="0" y="0"/>
                  </a:lnTo>
                  <a:lnTo>
                    <a:pt x="577095" y="0"/>
                  </a:lnTo>
                  <a:lnTo>
                    <a:pt x="577095" y="366533"/>
                  </a:lnTo>
                  <a:close/>
                </a:path>
              </a:pathLst>
            </a:custGeom>
            <a:solidFill>
              <a:srgbClr val="F2F4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397382" y="4877335"/>
              <a:ext cx="577215" cy="15875"/>
            </a:xfrm>
            <a:custGeom>
              <a:avLst/>
              <a:gdLst/>
              <a:ahLst/>
              <a:cxnLst/>
              <a:rect l="l" t="t" r="r" b="b"/>
              <a:pathLst>
                <a:path w="577214" h="15875">
                  <a:moveTo>
                    <a:pt x="577095" y="15597"/>
                  </a:moveTo>
                  <a:lnTo>
                    <a:pt x="0" y="15597"/>
                  </a:lnTo>
                  <a:lnTo>
                    <a:pt x="0" y="0"/>
                  </a:lnTo>
                  <a:lnTo>
                    <a:pt x="577095" y="0"/>
                  </a:lnTo>
                  <a:lnTo>
                    <a:pt x="577095" y="15597"/>
                  </a:lnTo>
                  <a:close/>
                </a:path>
              </a:pathLst>
            </a:custGeom>
            <a:solidFill>
              <a:srgbClr val="E4E7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974478" y="4526398"/>
              <a:ext cx="1279525" cy="367030"/>
            </a:xfrm>
            <a:custGeom>
              <a:avLst/>
              <a:gdLst/>
              <a:ahLst/>
              <a:cxnLst/>
              <a:rect l="l" t="t" r="r" b="b"/>
              <a:pathLst>
                <a:path w="1279525" h="367029">
                  <a:moveTo>
                    <a:pt x="1278969" y="366533"/>
                  </a:moveTo>
                  <a:lnTo>
                    <a:pt x="0" y="366533"/>
                  </a:lnTo>
                  <a:lnTo>
                    <a:pt x="0" y="0"/>
                  </a:lnTo>
                  <a:lnTo>
                    <a:pt x="1278969" y="0"/>
                  </a:lnTo>
                  <a:lnTo>
                    <a:pt x="1278969" y="366533"/>
                  </a:lnTo>
                  <a:close/>
                </a:path>
              </a:pathLst>
            </a:custGeom>
            <a:solidFill>
              <a:srgbClr val="F2F4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974478" y="4877335"/>
              <a:ext cx="1279525" cy="15875"/>
            </a:xfrm>
            <a:custGeom>
              <a:avLst/>
              <a:gdLst/>
              <a:ahLst/>
              <a:cxnLst/>
              <a:rect l="l" t="t" r="r" b="b"/>
              <a:pathLst>
                <a:path w="1279525" h="15875">
                  <a:moveTo>
                    <a:pt x="1278969" y="15597"/>
                  </a:moveTo>
                  <a:lnTo>
                    <a:pt x="0" y="15597"/>
                  </a:lnTo>
                  <a:lnTo>
                    <a:pt x="0" y="0"/>
                  </a:lnTo>
                  <a:lnTo>
                    <a:pt x="1278969" y="0"/>
                  </a:lnTo>
                  <a:lnTo>
                    <a:pt x="1278969" y="15597"/>
                  </a:lnTo>
                  <a:close/>
                </a:path>
              </a:pathLst>
            </a:custGeom>
            <a:solidFill>
              <a:srgbClr val="E4E7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024830" y="4622879"/>
            <a:ext cx="3228975" cy="1568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93345">
              <a:lnSpc>
                <a:spcPct val="100000"/>
              </a:lnSpc>
              <a:spcBef>
                <a:spcPts val="110"/>
              </a:spcBef>
              <a:tabLst>
                <a:tab pos="1010919" algn="l"/>
                <a:tab pos="1463040" algn="l"/>
                <a:tab pos="2045970" algn="l"/>
              </a:tabLst>
            </a:pPr>
            <a:r>
              <a:rPr sz="850" b="1" spc="-60" dirty="0">
                <a:solidFill>
                  <a:srgbClr val="4A5462"/>
                </a:solidFill>
                <a:latin typeface="맑은 고딕"/>
                <a:cs typeface="맑은 고딕"/>
              </a:rPr>
              <a:t>구분	건수	비중	비고</a:t>
            </a:r>
            <a:endParaRPr sz="850">
              <a:latin typeface="맑은 고딕"/>
              <a:cs typeface="맑은 고딕"/>
            </a:endParaRPr>
          </a:p>
        </p:txBody>
      </p: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1024830" y="5015214"/>
          <a:ext cx="3227070" cy="944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05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60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2410">
                <a:tc>
                  <a:txBody>
                    <a:bodyPr/>
                    <a:lstStyle/>
                    <a:p>
                      <a:pPr marR="180975" algn="r">
                        <a:lnSpc>
                          <a:spcPts val="925"/>
                        </a:lnSpc>
                      </a:pPr>
                      <a:r>
                        <a:rPr sz="850" b="1" dirty="0">
                          <a:solidFill>
                            <a:srgbClr val="1F2937"/>
                          </a:solidFill>
                          <a:latin typeface="맑은 고딕"/>
                          <a:cs typeface="맑은 고딕"/>
                        </a:rPr>
                        <a:t>유효</a:t>
                      </a:r>
                      <a:r>
                        <a:rPr sz="850" b="1" spc="-60" dirty="0">
                          <a:solidFill>
                            <a:srgbClr val="1F2937"/>
                          </a:solidFill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sz="850" b="1" dirty="0">
                          <a:solidFill>
                            <a:srgbClr val="1F2937"/>
                          </a:solidFill>
                          <a:latin typeface="맑은 고딕"/>
                          <a:cs typeface="맑은 고딕"/>
                        </a:rPr>
                        <a:t>결함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T="0" marB="0">
                    <a:lnB w="9525">
                      <a:solidFill>
                        <a:srgbClr val="F2F4F5"/>
                      </a:solidFill>
                      <a:prstDash val="solid"/>
                    </a:lnB>
                    <a:solidFill>
                      <a:srgbClr val="F9FAFA"/>
                    </a:solidFill>
                  </a:tcPr>
                </a:tc>
                <a:tc>
                  <a:txBody>
                    <a:bodyPr/>
                    <a:lstStyle/>
                    <a:p>
                      <a:pPr marL="176530">
                        <a:lnSpc>
                          <a:spcPts val="925"/>
                        </a:lnSpc>
                      </a:pPr>
                      <a:r>
                        <a:rPr sz="850" b="1" spc="5" dirty="0">
                          <a:solidFill>
                            <a:srgbClr val="1F2937"/>
                          </a:solidFill>
                          <a:latin typeface="Noto Sans KR"/>
                          <a:cs typeface="Noto Sans KR"/>
                        </a:rPr>
                        <a:t>192</a:t>
                      </a:r>
                      <a:endParaRPr sz="850">
                        <a:latin typeface="Noto Sans KR"/>
                        <a:cs typeface="Noto Sans KR"/>
                      </a:endParaRPr>
                    </a:p>
                  </a:txBody>
                  <a:tcPr marL="0" marR="0" marT="0" marB="0">
                    <a:lnB w="9525">
                      <a:solidFill>
                        <a:srgbClr val="F2F4F5"/>
                      </a:solidFill>
                      <a:prstDash val="solid"/>
                    </a:lnB>
                    <a:solidFill>
                      <a:srgbClr val="F9FAFA"/>
                    </a:solidFill>
                  </a:tcPr>
                </a:tc>
                <a:tc>
                  <a:txBody>
                    <a:bodyPr/>
                    <a:lstStyle/>
                    <a:p>
                      <a:pPr marR="107314" algn="r">
                        <a:lnSpc>
                          <a:spcPts val="935"/>
                        </a:lnSpc>
                      </a:pPr>
                      <a:r>
                        <a:rPr sz="900" spc="-25" dirty="0">
                          <a:solidFill>
                            <a:srgbClr val="1F2937"/>
                          </a:solidFill>
                          <a:latin typeface="Noto Sans KR"/>
                          <a:cs typeface="Noto Sans KR"/>
                        </a:rPr>
                        <a:t>74.4%</a:t>
                      </a:r>
                      <a:endParaRPr sz="900">
                        <a:latin typeface="Noto Sans KR"/>
                        <a:cs typeface="Noto Sans KR"/>
                      </a:endParaRPr>
                    </a:p>
                  </a:txBody>
                  <a:tcPr marL="0" marR="0" marT="0" marB="0">
                    <a:lnB w="9525">
                      <a:solidFill>
                        <a:srgbClr val="F2F4F5"/>
                      </a:solidFill>
                      <a:prstDash val="solid"/>
                    </a:lnB>
                    <a:solidFill>
                      <a:srgbClr val="F9FAFA"/>
                    </a:solidFill>
                  </a:tcPr>
                </a:tc>
                <a:tc>
                  <a:txBody>
                    <a:bodyPr/>
                    <a:lstStyle/>
                    <a:p>
                      <a:pPr marL="113664">
                        <a:lnSpc>
                          <a:spcPts val="935"/>
                        </a:lnSpc>
                      </a:pPr>
                      <a:r>
                        <a:rPr sz="850" dirty="0">
                          <a:solidFill>
                            <a:srgbClr val="1F2937"/>
                          </a:solidFill>
                          <a:latin typeface="Arial Unicode MS"/>
                          <a:cs typeface="Arial Unicode MS"/>
                        </a:rPr>
                        <a:t>실제 수정</a:t>
                      </a:r>
                      <a:r>
                        <a:rPr sz="900" dirty="0">
                          <a:solidFill>
                            <a:srgbClr val="1F2937"/>
                          </a:solidFill>
                          <a:latin typeface="Noto Sans KR"/>
                          <a:cs typeface="Noto Sans KR"/>
                        </a:rPr>
                        <a:t>/</a:t>
                      </a:r>
                      <a:r>
                        <a:rPr sz="850" dirty="0">
                          <a:solidFill>
                            <a:srgbClr val="1F2937"/>
                          </a:solidFill>
                          <a:latin typeface="Arial Unicode MS"/>
                          <a:cs typeface="Arial Unicode MS"/>
                        </a:rPr>
                        <a:t>조치 필요</a:t>
                      </a:r>
                      <a:endParaRPr sz="850">
                        <a:latin typeface="Arial Unicode MS"/>
                        <a:cs typeface="Arial Unicode MS"/>
                      </a:endParaRPr>
                    </a:p>
                  </a:txBody>
                  <a:tcPr marL="0" marR="0" marT="0" marB="0">
                    <a:lnB w="9525">
                      <a:solidFill>
                        <a:srgbClr val="F2F4F5"/>
                      </a:solidFill>
                      <a:prstDash val="solid"/>
                    </a:lnB>
                    <a:solidFill>
                      <a:srgbClr val="F9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R="168910" algn="r">
                        <a:lnSpc>
                          <a:spcPct val="100000"/>
                        </a:lnSpc>
                      </a:pPr>
                      <a:r>
                        <a:rPr sz="850" spc="-50" dirty="0">
                          <a:solidFill>
                            <a:srgbClr val="6A7280"/>
                          </a:solidFill>
                          <a:latin typeface="Arial Unicode MS"/>
                          <a:cs typeface="Arial Unicode MS"/>
                        </a:rPr>
                        <a:t>기각</a:t>
                      </a:r>
                      <a:r>
                        <a:rPr sz="850" spc="-50" dirty="0">
                          <a:solidFill>
                            <a:srgbClr val="6A7280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sz="850" spc="-50" dirty="0">
                          <a:solidFill>
                            <a:srgbClr val="6A7280"/>
                          </a:solidFill>
                          <a:latin typeface="Arial Unicode MS"/>
                          <a:cs typeface="Arial Unicode MS"/>
                        </a:rPr>
                        <a:t>제외</a:t>
                      </a:r>
                      <a:endParaRPr sz="850">
                        <a:latin typeface="Arial Unicode MS"/>
                        <a:cs typeface="Arial Unicode MS"/>
                      </a:endParaRPr>
                    </a:p>
                  </a:txBody>
                  <a:tcPr marL="0" marR="0" marT="4445" marB="0">
                    <a:lnT w="9525">
                      <a:solidFill>
                        <a:srgbClr val="F2F4F5"/>
                      </a:solidFill>
                      <a:prstDash val="solid"/>
                    </a:lnT>
                    <a:solidFill>
                      <a:srgbClr val="F9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210820">
                        <a:lnSpc>
                          <a:spcPct val="100000"/>
                        </a:lnSpc>
                      </a:pPr>
                      <a:r>
                        <a:rPr sz="850" spc="5" dirty="0">
                          <a:solidFill>
                            <a:srgbClr val="1F2937"/>
                          </a:solidFill>
                          <a:latin typeface="Georgia"/>
                          <a:cs typeface="Georgia"/>
                        </a:rPr>
                        <a:t>66</a:t>
                      </a:r>
                      <a:endParaRPr sz="850">
                        <a:latin typeface="Georgia"/>
                        <a:cs typeface="Georgia"/>
                      </a:endParaRPr>
                    </a:p>
                  </a:txBody>
                  <a:tcPr marL="0" marR="0" marT="4445" marB="0">
                    <a:lnT w="9525">
                      <a:solidFill>
                        <a:srgbClr val="F2F4F5"/>
                      </a:solidFill>
                      <a:prstDash val="solid"/>
                    </a:lnT>
                    <a:solidFill>
                      <a:srgbClr val="F9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R="107314" algn="r">
                        <a:lnSpc>
                          <a:spcPct val="100000"/>
                        </a:lnSpc>
                      </a:pPr>
                      <a:r>
                        <a:rPr sz="900" spc="-25" dirty="0">
                          <a:solidFill>
                            <a:srgbClr val="1F2937"/>
                          </a:solidFill>
                          <a:latin typeface="Noto Sans KR"/>
                          <a:cs typeface="Noto Sans KR"/>
                        </a:rPr>
                        <a:t>25.6%</a:t>
                      </a:r>
                      <a:endParaRPr sz="900">
                        <a:latin typeface="Noto Sans KR"/>
                        <a:cs typeface="Noto Sans KR"/>
                      </a:endParaRPr>
                    </a:p>
                  </a:txBody>
                  <a:tcPr marL="0" marR="0" marT="5715" marB="0">
                    <a:lnT w="9525">
                      <a:solidFill>
                        <a:srgbClr val="F2F4F5"/>
                      </a:solidFill>
                      <a:prstDash val="solid"/>
                    </a:lnT>
                    <a:solidFill>
                      <a:srgbClr val="F9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113664">
                        <a:lnSpc>
                          <a:spcPct val="100000"/>
                        </a:lnSpc>
                      </a:pPr>
                      <a:r>
                        <a:rPr sz="850" dirty="0">
                          <a:solidFill>
                            <a:srgbClr val="1F2937"/>
                          </a:solidFill>
                          <a:latin typeface="Arial Unicode MS"/>
                          <a:cs typeface="Arial Unicode MS"/>
                        </a:rPr>
                        <a:t>결함 아님</a:t>
                      </a:r>
                      <a:r>
                        <a:rPr sz="900" dirty="0">
                          <a:solidFill>
                            <a:srgbClr val="1F2937"/>
                          </a:solidFill>
                          <a:latin typeface="Noto Sans KR"/>
                          <a:cs typeface="Noto Sans KR"/>
                        </a:rPr>
                        <a:t>,</a:t>
                      </a:r>
                      <a:r>
                        <a:rPr sz="900" spc="35" dirty="0">
                          <a:solidFill>
                            <a:srgbClr val="1F2937"/>
                          </a:solidFill>
                          <a:latin typeface="Noto Sans KR"/>
                          <a:cs typeface="Noto Sans KR"/>
                        </a:rPr>
                        <a:t> </a:t>
                      </a:r>
                      <a:r>
                        <a:rPr sz="850" dirty="0">
                          <a:solidFill>
                            <a:srgbClr val="1F2937"/>
                          </a:solidFill>
                          <a:latin typeface="Arial Unicode MS"/>
                          <a:cs typeface="Arial Unicode MS"/>
                        </a:rPr>
                        <a:t>중복 등</a:t>
                      </a:r>
                      <a:endParaRPr sz="850">
                        <a:latin typeface="Arial Unicode MS"/>
                        <a:cs typeface="Arial Unicode MS"/>
                      </a:endParaRPr>
                    </a:p>
                  </a:txBody>
                  <a:tcPr marL="0" marR="0" marT="5715" marB="0">
                    <a:lnT w="9525">
                      <a:solidFill>
                        <a:srgbClr val="F2F4F5"/>
                      </a:solidFill>
                      <a:prstDash val="solid"/>
                    </a:lnT>
                    <a:solidFill>
                      <a:srgbClr val="F9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93345">
                        <a:lnSpc>
                          <a:spcPct val="100000"/>
                        </a:lnSpc>
                      </a:pPr>
                      <a:r>
                        <a:rPr sz="850" b="1" spc="-60" dirty="0">
                          <a:solidFill>
                            <a:srgbClr val="1F2937"/>
                          </a:solidFill>
                          <a:latin typeface="맑은 고딕"/>
                          <a:cs typeface="맑은 고딕"/>
                        </a:rPr>
                        <a:t>총계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T="1270" marB="0">
                    <a:solidFill>
                      <a:srgbClr val="F9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76530">
                        <a:lnSpc>
                          <a:spcPct val="100000"/>
                        </a:lnSpc>
                      </a:pPr>
                      <a:r>
                        <a:rPr sz="850" b="1" spc="5" dirty="0">
                          <a:solidFill>
                            <a:srgbClr val="1F2937"/>
                          </a:solidFill>
                          <a:latin typeface="Noto Sans KR"/>
                          <a:cs typeface="Noto Sans KR"/>
                        </a:rPr>
                        <a:t>258</a:t>
                      </a:r>
                      <a:endParaRPr sz="850">
                        <a:latin typeface="Noto Sans KR"/>
                        <a:cs typeface="Noto Sans KR"/>
                      </a:endParaRPr>
                    </a:p>
                  </a:txBody>
                  <a:tcPr marL="0" marR="0" marT="1270" marB="0">
                    <a:solidFill>
                      <a:srgbClr val="F9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113664" algn="r">
                        <a:lnSpc>
                          <a:spcPct val="100000"/>
                        </a:lnSpc>
                      </a:pPr>
                      <a:r>
                        <a:rPr sz="850" b="1" spc="5" dirty="0">
                          <a:solidFill>
                            <a:srgbClr val="1F2937"/>
                          </a:solidFill>
                          <a:latin typeface="Noto Sans KR"/>
                          <a:cs typeface="Noto Sans KR"/>
                        </a:rPr>
                        <a:t>100%</a:t>
                      </a:r>
                      <a:endParaRPr sz="850">
                        <a:latin typeface="Noto Sans KR"/>
                        <a:cs typeface="Noto Sans KR"/>
                      </a:endParaRPr>
                    </a:p>
                  </a:txBody>
                  <a:tcPr marL="0" marR="0" marT="1270" marB="0">
                    <a:solidFill>
                      <a:srgbClr val="F9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13664">
                        <a:lnSpc>
                          <a:spcPct val="100000"/>
                        </a:lnSpc>
                      </a:pPr>
                      <a:r>
                        <a:rPr sz="850" b="1" dirty="0">
                          <a:solidFill>
                            <a:srgbClr val="1F2937"/>
                          </a:solidFill>
                          <a:latin typeface="Noto Sans KR"/>
                          <a:cs typeface="Noto Sans KR"/>
                        </a:rPr>
                        <a:t>-</a:t>
                      </a:r>
                      <a:endParaRPr sz="850">
                        <a:latin typeface="Noto Sans KR"/>
                        <a:cs typeface="Noto Sans KR"/>
                      </a:endParaRPr>
                    </a:p>
                  </a:txBody>
                  <a:tcPr marL="0" marR="0" marT="1270" marB="0">
                    <a:solidFill>
                      <a:srgbClr val="F9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8413" y="5017710"/>
            <a:ext cx="93583" cy="93582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18413" y="5376445"/>
            <a:ext cx="93583" cy="93582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4830" y="2140029"/>
            <a:ext cx="3228617" cy="1559718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2346786" y="2712223"/>
            <a:ext cx="584835" cy="418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1850" b="1" spc="-10" dirty="0">
                <a:solidFill>
                  <a:srgbClr val="1F2937"/>
                </a:solidFill>
                <a:latin typeface="Comic Sans MS"/>
                <a:cs typeface="Comic Sans MS"/>
              </a:rPr>
              <a:t>258</a:t>
            </a:r>
            <a:r>
              <a:rPr sz="1850" b="1" spc="-560" dirty="0">
                <a:solidFill>
                  <a:srgbClr val="1F2937"/>
                </a:solidFill>
                <a:latin typeface="Comic Sans MS"/>
                <a:cs typeface="Comic Sans MS"/>
              </a:rPr>
              <a:t> </a:t>
            </a:r>
            <a:r>
              <a:rPr sz="850" spc="-60" dirty="0">
                <a:solidFill>
                  <a:srgbClr val="6A7280"/>
                </a:solidFill>
                <a:latin typeface="Arial Unicode MS"/>
                <a:cs typeface="Arial Unicode MS"/>
              </a:rPr>
              <a:t>건</a:t>
            </a:r>
            <a:endParaRPr sz="850">
              <a:latin typeface="Arial Unicode MS"/>
              <a:cs typeface="Arial Unicode MS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700" spc="-5" dirty="0">
                <a:solidFill>
                  <a:srgbClr val="9CA2AF"/>
                </a:solidFill>
                <a:latin typeface="Noto Sans KR"/>
                <a:cs typeface="Noto Sans KR"/>
              </a:rPr>
              <a:t>Total</a:t>
            </a:r>
            <a:endParaRPr sz="700">
              <a:latin typeface="Noto Sans KR"/>
              <a:cs typeface="Noto Sans KR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703064" y="1514856"/>
            <a:ext cx="5230495" cy="4462145"/>
            <a:chOff x="4703064" y="1514856"/>
            <a:chExt cx="5230495" cy="4462145"/>
          </a:xfrm>
        </p:grpSpPr>
        <p:sp>
          <p:nvSpPr>
            <p:cNvPr id="24" name="object 24"/>
            <p:cNvSpPr/>
            <p:nvPr/>
          </p:nvSpPr>
          <p:spPr>
            <a:xfrm>
              <a:off x="4703064" y="1514856"/>
              <a:ext cx="5230495" cy="4462145"/>
            </a:xfrm>
            <a:custGeom>
              <a:avLst/>
              <a:gdLst/>
              <a:ahLst/>
              <a:cxnLst/>
              <a:rect l="l" t="t" r="r" b="b"/>
              <a:pathLst>
                <a:path w="5230495" h="4462145">
                  <a:moveTo>
                    <a:pt x="65091" y="4462081"/>
                  </a:moveTo>
                  <a:lnTo>
                    <a:pt x="0" y="4462081"/>
                  </a:lnTo>
                  <a:lnTo>
                    <a:pt x="0" y="0"/>
                  </a:lnTo>
                  <a:lnTo>
                    <a:pt x="5230368" y="0"/>
                  </a:lnTo>
                  <a:lnTo>
                    <a:pt x="5230368" y="32480"/>
                  </a:lnTo>
                  <a:lnTo>
                    <a:pt x="150875" y="32480"/>
                  </a:lnTo>
                  <a:lnTo>
                    <a:pt x="142424" y="32888"/>
                  </a:lnTo>
                  <a:lnTo>
                    <a:pt x="103206" y="46924"/>
                  </a:lnTo>
                  <a:lnTo>
                    <a:pt x="75231" y="77785"/>
                  </a:lnTo>
                  <a:lnTo>
                    <a:pt x="65091" y="118265"/>
                  </a:lnTo>
                  <a:lnTo>
                    <a:pt x="65091" y="4462081"/>
                  </a:lnTo>
                  <a:close/>
                </a:path>
                <a:path w="5230495" h="4462145">
                  <a:moveTo>
                    <a:pt x="5230368" y="4462081"/>
                  </a:moveTo>
                  <a:lnTo>
                    <a:pt x="5165371" y="4462081"/>
                  </a:lnTo>
                  <a:lnTo>
                    <a:pt x="5165371" y="118265"/>
                  </a:lnTo>
                  <a:lnTo>
                    <a:pt x="5164962" y="109814"/>
                  </a:lnTo>
                  <a:lnTo>
                    <a:pt x="5150926" y="70596"/>
                  </a:lnTo>
                  <a:lnTo>
                    <a:pt x="5120065" y="42621"/>
                  </a:lnTo>
                  <a:lnTo>
                    <a:pt x="5079586" y="32480"/>
                  </a:lnTo>
                  <a:lnTo>
                    <a:pt x="5230368" y="32480"/>
                  </a:lnTo>
                  <a:lnTo>
                    <a:pt x="5230368" y="4462081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760356" y="1539537"/>
              <a:ext cx="5116195" cy="4438015"/>
            </a:xfrm>
            <a:custGeom>
              <a:avLst/>
              <a:gdLst/>
              <a:ahLst/>
              <a:cxnLst/>
              <a:rect l="l" t="t" r="r" b="b"/>
              <a:pathLst>
                <a:path w="5116195" h="4438015">
                  <a:moveTo>
                    <a:pt x="5115877" y="4437399"/>
                  </a:moveTo>
                  <a:lnTo>
                    <a:pt x="0" y="4437399"/>
                  </a:lnTo>
                  <a:lnTo>
                    <a:pt x="0" y="87438"/>
                  </a:lnTo>
                  <a:lnTo>
                    <a:pt x="12357" y="46700"/>
                  </a:lnTo>
                  <a:lnTo>
                    <a:pt x="46700" y="12357"/>
                  </a:lnTo>
                  <a:lnTo>
                    <a:pt x="87439" y="0"/>
                  </a:lnTo>
                  <a:lnTo>
                    <a:pt x="5028439" y="0"/>
                  </a:lnTo>
                  <a:lnTo>
                    <a:pt x="5069176" y="12357"/>
                  </a:lnTo>
                  <a:lnTo>
                    <a:pt x="5103519" y="46700"/>
                  </a:lnTo>
                  <a:lnTo>
                    <a:pt x="5115877" y="87438"/>
                  </a:lnTo>
                  <a:lnTo>
                    <a:pt x="5115877" y="44373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994314" y="3017371"/>
              <a:ext cx="4648200" cy="0"/>
            </a:xfrm>
            <a:custGeom>
              <a:avLst/>
              <a:gdLst/>
              <a:ahLst/>
              <a:cxnLst/>
              <a:rect l="l" t="t" r="r" b="b"/>
              <a:pathLst>
                <a:path w="4648200">
                  <a:moveTo>
                    <a:pt x="0" y="0"/>
                  </a:moveTo>
                  <a:lnTo>
                    <a:pt x="4647961" y="0"/>
                  </a:lnTo>
                </a:path>
              </a:pathLst>
            </a:custGeom>
            <a:ln w="7798">
              <a:solidFill>
                <a:srgbClr val="E4E7EB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994314" y="3984396"/>
              <a:ext cx="4648200" cy="0"/>
            </a:xfrm>
            <a:custGeom>
              <a:avLst/>
              <a:gdLst/>
              <a:ahLst/>
              <a:cxnLst/>
              <a:rect l="l" t="t" r="r" b="b"/>
              <a:pathLst>
                <a:path w="4648200">
                  <a:moveTo>
                    <a:pt x="0" y="0"/>
                  </a:moveTo>
                  <a:lnTo>
                    <a:pt x="4647961" y="0"/>
                  </a:lnTo>
                </a:path>
              </a:pathLst>
            </a:custGeom>
            <a:ln w="7798">
              <a:solidFill>
                <a:srgbClr val="E4E7EB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994314" y="4959221"/>
              <a:ext cx="4648200" cy="0"/>
            </a:xfrm>
            <a:custGeom>
              <a:avLst/>
              <a:gdLst/>
              <a:ahLst/>
              <a:cxnLst/>
              <a:rect l="l" t="t" r="r" b="b"/>
              <a:pathLst>
                <a:path w="4648200">
                  <a:moveTo>
                    <a:pt x="0" y="0"/>
                  </a:moveTo>
                  <a:lnTo>
                    <a:pt x="4647961" y="0"/>
                  </a:lnTo>
                </a:path>
              </a:pathLst>
            </a:custGeom>
            <a:ln w="7798">
              <a:solidFill>
                <a:srgbClr val="E4E7EB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998213" y="5161984"/>
              <a:ext cx="4640580" cy="756920"/>
            </a:xfrm>
            <a:custGeom>
              <a:avLst/>
              <a:gdLst/>
              <a:ahLst/>
              <a:cxnLst/>
              <a:rect l="l" t="t" r="r" b="b"/>
              <a:pathLst>
                <a:path w="4640580" h="756920">
                  <a:moveTo>
                    <a:pt x="4585513" y="756463"/>
                  </a:moveTo>
                  <a:lnTo>
                    <a:pt x="54649" y="756463"/>
                  </a:lnTo>
                  <a:lnTo>
                    <a:pt x="50845" y="756088"/>
                  </a:lnTo>
                  <a:lnTo>
                    <a:pt x="14415" y="736616"/>
                  </a:lnTo>
                  <a:lnTo>
                    <a:pt x="0" y="701814"/>
                  </a:lnTo>
                  <a:lnTo>
                    <a:pt x="0" y="697974"/>
                  </a:lnTo>
                  <a:lnTo>
                    <a:pt x="0" y="54648"/>
                  </a:lnTo>
                  <a:lnTo>
                    <a:pt x="19846" y="14414"/>
                  </a:lnTo>
                  <a:lnTo>
                    <a:pt x="54649" y="0"/>
                  </a:lnTo>
                  <a:lnTo>
                    <a:pt x="4585513" y="0"/>
                  </a:lnTo>
                  <a:lnTo>
                    <a:pt x="4625746" y="19846"/>
                  </a:lnTo>
                  <a:lnTo>
                    <a:pt x="4640163" y="54648"/>
                  </a:lnTo>
                  <a:lnTo>
                    <a:pt x="4640163" y="701814"/>
                  </a:lnTo>
                  <a:lnTo>
                    <a:pt x="4620316" y="742047"/>
                  </a:lnTo>
                  <a:lnTo>
                    <a:pt x="4589316" y="756088"/>
                  </a:lnTo>
                  <a:lnTo>
                    <a:pt x="4585513" y="756463"/>
                  </a:lnTo>
                  <a:close/>
                </a:path>
              </a:pathLst>
            </a:custGeom>
            <a:solidFill>
              <a:srgbClr val="FFFA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998213" y="5161984"/>
              <a:ext cx="4640580" cy="756920"/>
            </a:xfrm>
            <a:custGeom>
              <a:avLst/>
              <a:gdLst/>
              <a:ahLst/>
              <a:cxnLst/>
              <a:rect l="l" t="t" r="r" b="b"/>
              <a:pathLst>
                <a:path w="4640580" h="756920">
                  <a:moveTo>
                    <a:pt x="0" y="697974"/>
                  </a:moveTo>
                  <a:lnTo>
                    <a:pt x="0" y="58489"/>
                  </a:lnTo>
                  <a:lnTo>
                    <a:pt x="0" y="54648"/>
                  </a:lnTo>
                  <a:lnTo>
                    <a:pt x="374" y="50844"/>
                  </a:lnTo>
                  <a:lnTo>
                    <a:pt x="9857" y="25993"/>
                  </a:lnTo>
                  <a:lnTo>
                    <a:pt x="11991" y="22800"/>
                  </a:lnTo>
                  <a:lnTo>
                    <a:pt x="14415" y="19846"/>
                  </a:lnTo>
                  <a:lnTo>
                    <a:pt x="17131" y="17130"/>
                  </a:lnTo>
                  <a:lnTo>
                    <a:pt x="19846" y="14414"/>
                  </a:lnTo>
                  <a:lnTo>
                    <a:pt x="22800" y="11990"/>
                  </a:lnTo>
                  <a:lnTo>
                    <a:pt x="25994" y="9856"/>
                  </a:lnTo>
                  <a:lnTo>
                    <a:pt x="29187" y="7722"/>
                  </a:lnTo>
                  <a:lnTo>
                    <a:pt x="32558" y="5921"/>
                  </a:lnTo>
                  <a:lnTo>
                    <a:pt x="36106" y="4451"/>
                  </a:lnTo>
                  <a:lnTo>
                    <a:pt x="39654" y="2982"/>
                  </a:lnTo>
                  <a:lnTo>
                    <a:pt x="43312" y="1872"/>
                  </a:lnTo>
                  <a:lnTo>
                    <a:pt x="47078" y="1123"/>
                  </a:lnTo>
                  <a:lnTo>
                    <a:pt x="50845" y="374"/>
                  </a:lnTo>
                  <a:lnTo>
                    <a:pt x="54649" y="0"/>
                  </a:lnTo>
                  <a:lnTo>
                    <a:pt x="58489" y="0"/>
                  </a:lnTo>
                  <a:lnTo>
                    <a:pt x="4581674" y="0"/>
                  </a:lnTo>
                  <a:lnTo>
                    <a:pt x="4585513" y="0"/>
                  </a:lnTo>
                  <a:lnTo>
                    <a:pt x="4589316" y="374"/>
                  </a:lnTo>
                  <a:lnTo>
                    <a:pt x="4614168" y="9857"/>
                  </a:lnTo>
                  <a:lnTo>
                    <a:pt x="4617361" y="11990"/>
                  </a:lnTo>
                  <a:lnTo>
                    <a:pt x="4620316" y="14414"/>
                  </a:lnTo>
                  <a:lnTo>
                    <a:pt x="4623031" y="17130"/>
                  </a:lnTo>
                  <a:lnTo>
                    <a:pt x="4625746" y="19846"/>
                  </a:lnTo>
                  <a:lnTo>
                    <a:pt x="4639038" y="47078"/>
                  </a:lnTo>
                  <a:lnTo>
                    <a:pt x="4639788" y="50844"/>
                  </a:lnTo>
                  <a:lnTo>
                    <a:pt x="4640163" y="54648"/>
                  </a:lnTo>
                  <a:lnTo>
                    <a:pt x="4640163" y="58489"/>
                  </a:lnTo>
                  <a:lnTo>
                    <a:pt x="4640163" y="697974"/>
                  </a:lnTo>
                  <a:lnTo>
                    <a:pt x="4640163" y="701814"/>
                  </a:lnTo>
                  <a:lnTo>
                    <a:pt x="4639788" y="705617"/>
                  </a:lnTo>
                  <a:lnTo>
                    <a:pt x="4639038" y="709384"/>
                  </a:lnTo>
                  <a:lnTo>
                    <a:pt x="4638289" y="713151"/>
                  </a:lnTo>
                  <a:lnTo>
                    <a:pt x="4637180" y="716808"/>
                  </a:lnTo>
                  <a:lnTo>
                    <a:pt x="4635710" y="720356"/>
                  </a:lnTo>
                  <a:lnTo>
                    <a:pt x="4634240" y="723904"/>
                  </a:lnTo>
                  <a:lnTo>
                    <a:pt x="4614168" y="746605"/>
                  </a:lnTo>
                  <a:lnTo>
                    <a:pt x="4610975" y="748739"/>
                  </a:lnTo>
                  <a:lnTo>
                    <a:pt x="4581674" y="756463"/>
                  </a:lnTo>
                  <a:lnTo>
                    <a:pt x="58489" y="756463"/>
                  </a:lnTo>
                  <a:lnTo>
                    <a:pt x="36106" y="752010"/>
                  </a:lnTo>
                  <a:lnTo>
                    <a:pt x="32558" y="750541"/>
                  </a:lnTo>
                  <a:lnTo>
                    <a:pt x="29188" y="748739"/>
                  </a:lnTo>
                  <a:lnTo>
                    <a:pt x="25994" y="746605"/>
                  </a:lnTo>
                  <a:lnTo>
                    <a:pt x="22801" y="744472"/>
                  </a:lnTo>
                  <a:lnTo>
                    <a:pt x="1123" y="709384"/>
                  </a:lnTo>
                  <a:lnTo>
                    <a:pt x="0" y="701814"/>
                  </a:lnTo>
                  <a:lnTo>
                    <a:pt x="0" y="697974"/>
                  </a:lnTo>
                </a:path>
              </a:pathLst>
            </a:custGeom>
            <a:ln w="7798">
              <a:solidFill>
                <a:srgbClr val="FDE6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994314" y="1773495"/>
              <a:ext cx="31750" cy="218440"/>
            </a:xfrm>
            <a:custGeom>
              <a:avLst/>
              <a:gdLst/>
              <a:ahLst/>
              <a:cxnLst/>
              <a:rect l="l" t="t" r="r" b="b"/>
              <a:pathLst>
                <a:path w="31750" h="218439">
                  <a:moveTo>
                    <a:pt x="31194" y="218360"/>
                  </a:moveTo>
                  <a:lnTo>
                    <a:pt x="0" y="218360"/>
                  </a:lnTo>
                  <a:lnTo>
                    <a:pt x="0" y="0"/>
                  </a:lnTo>
                  <a:lnTo>
                    <a:pt x="31194" y="0"/>
                  </a:lnTo>
                  <a:lnTo>
                    <a:pt x="31194" y="218360"/>
                  </a:lnTo>
                  <a:close/>
                </a:path>
              </a:pathLst>
            </a:custGeom>
            <a:solidFill>
              <a:srgbClr val="9CA2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5106392" y="1774021"/>
            <a:ext cx="2113280" cy="215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50" spc="265" dirty="0">
                <a:solidFill>
                  <a:srgbClr val="1F2937"/>
                </a:solidFill>
                <a:latin typeface="Segoe UI Symbol"/>
                <a:cs typeface="Segoe UI Symbol"/>
              </a:rPr>
              <a:t>🔍</a:t>
            </a:r>
            <a:r>
              <a:rPr sz="1250" spc="-35" dirty="0">
                <a:solidFill>
                  <a:srgbClr val="1F2937"/>
                </a:solidFill>
                <a:latin typeface="Segoe UI Symbol"/>
                <a:cs typeface="Segoe UI Symbol"/>
              </a:rPr>
              <a:t> </a:t>
            </a:r>
            <a:r>
              <a:rPr sz="1100" b="1" spc="-85" dirty="0">
                <a:solidFill>
                  <a:srgbClr val="1F2937"/>
                </a:solidFill>
                <a:latin typeface="맑은 고딕"/>
                <a:cs typeface="맑은 고딕"/>
              </a:rPr>
              <a:t>기각</a:t>
            </a:r>
            <a:r>
              <a:rPr sz="1250" b="1" spc="-45" dirty="0">
                <a:solidFill>
                  <a:srgbClr val="1F2937"/>
                </a:solidFill>
                <a:latin typeface="Noto Sans KR"/>
                <a:cs typeface="Noto Sans KR"/>
              </a:rPr>
              <a:t>(</a:t>
            </a:r>
            <a:r>
              <a:rPr sz="1250" b="1" spc="-110" dirty="0">
                <a:solidFill>
                  <a:srgbClr val="1F2937"/>
                </a:solidFill>
                <a:latin typeface="Noto Sans KR"/>
                <a:cs typeface="Noto Sans KR"/>
              </a:rPr>
              <a:t>R</a:t>
            </a:r>
            <a:r>
              <a:rPr sz="1250" b="1" spc="-65" dirty="0">
                <a:solidFill>
                  <a:srgbClr val="1F2937"/>
                </a:solidFill>
                <a:latin typeface="Noto Sans KR"/>
                <a:cs typeface="Noto Sans KR"/>
              </a:rPr>
              <a:t>eje</a:t>
            </a:r>
            <a:r>
              <a:rPr sz="1250" b="1" spc="-95" dirty="0">
                <a:solidFill>
                  <a:srgbClr val="1F2937"/>
                </a:solidFill>
                <a:latin typeface="Noto Sans KR"/>
                <a:cs typeface="Noto Sans KR"/>
              </a:rPr>
              <a:t>c</a:t>
            </a:r>
            <a:r>
              <a:rPr sz="1250" b="1" spc="-80" dirty="0">
                <a:solidFill>
                  <a:srgbClr val="1F2937"/>
                </a:solidFill>
                <a:latin typeface="Noto Sans KR"/>
                <a:cs typeface="Noto Sans KR"/>
              </a:rPr>
              <a:t>t</a:t>
            </a:r>
            <a:r>
              <a:rPr sz="1250" b="1" spc="-70" dirty="0">
                <a:solidFill>
                  <a:srgbClr val="1F2937"/>
                </a:solidFill>
                <a:latin typeface="Noto Sans KR"/>
                <a:cs typeface="Noto Sans KR"/>
              </a:rPr>
              <a:t>ed)</a:t>
            </a:r>
            <a:r>
              <a:rPr sz="1250" b="1" spc="25" dirty="0">
                <a:solidFill>
                  <a:srgbClr val="1F2937"/>
                </a:solidFill>
                <a:latin typeface="Noto Sans KR"/>
                <a:cs typeface="Noto Sans KR"/>
              </a:rPr>
              <a:t> </a:t>
            </a:r>
            <a:r>
              <a:rPr sz="1100" b="1" spc="-85" dirty="0">
                <a:solidFill>
                  <a:srgbClr val="1F2937"/>
                </a:solidFill>
                <a:latin typeface="맑은 고딕"/>
                <a:cs typeface="맑은 고딕"/>
              </a:rPr>
              <a:t>사유</a:t>
            </a:r>
            <a:r>
              <a:rPr sz="1100" b="1" spc="-80" dirty="0">
                <a:solidFill>
                  <a:srgbClr val="1F2937"/>
                </a:solidFill>
                <a:latin typeface="맑은 고딕"/>
                <a:cs typeface="맑은 고딕"/>
              </a:rPr>
              <a:t> </a:t>
            </a:r>
            <a:r>
              <a:rPr sz="1100" b="1" spc="-85" dirty="0">
                <a:solidFill>
                  <a:srgbClr val="1F2937"/>
                </a:solidFill>
                <a:latin typeface="맑은 고딕"/>
                <a:cs typeface="맑은 고딕"/>
              </a:rPr>
              <a:t>심층</a:t>
            </a:r>
            <a:r>
              <a:rPr sz="1100" b="1" spc="-80" dirty="0">
                <a:solidFill>
                  <a:srgbClr val="1F2937"/>
                </a:solidFill>
                <a:latin typeface="맑은 고딕"/>
                <a:cs typeface="맑은 고딕"/>
              </a:rPr>
              <a:t> </a:t>
            </a:r>
            <a:r>
              <a:rPr sz="1100" b="1" spc="-85" dirty="0">
                <a:solidFill>
                  <a:srgbClr val="1F2937"/>
                </a:solidFill>
                <a:latin typeface="맑은 고딕"/>
                <a:cs typeface="맑은 고딕"/>
              </a:rPr>
              <a:t>분석</a:t>
            </a:r>
            <a:endParaRPr sz="1100" dirty="0">
              <a:latin typeface="맑은 고딕"/>
              <a:cs typeface="맑은 고딕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8932603" y="1773495"/>
            <a:ext cx="709930" cy="218440"/>
          </a:xfrm>
          <a:custGeom>
            <a:avLst/>
            <a:gdLst/>
            <a:ahLst/>
            <a:cxnLst/>
            <a:rect l="l" t="t" r="r" b="b"/>
            <a:pathLst>
              <a:path w="709929" h="218439">
                <a:moveTo>
                  <a:pt x="607661" y="218360"/>
                </a:moveTo>
                <a:lnTo>
                  <a:pt x="102011" y="218360"/>
                </a:lnTo>
                <a:lnTo>
                  <a:pt x="94912" y="217661"/>
                </a:lnTo>
                <a:lnTo>
                  <a:pt x="54483" y="203943"/>
                </a:lnTo>
                <a:lnTo>
                  <a:pt x="22382" y="175798"/>
                </a:lnTo>
                <a:lnTo>
                  <a:pt x="3496" y="137511"/>
                </a:lnTo>
                <a:lnTo>
                  <a:pt x="0" y="116349"/>
                </a:lnTo>
                <a:lnTo>
                  <a:pt x="0" y="109180"/>
                </a:lnTo>
                <a:lnTo>
                  <a:pt x="0" y="102011"/>
                </a:lnTo>
                <a:lnTo>
                  <a:pt x="11053" y="60775"/>
                </a:lnTo>
                <a:lnTo>
                  <a:pt x="37048" y="26908"/>
                </a:lnTo>
                <a:lnTo>
                  <a:pt x="74020" y="5567"/>
                </a:lnTo>
                <a:lnTo>
                  <a:pt x="102011" y="0"/>
                </a:lnTo>
                <a:lnTo>
                  <a:pt x="607661" y="0"/>
                </a:lnTo>
                <a:lnTo>
                  <a:pt x="648895" y="11054"/>
                </a:lnTo>
                <a:lnTo>
                  <a:pt x="682763" y="37047"/>
                </a:lnTo>
                <a:lnTo>
                  <a:pt x="704103" y="74021"/>
                </a:lnTo>
                <a:lnTo>
                  <a:pt x="709672" y="102011"/>
                </a:lnTo>
                <a:lnTo>
                  <a:pt x="709672" y="116349"/>
                </a:lnTo>
                <a:lnTo>
                  <a:pt x="698617" y="157584"/>
                </a:lnTo>
                <a:lnTo>
                  <a:pt x="672623" y="191451"/>
                </a:lnTo>
                <a:lnTo>
                  <a:pt x="635650" y="212792"/>
                </a:lnTo>
                <a:lnTo>
                  <a:pt x="614761" y="217661"/>
                </a:lnTo>
                <a:lnTo>
                  <a:pt x="607661" y="218360"/>
                </a:lnTo>
                <a:close/>
              </a:path>
            </a:pathLst>
          </a:custGeom>
          <a:solidFill>
            <a:srgbClr val="F2F4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9011172" y="1807587"/>
            <a:ext cx="550545" cy="1568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b="1" spc="-25" dirty="0">
                <a:solidFill>
                  <a:srgbClr val="4A5462"/>
                </a:solidFill>
                <a:latin typeface="Noto Sans KR"/>
                <a:cs typeface="Noto Sans KR"/>
              </a:rPr>
              <a:t>Total</a:t>
            </a:r>
            <a:r>
              <a:rPr sz="850" b="1" spc="5" dirty="0">
                <a:solidFill>
                  <a:srgbClr val="4A5462"/>
                </a:solidFill>
                <a:latin typeface="Noto Sans KR"/>
                <a:cs typeface="Noto Sans KR"/>
              </a:rPr>
              <a:t> </a:t>
            </a:r>
            <a:r>
              <a:rPr sz="850" b="1" spc="-20" dirty="0">
                <a:solidFill>
                  <a:srgbClr val="4A5462"/>
                </a:solidFill>
                <a:latin typeface="Noto Sans KR"/>
                <a:cs typeface="Noto Sans KR"/>
              </a:rPr>
              <a:t>66</a:t>
            </a:r>
            <a:r>
              <a:rPr sz="850" b="1" spc="-20" dirty="0">
                <a:solidFill>
                  <a:srgbClr val="4A5462"/>
                </a:solidFill>
                <a:latin typeface="맑은 고딕"/>
                <a:cs typeface="맑은 고딕"/>
              </a:rPr>
              <a:t>건</a:t>
            </a:r>
            <a:endParaRPr sz="850">
              <a:latin typeface="맑은 고딕"/>
              <a:cs typeface="맑은 고딕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4994314" y="2241411"/>
            <a:ext cx="2105660" cy="374650"/>
            <a:chOff x="4994314" y="2241411"/>
            <a:chExt cx="2105660" cy="374650"/>
          </a:xfrm>
        </p:grpSpPr>
        <p:sp>
          <p:nvSpPr>
            <p:cNvPr id="36" name="object 36"/>
            <p:cNvSpPr/>
            <p:nvPr/>
          </p:nvSpPr>
          <p:spPr>
            <a:xfrm>
              <a:off x="4994314" y="2241411"/>
              <a:ext cx="374650" cy="374650"/>
            </a:xfrm>
            <a:custGeom>
              <a:avLst/>
              <a:gdLst/>
              <a:ahLst/>
              <a:cxnLst/>
              <a:rect l="l" t="t" r="r" b="b"/>
              <a:pathLst>
                <a:path w="374650" h="374650">
                  <a:moveTo>
                    <a:pt x="301466" y="374332"/>
                  </a:moveTo>
                  <a:lnTo>
                    <a:pt x="72865" y="374332"/>
                  </a:lnTo>
                  <a:lnTo>
                    <a:pt x="67793" y="373832"/>
                  </a:lnTo>
                  <a:lnTo>
                    <a:pt x="30400" y="358344"/>
                  </a:lnTo>
                  <a:lnTo>
                    <a:pt x="3976" y="321459"/>
                  </a:lnTo>
                  <a:lnTo>
                    <a:pt x="0" y="301467"/>
                  </a:lnTo>
                  <a:lnTo>
                    <a:pt x="0" y="296346"/>
                  </a:lnTo>
                  <a:lnTo>
                    <a:pt x="0" y="72865"/>
                  </a:lnTo>
                  <a:lnTo>
                    <a:pt x="15987" y="30401"/>
                  </a:lnTo>
                  <a:lnTo>
                    <a:pt x="52872" y="3976"/>
                  </a:lnTo>
                  <a:lnTo>
                    <a:pt x="72865" y="0"/>
                  </a:lnTo>
                  <a:lnTo>
                    <a:pt x="301466" y="0"/>
                  </a:lnTo>
                  <a:lnTo>
                    <a:pt x="343930" y="15987"/>
                  </a:lnTo>
                  <a:lnTo>
                    <a:pt x="370355" y="52872"/>
                  </a:lnTo>
                  <a:lnTo>
                    <a:pt x="374332" y="72865"/>
                  </a:lnTo>
                  <a:lnTo>
                    <a:pt x="374332" y="301467"/>
                  </a:lnTo>
                  <a:lnTo>
                    <a:pt x="358344" y="343930"/>
                  </a:lnTo>
                  <a:lnTo>
                    <a:pt x="321458" y="370355"/>
                  </a:lnTo>
                  <a:lnTo>
                    <a:pt x="306538" y="373832"/>
                  </a:lnTo>
                  <a:lnTo>
                    <a:pt x="301466" y="374332"/>
                  </a:lnTo>
                  <a:close/>
                </a:path>
              </a:pathLst>
            </a:custGeom>
            <a:solidFill>
              <a:srgbClr val="F2F4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22991" y="2346642"/>
              <a:ext cx="117474" cy="158749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6491644" y="2257008"/>
              <a:ext cx="608330" cy="156210"/>
            </a:xfrm>
            <a:custGeom>
              <a:avLst/>
              <a:gdLst/>
              <a:ahLst/>
              <a:cxnLst/>
              <a:rect l="l" t="t" r="r" b="b"/>
              <a:pathLst>
                <a:path w="608329" h="156210">
                  <a:moveTo>
                    <a:pt x="581232" y="155971"/>
                  </a:moveTo>
                  <a:lnTo>
                    <a:pt x="27057" y="155971"/>
                  </a:lnTo>
                  <a:lnTo>
                    <a:pt x="23077" y="155180"/>
                  </a:lnTo>
                  <a:lnTo>
                    <a:pt x="0" y="128914"/>
                  </a:lnTo>
                  <a:lnTo>
                    <a:pt x="0" y="124777"/>
                  </a:lnTo>
                  <a:lnTo>
                    <a:pt x="0" y="27057"/>
                  </a:lnTo>
                  <a:lnTo>
                    <a:pt x="27057" y="0"/>
                  </a:lnTo>
                  <a:lnTo>
                    <a:pt x="581232" y="0"/>
                  </a:lnTo>
                  <a:lnTo>
                    <a:pt x="608290" y="27057"/>
                  </a:lnTo>
                  <a:lnTo>
                    <a:pt x="608290" y="128914"/>
                  </a:lnTo>
                  <a:lnTo>
                    <a:pt x="585211" y="155180"/>
                  </a:lnTo>
                  <a:lnTo>
                    <a:pt x="581232" y="155971"/>
                  </a:lnTo>
                  <a:close/>
                </a:path>
              </a:pathLst>
            </a:custGeom>
            <a:solidFill>
              <a:srgbClr val="E4E7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5511918" y="2252106"/>
            <a:ext cx="934085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b="1" spc="-50" dirty="0">
                <a:solidFill>
                  <a:srgbClr val="1F2937"/>
                </a:solidFill>
                <a:latin typeface="맑은 고딕"/>
                <a:cs typeface="맑은 고딕"/>
              </a:rPr>
              <a:t>요건</a:t>
            </a:r>
            <a:r>
              <a:rPr sz="950" b="1" spc="-60" dirty="0">
                <a:solidFill>
                  <a:srgbClr val="1F2937"/>
                </a:solidFill>
                <a:latin typeface="맑은 고딕"/>
                <a:cs typeface="맑은 고딕"/>
              </a:rPr>
              <a:t> </a:t>
            </a:r>
            <a:r>
              <a:rPr sz="950" b="1" spc="-50" dirty="0">
                <a:solidFill>
                  <a:srgbClr val="1F2937"/>
                </a:solidFill>
                <a:latin typeface="맑은 고딕"/>
                <a:cs typeface="맑은 고딕"/>
              </a:rPr>
              <a:t>변경</a:t>
            </a:r>
            <a:r>
              <a:rPr sz="950" b="1" spc="-60" dirty="0">
                <a:solidFill>
                  <a:srgbClr val="1F2937"/>
                </a:solidFill>
                <a:latin typeface="맑은 고딕"/>
                <a:cs typeface="맑은 고딕"/>
              </a:rPr>
              <a:t> </a:t>
            </a:r>
            <a:r>
              <a:rPr sz="950" b="1" spc="-50" dirty="0">
                <a:solidFill>
                  <a:srgbClr val="1F2937"/>
                </a:solidFill>
                <a:latin typeface="맑은 고딕"/>
                <a:cs typeface="맑은 고딕"/>
              </a:rPr>
              <a:t>및</a:t>
            </a:r>
            <a:r>
              <a:rPr sz="950" b="1" spc="-60" dirty="0">
                <a:solidFill>
                  <a:srgbClr val="1F2937"/>
                </a:solidFill>
                <a:latin typeface="맑은 고딕"/>
                <a:cs typeface="맑은 고딕"/>
              </a:rPr>
              <a:t> </a:t>
            </a:r>
            <a:r>
              <a:rPr sz="950" b="1" spc="-50" dirty="0">
                <a:solidFill>
                  <a:srgbClr val="1F2937"/>
                </a:solidFill>
                <a:latin typeface="맑은 고딕"/>
                <a:cs typeface="맑은 고딕"/>
              </a:rPr>
              <a:t>추가</a:t>
            </a:r>
            <a:endParaRPr sz="950">
              <a:latin typeface="맑은 고딕"/>
              <a:cs typeface="맑은 고딕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545110" y="2267704"/>
            <a:ext cx="508634" cy="1377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700" spc="-25" dirty="0">
                <a:solidFill>
                  <a:srgbClr val="4A5462"/>
                </a:solidFill>
                <a:latin typeface="Arial Unicode MS"/>
                <a:cs typeface="Arial Unicode MS"/>
              </a:rPr>
              <a:t>설계</a:t>
            </a:r>
            <a:r>
              <a:rPr sz="700" spc="10" dirty="0">
                <a:solidFill>
                  <a:srgbClr val="4A5462"/>
                </a:solidFill>
                <a:latin typeface="Arial Unicode MS"/>
                <a:cs typeface="Arial Unicode MS"/>
              </a:rPr>
              <a:t> </a:t>
            </a:r>
            <a:r>
              <a:rPr sz="700" spc="-25" dirty="0">
                <a:solidFill>
                  <a:srgbClr val="4A5462"/>
                </a:solidFill>
                <a:latin typeface="Arial Unicode MS"/>
                <a:cs typeface="Arial Unicode MS"/>
              </a:rPr>
              <a:t>범위</a:t>
            </a:r>
            <a:r>
              <a:rPr sz="700" spc="10" dirty="0">
                <a:solidFill>
                  <a:srgbClr val="4A5462"/>
                </a:solidFill>
                <a:latin typeface="Arial Unicode MS"/>
                <a:cs typeface="Arial Unicode MS"/>
              </a:rPr>
              <a:t> </a:t>
            </a:r>
            <a:r>
              <a:rPr sz="700" spc="-25" dirty="0">
                <a:solidFill>
                  <a:srgbClr val="4A5462"/>
                </a:solidFill>
                <a:latin typeface="Arial Unicode MS"/>
                <a:cs typeface="Arial Unicode MS"/>
              </a:rPr>
              <a:t>외</a:t>
            </a:r>
            <a:endParaRPr sz="700">
              <a:latin typeface="Arial Unicode MS"/>
              <a:cs typeface="Arial Unicode MS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511918" y="2464353"/>
            <a:ext cx="4109085" cy="163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50" spc="-60" dirty="0">
                <a:solidFill>
                  <a:srgbClr val="4A5462"/>
                </a:solidFill>
                <a:latin typeface="Arial Unicode MS"/>
                <a:cs typeface="Arial Unicode MS"/>
              </a:rPr>
              <a:t>기존 설계 범위에 포함되지 않은 새로운 요구사항을 결함으로 등록한 케이스입니다</a:t>
            </a:r>
            <a:r>
              <a:rPr sz="900" spc="-10" dirty="0">
                <a:solidFill>
                  <a:srgbClr val="4A5462"/>
                </a:solidFill>
                <a:latin typeface="Noto Sans KR"/>
                <a:cs typeface="Noto Sans KR"/>
              </a:rPr>
              <a:t>.</a:t>
            </a:r>
            <a:r>
              <a:rPr sz="900" spc="35" dirty="0">
                <a:solidFill>
                  <a:srgbClr val="4A5462"/>
                </a:solidFill>
                <a:latin typeface="Noto Sans KR"/>
                <a:cs typeface="Noto Sans KR"/>
              </a:rPr>
              <a:t> </a:t>
            </a:r>
            <a:r>
              <a:rPr sz="850" spc="-60" dirty="0">
                <a:solidFill>
                  <a:srgbClr val="4A5462"/>
                </a:solidFill>
                <a:latin typeface="Arial Unicode MS"/>
                <a:cs typeface="Arial Unicode MS"/>
              </a:rPr>
              <a:t>이는</a:t>
            </a:r>
            <a:r>
              <a:rPr sz="850" dirty="0">
                <a:solidFill>
                  <a:srgbClr val="4A5462"/>
                </a:solidFill>
                <a:latin typeface="Arial Unicode MS"/>
                <a:cs typeface="Arial Unicode MS"/>
              </a:rPr>
              <a:t> </a:t>
            </a:r>
            <a:r>
              <a:rPr sz="850" spc="-60" dirty="0">
                <a:solidFill>
                  <a:srgbClr val="4A5462"/>
                </a:solidFill>
                <a:latin typeface="Arial Unicode MS"/>
                <a:cs typeface="Arial Unicode MS"/>
              </a:rPr>
              <a:t>결</a:t>
            </a:r>
            <a:endParaRPr sz="850">
              <a:latin typeface="Arial Unicode MS"/>
              <a:cs typeface="Arial Unicode MS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511918" y="2634331"/>
            <a:ext cx="2813050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spc="-60" dirty="0">
                <a:solidFill>
                  <a:srgbClr val="4A5462"/>
                </a:solidFill>
                <a:latin typeface="Arial Unicode MS"/>
                <a:cs typeface="Arial Unicode MS"/>
              </a:rPr>
              <a:t>함이 아닌</a:t>
            </a:r>
            <a:r>
              <a:rPr sz="850" spc="5" dirty="0">
                <a:solidFill>
                  <a:srgbClr val="4A5462"/>
                </a:solidFill>
                <a:latin typeface="Arial Unicode MS"/>
                <a:cs typeface="Arial Unicode MS"/>
              </a:rPr>
              <a:t> </a:t>
            </a:r>
            <a:r>
              <a:rPr sz="950" b="1" spc="-50" dirty="0">
                <a:solidFill>
                  <a:srgbClr val="1C4ED8"/>
                </a:solidFill>
                <a:latin typeface="Noto Sans KR"/>
                <a:cs typeface="Noto Sans KR"/>
              </a:rPr>
              <a:t>CR(Chan</a:t>
            </a:r>
            <a:r>
              <a:rPr sz="950" b="1" spc="-75" dirty="0">
                <a:solidFill>
                  <a:srgbClr val="1C4ED8"/>
                </a:solidFill>
                <a:latin typeface="Noto Sans KR"/>
                <a:cs typeface="Noto Sans KR"/>
              </a:rPr>
              <a:t>g</a:t>
            </a:r>
            <a:r>
              <a:rPr sz="950" b="1" spc="-50" dirty="0">
                <a:solidFill>
                  <a:srgbClr val="1C4ED8"/>
                </a:solidFill>
                <a:latin typeface="Noto Sans KR"/>
                <a:cs typeface="Noto Sans KR"/>
              </a:rPr>
              <a:t>e</a:t>
            </a:r>
            <a:r>
              <a:rPr sz="950" b="1" spc="25" dirty="0">
                <a:solidFill>
                  <a:srgbClr val="1C4ED8"/>
                </a:solidFill>
                <a:latin typeface="Noto Sans KR"/>
                <a:cs typeface="Noto Sans KR"/>
              </a:rPr>
              <a:t> </a:t>
            </a:r>
            <a:r>
              <a:rPr sz="950" b="1" spc="-70" dirty="0">
                <a:solidFill>
                  <a:srgbClr val="1C4ED8"/>
                </a:solidFill>
                <a:latin typeface="Noto Sans KR"/>
                <a:cs typeface="Noto Sans KR"/>
              </a:rPr>
              <a:t>R</a:t>
            </a:r>
            <a:r>
              <a:rPr sz="950" b="1" spc="-55" dirty="0">
                <a:solidFill>
                  <a:srgbClr val="1C4ED8"/>
                </a:solidFill>
                <a:latin typeface="Noto Sans KR"/>
                <a:cs typeface="Noto Sans KR"/>
              </a:rPr>
              <a:t>eque</a:t>
            </a:r>
            <a:r>
              <a:rPr sz="950" b="1" spc="-65" dirty="0">
                <a:solidFill>
                  <a:srgbClr val="1C4ED8"/>
                </a:solidFill>
                <a:latin typeface="Noto Sans KR"/>
                <a:cs typeface="Noto Sans KR"/>
              </a:rPr>
              <a:t>s</a:t>
            </a:r>
            <a:r>
              <a:rPr sz="950" b="1" spc="-30" dirty="0">
                <a:solidFill>
                  <a:srgbClr val="1C4ED8"/>
                </a:solidFill>
                <a:latin typeface="Noto Sans KR"/>
                <a:cs typeface="Noto Sans KR"/>
              </a:rPr>
              <a:t>t)</a:t>
            </a:r>
            <a:r>
              <a:rPr sz="850" spc="-60" dirty="0">
                <a:solidFill>
                  <a:srgbClr val="4A5462"/>
                </a:solidFill>
                <a:latin typeface="Arial Unicode MS"/>
                <a:cs typeface="Arial Unicode MS"/>
              </a:rPr>
              <a:t>로</a:t>
            </a:r>
            <a:r>
              <a:rPr sz="850" dirty="0">
                <a:solidFill>
                  <a:srgbClr val="4A5462"/>
                </a:solidFill>
                <a:latin typeface="Arial Unicode MS"/>
                <a:cs typeface="Arial Unicode MS"/>
              </a:rPr>
              <a:t> </a:t>
            </a:r>
            <a:r>
              <a:rPr sz="850" spc="-60" dirty="0">
                <a:solidFill>
                  <a:srgbClr val="4A5462"/>
                </a:solidFill>
                <a:latin typeface="Arial Unicode MS"/>
                <a:cs typeface="Arial Unicode MS"/>
              </a:rPr>
              <a:t>별도</a:t>
            </a:r>
            <a:r>
              <a:rPr sz="850" dirty="0">
                <a:solidFill>
                  <a:srgbClr val="4A5462"/>
                </a:solidFill>
                <a:latin typeface="Arial Unicode MS"/>
                <a:cs typeface="Arial Unicode MS"/>
              </a:rPr>
              <a:t> </a:t>
            </a:r>
            <a:r>
              <a:rPr sz="850" spc="-60" dirty="0">
                <a:solidFill>
                  <a:srgbClr val="4A5462"/>
                </a:solidFill>
                <a:latin typeface="Arial Unicode MS"/>
                <a:cs typeface="Arial Unicode MS"/>
              </a:rPr>
              <a:t>관리되어야</a:t>
            </a:r>
            <a:r>
              <a:rPr sz="850" dirty="0">
                <a:solidFill>
                  <a:srgbClr val="4A5462"/>
                </a:solidFill>
                <a:latin typeface="Arial Unicode MS"/>
                <a:cs typeface="Arial Unicode MS"/>
              </a:rPr>
              <a:t> </a:t>
            </a:r>
            <a:r>
              <a:rPr sz="850" spc="-60" dirty="0">
                <a:solidFill>
                  <a:srgbClr val="4A5462"/>
                </a:solidFill>
                <a:latin typeface="Arial Unicode MS"/>
                <a:cs typeface="Arial Unicode MS"/>
              </a:rPr>
              <a:t>합니다</a:t>
            </a:r>
            <a:r>
              <a:rPr sz="900" spc="-10" dirty="0">
                <a:solidFill>
                  <a:srgbClr val="4A5462"/>
                </a:solidFill>
                <a:latin typeface="Noto Sans KR"/>
                <a:cs typeface="Noto Sans KR"/>
              </a:rPr>
              <a:t>.</a:t>
            </a:r>
            <a:endParaRPr sz="900">
              <a:latin typeface="Noto Sans KR"/>
              <a:cs typeface="Noto Sans KR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4994314" y="3216235"/>
            <a:ext cx="2378710" cy="374650"/>
            <a:chOff x="4994314" y="3216235"/>
            <a:chExt cx="2378710" cy="374650"/>
          </a:xfrm>
        </p:grpSpPr>
        <p:sp>
          <p:nvSpPr>
            <p:cNvPr id="44" name="object 44"/>
            <p:cNvSpPr/>
            <p:nvPr/>
          </p:nvSpPr>
          <p:spPr>
            <a:xfrm>
              <a:off x="4994314" y="3216235"/>
              <a:ext cx="374650" cy="374650"/>
            </a:xfrm>
            <a:custGeom>
              <a:avLst/>
              <a:gdLst/>
              <a:ahLst/>
              <a:cxnLst/>
              <a:rect l="l" t="t" r="r" b="b"/>
              <a:pathLst>
                <a:path w="374650" h="374650">
                  <a:moveTo>
                    <a:pt x="301466" y="374332"/>
                  </a:moveTo>
                  <a:lnTo>
                    <a:pt x="72865" y="374332"/>
                  </a:lnTo>
                  <a:lnTo>
                    <a:pt x="67793" y="373832"/>
                  </a:lnTo>
                  <a:lnTo>
                    <a:pt x="30400" y="358344"/>
                  </a:lnTo>
                  <a:lnTo>
                    <a:pt x="3976" y="321458"/>
                  </a:lnTo>
                  <a:lnTo>
                    <a:pt x="0" y="301467"/>
                  </a:lnTo>
                  <a:lnTo>
                    <a:pt x="0" y="296346"/>
                  </a:lnTo>
                  <a:lnTo>
                    <a:pt x="0" y="72865"/>
                  </a:lnTo>
                  <a:lnTo>
                    <a:pt x="15987" y="30401"/>
                  </a:lnTo>
                  <a:lnTo>
                    <a:pt x="52872" y="3976"/>
                  </a:lnTo>
                  <a:lnTo>
                    <a:pt x="72865" y="0"/>
                  </a:lnTo>
                  <a:lnTo>
                    <a:pt x="301466" y="0"/>
                  </a:lnTo>
                  <a:lnTo>
                    <a:pt x="343930" y="15987"/>
                  </a:lnTo>
                  <a:lnTo>
                    <a:pt x="370355" y="52873"/>
                  </a:lnTo>
                  <a:lnTo>
                    <a:pt x="374332" y="72865"/>
                  </a:lnTo>
                  <a:lnTo>
                    <a:pt x="374332" y="301467"/>
                  </a:lnTo>
                  <a:lnTo>
                    <a:pt x="358344" y="343930"/>
                  </a:lnTo>
                  <a:lnTo>
                    <a:pt x="321458" y="370355"/>
                  </a:lnTo>
                  <a:lnTo>
                    <a:pt x="306538" y="373832"/>
                  </a:lnTo>
                  <a:lnTo>
                    <a:pt x="301466" y="374332"/>
                  </a:lnTo>
                  <a:close/>
                </a:path>
              </a:pathLst>
            </a:custGeom>
            <a:solidFill>
              <a:srgbClr val="F2F4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03494" y="3321466"/>
              <a:ext cx="155574" cy="158749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6795789" y="3231832"/>
              <a:ext cx="577215" cy="156210"/>
            </a:xfrm>
            <a:custGeom>
              <a:avLst/>
              <a:gdLst/>
              <a:ahLst/>
              <a:cxnLst/>
              <a:rect l="l" t="t" r="r" b="b"/>
              <a:pathLst>
                <a:path w="577215" h="156210">
                  <a:moveTo>
                    <a:pt x="550037" y="155971"/>
                  </a:moveTo>
                  <a:lnTo>
                    <a:pt x="27058" y="155971"/>
                  </a:lnTo>
                  <a:lnTo>
                    <a:pt x="23078" y="155179"/>
                  </a:lnTo>
                  <a:lnTo>
                    <a:pt x="0" y="128914"/>
                  </a:lnTo>
                  <a:lnTo>
                    <a:pt x="0" y="124777"/>
                  </a:lnTo>
                  <a:lnTo>
                    <a:pt x="0" y="27057"/>
                  </a:lnTo>
                  <a:lnTo>
                    <a:pt x="27058" y="0"/>
                  </a:lnTo>
                  <a:lnTo>
                    <a:pt x="550037" y="0"/>
                  </a:lnTo>
                  <a:lnTo>
                    <a:pt x="577095" y="27057"/>
                  </a:lnTo>
                  <a:lnTo>
                    <a:pt x="577095" y="128914"/>
                  </a:lnTo>
                  <a:lnTo>
                    <a:pt x="554017" y="155179"/>
                  </a:lnTo>
                  <a:lnTo>
                    <a:pt x="550037" y="155971"/>
                  </a:lnTo>
                  <a:close/>
                </a:path>
              </a:pathLst>
            </a:custGeom>
            <a:solidFill>
              <a:srgbClr val="E4E7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5511918" y="3212706"/>
            <a:ext cx="1231265" cy="1924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b="1" spc="-50" dirty="0">
                <a:solidFill>
                  <a:srgbClr val="1F2937"/>
                </a:solidFill>
                <a:latin typeface="맑은 고딕"/>
                <a:cs typeface="맑은 고딕"/>
              </a:rPr>
              <a:t>중복</a:t>
            </a:r>
            <a:r>
              <a:rPr sz="950" b="1" spc="-60" dirty="0">
                <a:solidFill>
                  <a:srgbClr val="1F2937"/>
                </a:solidFill>
                <a:latin typeface="맑은 고딕"/>
                <a:cs typeface="맑은 고딕"/>
              </a:rPr>
              <a:t> </a:t>
            </a:r>
            <a:r>
              <a:rPr sz="950" b="1" spc="-50" dirty="0">
                <a:solidFill>
                  <a:srgbClr val="1F2937"/>
                </a:solidFill>
                <a:latin typeface="맑은 고딕"/>
                <a:cs typeface="맑은 고딕"/>
              </a:rPr>
              <a:t>등록</a:t>
            </a:r>
            <a:r>
              <a:rPr sz="950" b="1" spc="-60" dirty="0">
                <a:solidFill>
                  <a:srgbClr val="1F2937"/>
                </a:solidFill>
                <a:latin typeface="맑은 고딕"/>
                <a:cs typeface="맑은 고딕"/>
              </a:rPr>
              <a:t> </a:t>
            </a:r>
            <a:r>
              <a:rPr sz="1100" b="1" spc="-55" dirty="0">
                <a:solidFill>
                  <a:srgbClr val="1F2937"/>
                </a:solidFill>
                <a:latin typeface="Noto Sans KR"/>
                <a:cs typeface="Noto Sans KR"/>
              </a:rPr>
              <a:t>(Dupli</a:t>
            </a:r>
            <a:r>
              <a:rPr sz="1100" b="1" spc="-80" dirty="0">
                <a:solidFill>
                  <a:srgbClr val="1F2937"/>
                </a:solidFill>
                <a:latin typeface="Noto Sans KR"/>
                <a:cs typeface="Noto Sans KR"/>
              </a:rPr>
              <a:t>cat</a:t>
            </a:r>
            <a:r>
              <a:rPr sz="1100" b="1" spc="-50" dirty="0">
                <a:solidFill>
                  <a:srgbClr val="1F2937"/>
                </a:solidFill>
                <a:latin typeface="Noto Sans KR"/>
                <a:cs typeface="Noto Sans KR"/>
              </a:rPr>
              <a:t>e)</a:t>
            </a:r>
            <a:endParaRPr sz="1100">
              <a:latin typeface="Noto Sans KR"/>
              <a:cs typeface="Noto Sans KR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842431" y="3242528"/>
            <a:ext cx="482600" cy="1377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700" spc="-25" dirty="0">
                <a:solidFill>
                  <a:srgbClr val="4A5462"/>
                </a:solidFill>
                <a:latin typeface="Arial Unicode MS"/>
                <a:cs typeface="Arial Unicode MS"/>
              </a:rPr>
              <a:t>리소스</a:t>
            </a:r>
            <a:r>
              <a:rPr sz="700" spc="10" dirty="0">
                <a:solidFill>
                  <a:srgbClr val="4A5462"/>
                </a:solidFill>
                <a:latin typeface="Arial Unicode MS"/>
                <a:cs typeface="Arial Unicode MS"/>
              </a:rPr>
              <a:t> </a:t>
            </a:r>
            <a:r>
              <a:rPr sz="700" spc="-25" dirty="0">
                <a:solidFill>
                  <a:srgbClr val="4A5462"/>
                </a:solidFill>
                <a:latin typeface="Arial Unicode MS"/>
                <a:cs typeface="Arial Unicode MS"/>
              </a:rPr>
              <a:t>낭비</a:t>
            </a:r>
            <a:endParaRPr sz="700">
              <a:latin typeface="Arial Unicode MS"/>
              <a:cs typeface="Arial Unicode MS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511918" y="3405961"/>
            <a:ext cx="4098925" cy="3689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5099"/>
              </a:lnSpc>
              <a:spcBef>
                <a:spcPts val="95"/>
              </a:spcBef>
            </a:pPr>
            <a:r>
              <a:rPr sz="900" spc="-25" dirty="0">
                <a:solidFill>
                  <a:srgbClr val="4A5462"/>
                </a:solidFill>
                <a:latin typeface="Noto Sans KR"/>
                <a:cs typeface="Noto Sans KR"/>
              </a:rPr>
              <a:t>1</a:t>
            </a:r>
            <a:r>
              <a:rPr sz="850" spc="-60" dirty="0">
                <a:solidFill>
                  <a:srgbClr val="4A5462"/>
                </a:solidFill>
                <a:latin typeface="Arial Unicode MS"/>
                <a:cs typeface="Arial Unicode MS"/>
              </a:rPr>
              <a:t>차 테스트에서 보고된 이슈가 조치 중임에도 </a:t>
            </a:r>
            <a:r>
              <a:rPr sz="900" spc="-25" dirty="0">
                <a:solidFill>
                  <a:srgbClr val="4A5462"/>
                </a:solidFill>
                <a:latin typeface="Noto Sans KR"/>
                <a:cs typeface="Noto Sans KR"/>
              </a:rPr>
              <a:t>2</a:t>
            </a:r>
            <a:r>
              <a:rPr sz="850" spc="-60" dirty="0">
                <a:solidFill>
                  <a:srgbClr val="4A5462"/>
                </a:solidFill>
                <a:latin typeface="Arial Unicode MS"/>
                <a:cs typeface="Arial Unicode MS"/>
              </a:rPr>
              <a:t>차 테스트에서 동일 현상을 재등록한 </a:t>
            </a:r>
            <a:r>
              <a:rPr sz="850" spc="-50" dirty="0">
                <a:solidFill>
                  <a:srgbClr val="4A5462"/>
                </a:solidFill>
                <a:latin typeface="Arial Unicode MS"/>
                <a:cs typeface="Arial Unicode MS"/>
              </a:rPr>
              <a:t>경우입  니다</a:t>
            </a:r>
            <a:r>
              <a:rPr sz="900" spc="-10" dirty="0">
                <a:solidFill>
                  <a:srgbClr val="4A5462"/>
                </a:solidFill>
                <a:latin typeface="Noto Sans KR"/>
                <a:cs typeface="Noto Sans KR"/>
              </a:rPr>
              <a:t>.</a:t>
            </a:r>
            <a:r>
              <a:rPr sz="900" spc="35" dirty="0">
                <a:solidFill>
                  <a:srgbClr val="4A5462"/>
                </a:solidFill>
                <a:latin typeface="Noto Sans KR"/>
                <a:cs typeface="Noto Sans KR"/>
              </a:rPr>
              <a:t> </a:t>
            </a:r>
            <a:r>
              <a:rPr sz="850" spc="-60" dirty="0">
                <a:solidFill>
                  <a:srgbClr val="4A5462"/>
                </a:solidFill>
                <a:latin typeface="Arial Unicode MS"/>
                <a:cs typeface="Arial Unicode MS"/>
              </a:rPr>
              <a:t>통합테스트</a:t>
            </a:r>
            <a:r>
              <a:rPr sz="850" dirty="0">
                <a:solidFill>
                  <a:srgbClr val="4A5462"/>
                </a:solidFill>
                <a:latin typeface="Arial Unicode MS"/>
                <a:cs typeface="Arial Unicode MS"/>
              </a:rPr>
              <a:t> </a:t>
            </a:r>
            <a:r>
              <a:rPr sz="850" spc="-60" dirty="0">
                <a:solidFill>
                  <a:srgbClr val="4A5462"/>
                </a:solidFill>
                <a:latin typeface="Arial Unicode MS"/>
                <a:cs typeface="Arial Unicode MS"/>
              </a:rPr>
              <a:t>단계에서는</a:t>
            </a:r>
            <a:r>
              <a:rPr sz="850" spc="5" dirty="0">
                <a:solidFill>
                  <a:srgbClr val="4A5462"/>
                </a:solidFill>
                <a:latin typeface="Arial Unicode MS"/>
                <a:cs typeface="Arial Unicode MS"/>
              </a:rPr>
              <a:t> </a:t>
            </a:r>
            <a:r>
              <a:rPr sz="850" b="1" dirty="0">
                <a:solidFill>
                  <a:srgbClr val="6D28D9"/>
                </a:solidFill>
                <a:latin typeface="Noto Sans KR"/>
                <a:cs typeface="Noto Sans KR"/>
              </a:rPr>
              <a:t>Ji</a:t>
            </a:r>
            <a:r>
              <a:rPr sz="850" b="1" spc="-35" dirty="0">
                <a:solidFill>
                  <a:srgbClr val="6D28D9"/>
                </a:solidFill>
                <a:latin typeface="Noto Sans KR"/>
                <a:cs typeface="Noto Sans KR"/>
              </a:rPr>
              <a:t>r</a:t>
            </a:r>
            <a:r>
              <a:rPr sz="850" b="1" spc="5" dirty="0">
                <a:solidFill>
                  <a:srgbClr val="6D28D9"/>
                </a:solidFill>
                <a:latin typeface="Noto Sans KR"/>
                <a:cs typeface="Noto Sans KR"/>
              </a:rPr>
              <a:t>a</a:t>
            </a:r>
            <a:r>
              <a:rPr sz="850" b="1" spc="45" dirty="0">
                <a:solidFill>
                  <a:srgbClr val="6D28D9"/>
                </a:solidFill>
                <a:latin typeface="Noto Sans KR"/>
                <a:cs typeface="Noto Sans KR"/>
              </a:rPr>
              <a:t> </a:t>
            </a:r>
            <a:r>
              <a:rPr sz="850" b="1" spc="-60" dirty="0">
                <a:solidFill>
                  <a:srgbClr val="6D28D9"/>
                </a:solidFill>
                <a:latin typeface="맑은 고딕"/>
                <a:cs typeface="맑은 고딕"/>
              </a:rPr>
              <a:t>이슈 링크 검증</a:t>
            </a:r>
            <a:r>
              <a:rPr sz="850" spc="-60" dirty="0">
                <a:solidFill>
                  <a:srgbClr val="4A5462"/>
                </a:solidFill>
                <a:latin typeface="Arial Unicode MS"/>
                <a:cs typeface="Arial Unicode MS"/>
              </a:rPr>
              <a:t>을</a:t>
            </a:r>
            <a:r>
              <a:rPr sz="850" dirty="0">
                <a:solidFill>
                  <a:srgbClr val="4A5462"/>
                </a:solidFill>
                <a:latin typeface="Arial Unicode MS"/>
                <a:cs typeface="Arial Unicode MS"/>
              </a:rPr>
              <a:t> </a:t>
            </a:r>
            <a:r>
              <a:rPr sz="850" spc="-60" dirty="0">
                <a:solidFill>
                  <a:srgbClr val="4A5462"/>
                </a:solidFill>
                <a:latin typeface="Arial Unicode MS"/>
                <a:cs typeface="Arial Unicode MS"/>
              </a:rPr>
              <a:t>강화할</a:t>
            </a:r>
            <a:r>
              <a:rPr sz="850" dirty="0">
                <a:solidFill>
                  <a:srgbClr val="4A5462"/>
                </a:solidFill>
                <a:latin typeface="Arial Unicode MS"/>
                <a:cs typeface="Arial Unicode MS"/>
              </a:rPr>
              <a:t> </a:t>
            </a:r>
            <a:r>
              <a:rPr sz="850" spc="-60" dirty="0">
                <a:solidFill>
                  <a:srgbClr val="4A5462"/>
                </a:solidFill>
                <a:latin typeface="Arial Unicode MS"/>
                <a:cs typeface="Arial Unicode MS"/>
              </a:rPr>
              <a:t>예정입니다</a:t>
            </a:r>
            <a:r>
              <a:rPr sz="900" spc="-10" dirty="0">
                <a:solidFill>
                  <a:srgbClr val="4A5462"/>
                </a:solidFill>
                <a:latin typeface="Noto Sans KR"/>
                <a:cs typeface="Noto Sans KR"/>
              </a:rPr>
              <a:t>.</a:t>
            </a:r>
            <a:endParaRPr sz="900">
              <a:latin typeface="Noto Sans KR"/>
              <a:cs typeface="Noto Sans KR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4994314" y="4183260"/>
            <a:ext cx="2339975" cy="374650"/>
            <a:chOff x="4994314" y="4183260"/>
            <a:chExt cx="2339975" cy="374650"/>
          </a:xfrm>
        </p:grpSpPr>
        <p:sp>
          <p:nvSpPr>
            <p:cNvPr id="51" name="object 51"/>
            <p:cNvSpPr/>
            <p:nvPr/>
          </p:nvSpPr>
          <p:spPr>
            <a:xfrm>
              <a:off x="4994314" y="4183260"/>
              <a:ext cx="374650" cy="374650"/>
            </a:xfrm>
            <a:custGeom>
              <a:avLst/>
              <a:gdLst/>
              <a:ahLst/>
              <a:cxnLst/>
              <a:rect l="l" t="t" r="r" b="b"/>
              <a:pathLst>
                <a:path w="374650" h="374650">
                  <a:moveTo>
                    <a:pt x="301466" y="374332"/>
                  </a:moveTo>
                  <a:lnTo>
                    <a:pt x="72865" y="374332"/>
                  </a:lnTo>
                  <a:lnTo>
                    <a:pt x="67793" y="373832"/>
                  </a:lnTo>
                  <a:lnTo>
                    <a:pt x="30400" y="358344"/>
                  </a:lnTo>
                  <a:lnTo>
                    <a:pt x="3976" y="321458"/>
                  </a:lnTo>
                  <a:lnTo>
                    <a:pt x="0" y="301466"/>
                  </a:lnTo>
                  <a:lnTo>
                    <a:pt x="0" y="296346"/>
                  </a:lnTo>
                  <a:lnTo>
                    <a:pt x="0" y="72864"/>
                  </a:lnTo>
                  <a:lnTo>
                    <a:pt x="15987" y="30400"/>
                  </a:lnTo>
                  <a:lnTo>
                    <a:pt x="52872" y="3976"/>
                  </a:lnTo>
                  <a:lnTo>
                    <a:pt x="72865" y="0"/>
                  </a:lnTo>
                  <a:lnTo>
                    <a:pt x="301466" y="0"/>
                  </a:lnTo>
                  <a:lnTo>
                    <a:pt x="343930" y="15987"/>
                  </a:lnTo>
                  <a:lnTo>
                    <a:pt x="370355" y="52872"/>
                  </a:lnTo>
                  <a:lnTo>
                    <a:pt x="374332" y="72864"/>
                  </a:lnTo>
                  <a:lnTo>
                    <a:pt x="374332" y="301466"/>
                  </a:lnTo>
                  <a:lnTo>
                    <a:pt x="358344" y="343929"/>
                  </a:lnTo>
                  <a:lnTo>
                    <a:pt x="321458" y="370355"/>
                  </a:lnTo>
                  <a:lnTo>
                    <a:pt x="306538" y="373832"/>
                  </a:lnTo>
                  <a:lnTo>
                    <a:pt x="301466" y="374332"/>
                  </a:lnTo>
                  <a:close/>
                </a:path>
              </a:pathLst>
            </a:custGeom>
            <a:solidFill>
              <a:srgbClr val="F2F4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03494" y="4288492"/>
              <a:ext cx="155574" cy="158749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6632018" y="4198857"/>
              <a:ext cx="702310" cy="156210"/>
            </a:xfrm>
            <a:custGeom>
              <a:avLst/>
              <a:gdLst/>
              <a:ahLst/>
              <a:cxnLst/>
              <a:rect l="l" t="t" r="r" b="b"/>
              <a:pathLst>
                <a:path w="702309" h="156210">
                  <a:moveTo>
                    <a:pt x="674815" y="155971"/>
                  </a:moveTo>
                  <a:lnTo>
                    <a:pt x="27057" y="155971"/>
                  </a:lnTo>
                  <a:lnTo>
                    <a:pt x="23078" y="155179"/>
                  </a:lnTo>
                  <a:lnTo>
                    <a:pt x="0" y="128914"/>
                  </a:lnTo>
                  <a:lnTo>
                    <a:pt x="0" y="124777"/>
                  </a:lnTo>
                  <a:lnTo>
                    <a:pt x="0" y="27057"/>
                  </a:lnTo>
                  <a:lnTo>
                    <a:pt x="27057" y="0"/>
                  </a:lnTo>
                  <a:lnTo>
                    <a:pt x="674815" y="0"/>
                  </a:lnTo>
                  <a:lnTo>
                    <a:pt x="701873" y="27057"/>
                  </a:lnTo>
                  <a:lnTo>
                    <a:pt x="701873" y="128914"/>
                  </a:lnTo>
                  <a:lnTo>
                    <a:pt x="678794" y="155179"/>
                  </a:lnTo>
                  <a:lnTo>
                    <a:pt x="674815" y="155971"/>
                  </a:lnTo>
                  <a:close/>
                </a:path>
              </a:pathLst>
            </a:custGeom>
            <a:solidFill>
              <a:srgbClr val="E4E7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5511918" y="4179732"/>
            <a:ext cx="1069975" cy="1924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b="1" spc="-50" dirty="0">
                <a:solidFill>
                  <a:srgbClr val="1F2937"/>
                </a:solidFill>
                <a:latin typeface="맑은 고딕"/>
                <a:cs typeface="맑은 고딕"/>
              </a:rPr>
              <a:t>기능</a:t>
            </a:r>
            <a:r>
              <a:rPr sz="950" b="1" spc="-60" dirty="0">
                <a:solidFill>
                  <a:srgbClr val="1F2937"/>
                </a:solidFill>
                <a:latin typeface="맑은 고딕"/>
                <a:cs typeface="맑은 고딕"/>
              </a:rPr>
              <a:t> </a:t>
            </a:r>
            <a:r>
              <a:rPr sz="950" b="1" spc="-50" dirty="0">
                <a:solidFill>
                  <a:srgbClr val="1F2937"/>
                </a:solidFill>
                <a:latin typeface="맑은 고딕"/>
                <a:cs typeface="맑은 고딕"/>
              </a:rPr>
              <a:t>정상</a:t>
            </a:r>
            <a:r>
              <a:rPr sz="950" b="1" spc="-60" dirty="0">
                <a:solidFill>
                  <a:srgbClr val="1F2937"/>
                </a:solidFill>
                <a:latin typeface="맑은 고딕"/>
                <a:cs typeface="맑은 고딕"/>
              </a:rPr>
              <a:t> </a:t>
            </a:r>
            <a:r>
              <a:rPr sz="1100" b="1" spc="-45" dirty="0">
                <a:solidFill>
                  <a:srgbClr val="1F2937"/>
                </a:solidFill>
                <a:latin typeface="Noto Sans KR"/>
                <a:cs typeface="Noto Sans KR"/>
              </a:rPr>
              <a:t>(In</a:t>
            </a:r>
            <a:r>
              <a:rPr sz="1100" b="1" spc="-85" dirty="0">
                <a:solidFill>
                  <a:srgbClr val="1F2937"/>
                </a:solidFill>
                <a:latin typeface="Noto Sans KR"/>
                <a:cs typeface="Noto Sans KR"/>
              </a:rPr>
              <a:t>v</a:t>
            </a:r>
            <a:r>
              <a:rPr sz="1100" b="1" spc="-50" dirty="0">
                <a:solidFill>
                  <a:srgbClr val="1F2937"/>
                </a:solidFill>
                <a:latin typeface="Noto Sans KR"/>
                <a:cs typeface="Noto Sans KR"/>
              </a:rPr>
              <a:t>alid)</a:t>
            </a:r>
            <a:endParaRPr sz="1100">
              <a:latin typeface="Noto Sans KR"/>
              <a:cs typeface="Noto Sans KR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680976" y="4209553"/>
            <a:ext cx="605155" cy="1377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700" spc="-25" dirty="0">
                <a:solidFill>
                  <a:srgbClr val="4A5462"/>
                </a:solidFill>
                <a:latin typeface="Arial Unicode MS"/>
                <a:cs typeface="Arial Unicode MS"/>
              </a:rPr>
              <a:t>오판</a:t>
            </a:r>
            <a:r>
              <a:rPr sz="700" spc="15" dirty="0">
                <a:solidFill>
                  <a:srgbClr val="4A5462"/>
                </a:solidFill>
                <a:latin typeface="Calibri"/>
                <a:cs typeface="Calibri"/>
              </a:rPr>
              <a:t>/</a:t>
            </a:r>
            <a:r>
              <a:rPr sz="700" spc="-25" dirty="0">
                <a:solidFill>
                  <a:srgbClr val="4A5462"/>
                </a:solidFill>
                <a:latin typeface="Arial Unicode MS"/>
                <a:cs typeface="Arial Unicode MS"/>
              </a:rPr>
              <a:t>환경</a:t>
            </a:r>
            <a:r>
              <a:rPr sz="700" spc="10" dirty="0">
                <a:solidFill>
                  <a:srgbClr val="4A5462"/>
                </a:solidFill>
                <a:latin typeface="Arial Unicode MS"/>
                <a:cs typeface="Arial Unicode MS"/>
              </a:rPr>
              <a:t> </a:t>
            </a:r>
            <a:r>
              <a:rPr sz="700" spc="-25" dirty="0">
                <a:solidFill>
                  <a:srgbClr val="4A5462"/>
                </a:solidFill>
                <a:latin typeface="Arial Unicode MS"/>
                <a:cs typeface="Arial Unicode MS"/>
              </a:rPr>
              <a:t>이슈</a:t>
            </a:r>
            <a:endParaRPr sz="700">
              <a:latin typeface="Arial Unicode MS"/>
              <a:cs typeface="Arial Unicode MS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5511918" y="4365188"/>
            <a:ext cx="4081145" cy="3841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0800"/>
              </a:lnSpc>
              <a:spcBef>
                <a:spcPts val="95"/>
              </a:spcBef>
            </a:pPr>
            <a:r>
              <a:rPr sz="850" spc="-60" dirty="0">
                <a:solidFill>
                  <a:srgbClr val="4A5462"/>
                </a:solidFill>
                <a:latin typeface="Arial Unicode MS"/>
                <a:cs typeface="Arial Unicode MS"/>
              </a:rPr>
              <a:t>테스터의 로직 이해 부족이나 개인 </a:t>
            </a:r>
            <a:r>
              <a:rPr sz="900" spc="-25" dirty="0">
                <a:solidFill>
                  <a:srgbClr val="4A5462"/>
                </a:solidFill>
                <a:latin typeface="Noto Sans KR"/>
                <a:cs typeface="Noto Sans KR"/>
              </a:rPr>
              <a:t>PC</a:t>
            </a:r>
            <a:r>
              <a:rPr sz="900" spc="35" dirty="0">
                <a:solidFill>
                  <a:srgbClr val="4A5462"/>
                </a:solidFill>
                <a:latin typeface="Noto Sans KR"/>
                <a:cs typeface="Noto Sans KR"/>
              </a:rPr>
              <a:t> </a:t>
            </a:r>
            <a:r>
              <a:rPr sz="850" spc="-60" dirty="0">
                <a:solidFill>
                  <a:srgbClr val="4A5462"/>
                </a:solidFill>
                <a:latin typeface="Arial Unicode MS"/>
                <a:cs typeface="Arial Unicode MS"/>
              </a:rPr>
              <a:t>환경</a:t>
            </a:r>
            <a:r>
              <a:rPr sz="850" dirty="0">
                <a:solidFill>
                  <a:srgbClr val="4A5462"/>
                </a:solidFill>
                <a:latin typeface="Arial Unicode MS"/>
                <a:cs typeface="Arial Unicode MS"/>
              </a:rPr>
              <a:t> </a:t>
            </a:r>
            <a:r>
              <a:rPr sz="850" spc="-60" dirty="0">
                <a:solidFill>
                  <a:srgbClr val="4A5462"/>
                </a:solidFill>
                <a:latin typeface="Arial Unicode MS"/>
                <a:cs typeface="Arial Unicode MS"/>
              </a:rPr>
              <a:t>설정</a:t>
            </a:r>
            <a:r>
              <a:rPr sz="900" spc="-15" dirty="0">
                <a:solidFill>
                  <a:srgbClr val="4A5462"/>
                </a:solidFill>
                <a:latin typeface="Noto Sans KR"/>
                <a:cs typeface="Noto Sans KR"/>
              </a:rPr>
              <a:t>(</a:t>
            </a:r>
            <a:r>
              <a:rPr sz="850" spc="-60" dirty="0">
                <a:solidFill>
                  <a:srgbClr val="4A5462"/>
                </a:solidFill>
                <a:latin typeface="Arial Unicode MS"/>
                <a:cs typeface="Arial Unicode MS"/>
              </a:rPr>
              <a:t>캐시</a:t>
            </a:r>
            <a:r>
              <a:rPr sz="900" spc="-10" dirty="0">
                <a:solidFill>
                  <a:srgbClr val="4A5462"/>
                </a:solidFill>
                <a:latin typeface="Noto Sans KR"/>
                <a:cs typeface="Noto Sans KR"/>
              </a:rPr>
              <a:t>,</a:t>
            </a:r>
            <a:r>
              <a:rPr sz="900" spc="35" dirty="0">
                <a:solidFill>
                  <a:srgbClr val="4A5462"/>
                </a:solidFill>
                <a:latin typeface="Noto Sans KR"/>
                <a:cs typeface="Noto Sans KR"/>
              </a:rPr>
              <a:t> </a:t>
            </a:r>
            <a:r>
              <a:rPr sz="850" spc="-60" dirty="0">
                <a:solidFill>
                  <a:srgbClr val="4A5462"/>
                </a:solidFill>
                <a:latin typeface="Arial Unicode MS"/>
                <a:cs typeface="Arial Unicode MS"/>
              </a:rPr>
              <a:t>해상도</a:t>
            </a:r>
            <a:r>
              <a:rPr sz="850" dirty="0">
                <a:solidFill>
                  <a:srgbClr val="4A5462"/>
                </a:solidFill>
                <a:latin typeface="Arial Unicode MS"/>
                <a:cs typeface="Arial Unicode MS"/>
              </a:rPr>
              <a:t> </a:t>
            </a:r>
            <a:r>
              <a:rPr sz="850" spc="-60" dirty="0">
                <a:solidFill>
                  <a:srgbClr val="4A5462"/>
                </a:solidFill>
                <a:latin typeface="Arial Unicode MS"/>
                <a:cs typeface="Arial Unicode MS"/>
              </a:rPr>
              <a:t>등</a:t>
            </a:r>
            <a:r>
              <a:rPr sz="900" spc="-15" dirty="0">
                <a:solidFill>
                  <a:srgbClr val="4A5462"/>
                </a:solidFill>
                <a:latin typeface="Noto Sans KR"/>
                <a:cs typeface="Noto Sans KR"/>
              </a:rPr>
              <a:t>)</a:t>
            </a:r>
            <a:r>
              <a:rPr sz="900" spc="35" dirty="0">
                <a:solidFill>
                  <a:srgbClr val="4A5462"/>
                </a:solidFill>
                <a:latin typeface="Noto Sans KR"/>
                <a:cs typeface="Noto Sans KR"/>
              </a:rPr>
              <a:t> </a:t>
            </a:r>
            <a:r>
              <a:rPr sz="850" spc="-60" dirty="0">
                <a:solidFill>
                  <a:srgbClr val="4A5462"/>
                </a:solidFill>
                <a:latin typeface="Arial Unicode MS"/>
                <a:cs typeface="Arial Unicode MS"/>
              </a:rPr>
              <a:t>오류로</a:t>
            </a:r>
            <a:r>
              <a:rPr sz="850" dirty="0">
                <a:solidFill>
                  <a:srgbClr val="4A5462"/>
                </a:solidFill>
                <a:latin typeface="Arial Unicode MS"/>
                <a:cs typeface="Arial Unicode MS"/>
              </a:rPr>
              <a:t> </a:t>
            </a:r>
            <a:r>
              <a:rPr sz="850" spc="-60" dirty="0">
                <a:solidFill>
                  <a:srgbClr val="4A5462"/>
                </a:solidFill>
                <a:latin typeface="Arial Unicode MS"/>
                <a:cs typeface="Arial Unicode MS"/>
              </a:rPr>
              <a:t>인해</a:t>
            </a:r>
            <a:r>
              <a:rPr sz="850" dirty="0">
                <a:solidFill>
                  <a:srgbClr val="4A5462"/>
                </a:solidFill>
                <a:latin typeface="Arial Unicode MS"/>
                <a:cs typeface="Arial Unicode MS"/>
              </a:rPr>
              <a:t> </a:t>
            </a:r>
            <a:r>
              <a:rPr sz="850" spc="-60" dirty="0">
                <a:solidFill>
                  <a:srgbClr val="4A5462"/>
                </a:solidFill>
                <a:latin typeface="Arial Unicode MS"/>
                <a:cs typeface="Arial Unicode MS"/>
              </a:rPr>
              <a:t>정상</a:t>
            </a:r>
            <a:r>
              <a:rPr sz="850" dirty="0">
                <a:solidFill>
                  <a:srgbClr val="4A5462"/>
                </a:solidFill>
                <a:latin typeface="Arial Unicode MS"/>
                <a:cs typeface="Arial Unicode MS"/>
              </a:rPr>
              <a:t> </a:t>
            </a:r>
            <a:r>
              <a:rPr sz="850" spc="-50" dirty="0">
                <a:solidFill>
                  <a:srgbClr val="4A5462"/>
                </a:solidFill>
                <a:latin typeface="Arial Unicode MS"/>
                <a:cs typeface="Arial Unicode MS"/>
              </a:rPr>
              <a:t>기능을  결함으로</a:t>
            </a:r>
            <a:r>
              <a:rPr sz="850" dirty="0">
                <a:solidFill>
                  <a:srgbClr val="4A5462"/>
                </a:solidFill>
                <a:latin typeface="Arial Unicode MS"/>
                <a:cs typeface="Arial Unicode MS"/>
              </a:rPr>
              <a:t> </a:t>
            </a:r>
            <a:r>
              <a:rPr sz="850" spc="-60" dirty="0">
                <a:solidFill>
                  <a:srgbClr val="4A5462"/>
                </a:solidFill>
                <a:latin typeface="Arial Unicode MS"/>
                <a:cs typeface="Arial Unicode MS"/>
              </a:rPr>
              <a:t>오판한</a:t>
            </a:r>
            <a:r>
              <a:rPr sz="850" dirty="0">
                <a:solidFill>
                  <a:srgbClr val="4A5462"/>
                </a:solidFill>
                <a:latin typeface="Arial Unicode MS"/>
                <a:cs typeface="Arial Unicode MS"/>
              </a:rPr>
              <a:t> </a:t>
            </a:r>
            <a:r>
              <a:rPr sz="850" spc="-60" dirty="0">
                <a:solidFill>
                  <a:srgbClr val="4A5462"/>
                </a:solidFill>
                <a:latin typeface="Arial Unicode MS"/>
                <a:cs typeface="Arial Unicode MS"/>
              </a:rPr>
              <a:t>사례입니다</a:t>
            </a:r>
            <a:r>
              <a:rPr sz="900" spc="-10" dirty="0">
                <a:solidFill>
                  <a:srgbClr val="4A5462"/>
                </a:solidFill>
                <a:latin typeface="Noto Sans KR"/>
                <a:cs typeface="Noto Sans KR"/>
              </a:rPr>
              <a:t>.</a:t>
            </a:r>
            <a:r>
              <a:rPr sz="900" spc="35" dirty="0">
                <a:solidFill>
                  <a:srgbClr val="4A5462"/>
                </a:solidFill>
                <a:latin typeface="Noto Sans KR"/>
                <a:cs typeface="Noto Sans KR"/>
              </a:rPr>
              <a:t> </a:t>
            </a:r>
            <a:r>
              <a:rPr sz="850" b="1" spc="-60" dirty="0">
                <a:solidFill>
                  <a:srgbClr val="047857"/>
                </a:solidFill>
                <a:latin typeface="맑은 고딕"/>
                <a:cs typeface="맑은 고딕"/>
              </a:rPr>
              <a:t>테스터 사전 교육</a:t>
            </a:r>
            <a:r>
              <a:rPr sz="850" spc="-60" dirty="0">
                <a:solidFill>
                  <a:srgbClr val="4A5462"/>
                </a:solidFill>
                <a:latin typeface="Arial Unicode MS"/>
                <a:cs typeface="Arial Unicode MS"/>
              </a:rPr>
              <a:t>이</a:t>
            </a:r>
            <a:r>
              <a:rPr sz="850" dirty="0">
                <a:solidFill>
                  <a:srgbClr val="4A5462"/>
                </a:solidFill>
                <a:latin typeface="Arial Unicode MS"/>
                <a:cs typeface="Arial Unicode MS"/>
              </a:rPr>
              <a:t> </a:t>
            </a:r>
            <a:r>
              <a:rPr sz="850" spc="-60" dirty="0">
                <a:solidFill>
                  <a:srgbClr val="4A5462"/>
                </a:solidFill>
                <a:latin typeface="Arial Unicode MS"/>
                <a:cs typeface="Arial Unicode MS"/>
              </a:rPr>
              <a:t>필요합니다</a:t>
            </a:r>
            <a:r>
              <a:rPr sz="900" spc="-10" dirty="0">
                <a:solidFill>
                  <a:srgbClr val="4A5462"/>
                </a:solidFill>
                <a:latin typeface="Noto Sans KR"/>
                <a:cs typeface="Noto Sans KR"/>
              </a:rPr>
              <a:t>.</a:t>
            </a:r>
            <a:endParaRPr sz="900">
              <a:latin typeface="Noto Sans KR"/>
              <a:cs typeface="Noto Sans KR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361949" y="1219795"/>
            <a:ext cx="9973310" cy="4227195"/>
            <a:chOff x="361949" y="1219795"/>
            <a:chExt cx="9973310" cy="4227195"/>
          </a:xfrm>
        </p:grpSpPr>
        <p:pic>
          <p:nvPicPr>
            <p:cNvPr id="58" name="object 5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30065" y="5319910"/>
              <a:ext cx="88899" cy="126999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361949" y="1219795"/>
              <a:ext cx="9973310" cy="8255"/>
            </a:xfrm>
            <a:custGeom>
              <a:avLst/>
              <a:gdLst/>
              <a:ahLst/>
              <a:cxnLst/>
              <a:rect l="l" t="t" r="r" b="b"/>
              <a:pathLst>
                <a:path w="9973310" h="8255">
                  <a:moveTo>
                    <a:pt x="0" y="7798"/>
                  </a:moveTo>
                  <a:lnTo>
                    <a:pt x="0" y="0"/>
                  </a:lnTo>
                  <a:lnTo>
                    <a:pt x="9973120" y="0"/>
                  </a:lnTo>
                  <a:lnTo>
                    <a:pt x="9973120" y="7798"/>
                  </a:lnTo>
                  <a:lnTo>
                    <a:pt x="0" y="7798"/>
                  </a:lnTo>
                  <a:close/>
                </a:path>
              </a:pathLst>
            </a:custGeom>
            <a:solidFill>
              <a:srgbClr val="E4E7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5301357" y="5220089"/>
            <a:ext cx="4030345" cy="573405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sz="950" b="1" spc="-75" dirty="0">
                <a:solidFill>
                  <a:srgbClr val="91400D"/>
                </a:solidFill>
                <a:latin typeface="Noto Sans KR"/>
                <a:cs typeface="Noto Sans KR"/>
              </a:rPr>
              <a:t>K</a:t>
            </a:r>
            <a:r>
              <a:rPr sz="950" b="1" spc="-60" dirty="0">
                <a:solidFill>
                  <a:srgbClr val="91400D"/>
                </a:solidFill>
                <a:latin typeface="Noto Sans KR"/>
                <a:cs typeface="Noto Sans KR"/>
              </a:rPr>
              <a:t>e</a:t>
            </a:r>
            <a:r>
              <a:rPr sz="950" b="1" spc="-45" dirty="0">
                <a:solidFill>
                  <a:srgbClr val="91400D"/>
                </a:solidFill>
                <a:latin typeface="Noto Sans KR"/>
                <a:cs typeface="Noto Sans KR"/>
              </a:rPr>
              <a:t>y</a:t>
            </a:r>
            <a:r>
              <a:rPr sz="950" b="1" spc="25" dirty="0">
                <a:solidFill>
                  <a:srgbClr val="91400D"/>
                </a:solidFill>
                <a:latin typeface="Noto Sans KR"/>
                <a:cs typeface="Noto Sans KR"/>
              </a:rPr>
              <a:t> </a:t>
            </a:r>
            <a:r>
              <a:rPr sz="950" b="1" spc="-40" dirty="0">
                <a:solidFill>
                  <a:srgbClr val="91400D"/>
                </a:solidFill>
                <a:latin typeface="Noto Sans KR"/>
                <a:cs typeface="Noto Sans KR"/>
              </a:rPr>
              <a:t>Insight</a:t>
            </a:r>
            <a:endParaRPr sz="950">
              <a:latin typeface="Noto Sans KR"/>
              <a:cs typeface="Noto Sans KR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850" spc="-60" dirty="0">
                <a:solidFill>
                  <a:srgbClr val="B45309"/>
                </a:solidFill>
                <a:latin typeface="Arial Unicode MS"/>
                <a:cs typeface="Arial Unicode MS"/>
              </a:rPr>
              <a:t>기각률 </a:t>
            </a:r>
            <a:r>
              <a:rPr sz="850" spc="5" dirty="0">
                <a:solidFill>
                  <a:srgbClr val="B45309"/>
                </a:solidFill>
                <a:latin typeface="Noto Sans KR"/>
                <a:cs typeface="Noto Sans KR"/>
              </a:rPr>
              <a:t>25</a:t>
            </a:r>
            <a:r>
              <a:rPr sz="850" dirty="0">
                <a:solidFill>
                  <a:srgbClr val="B45309"/>
                </a:solidFill>
                <a:latin typeface="Noto Sans KR"/>
                <a:cs typeface="Noto Sans KR"/>
              </a:rPr>
              <a:t>.</a:t>
            </a:r>
            <a:r>
              <a:rPr sz="850" spc="5" dirty="0">
                <a:solidFill>
                  <a:srgbClr val="B45309"/>
                </a:solidFill>
                <a:latin typeface="Noto Sans KR"/>
                <a:cs typeface="Noto Sans KR"/>
              </a:rPr>
              <a:t>6%</a:t>
            </a:r>
            <a:r>
              <a:rPr sz="850" spc="-60" dirty="0">
                <a:solidFill>
                  <a:srgbClr val="B45309"/>
                </a:solidFill>
                <a:latin typeface="Arial Unicode MS"/>
                <a:cs typeface="Arial Unicode MS"/>
              </a:rPr>
              <a:t>는 불필요한 검토 리소스를 유발합니다</a:t>
            </a:r>
            <a:r>
              <a:rPr sz="850" dirty="0">
                <a:solidFill>
                  <a:srgbClr val="B45309"/>
                </a:solidFill>
                <a:latin typeface="Noto Sans KR"/>
                <a:cs typeface="Noto Sans KR"/>
              </a:rPr>
              <a:t>.</a:t>
            </a:r>
            <a:endParaRPr sz="850">
              <a:latin typeface="Noto Sans KR"/>
              <a:cs typeface="Noto Sans KR"/>
            </a:endParaRPr>
          </a:p>
          <a:p>
            <a:pPr marL="12700">
              <a:lnSpc>
                <a:spcPct val="100000"/>
              </a:lnSpc>
              <a:spcBef>
                <a:spcPts val="210"/>
              </a:spcBef>
            </a:pPr>
            <a:r>
              <a:rPr sz="850" spc="5" dirty="0">
                <a:solidFill>
                  <a:srgbClr val="B45309"/>
                </a:solidFill>
                <a:latin typeface="Noto Sans KR"/>
                <a:cs typeface="Noto Sans KR"/>
              </a:rPr>
              <a:t>3</a:t>
            </a:r>
            <a:r>
              <a:rPr sz="850" spc="-60" dirty="0">
                <a:solidFill>
                  <a:srgbClr val="B45309"/>
                </a:solidFill>
                <a:latin typeface="Arial Unicode MS"/>
                <a:cs typeface="Arial Unicode MS"/>
              </a:rPr>
              <a:t>차 테스트 전</a:t>
            </a:r>
            <a:r>
              <a:rPr sz="850" spc="5" dirty="0">
                <a:solidFill>
                  <a:srgbClr val="B45309"/>
                </a:solidFill>
                <a:latin typeface="Arial Unicode MS"/>
                <a:cs typeface="Arial Unicode MS"/>
              </a:rPr>
              <a:t> </a:t>
            </a:r>
            <a:r>
              <a:rPr sz="850" b="1" spc="-5" dirty="0">
                <a:solidFill>
                  <a:srgbClr val="B45309"/>
                </a:solidFill>
                <a:latin typeface="Verdana"/>
                <a:cs typeface="Verdana"/>
              </a:rPr>
              <a:t>'</a:t>
            </a:r>
            <a:r>
              <a:rPr sz="850" b="1" spc="-60" dirty="0">
                <a:solidFill>
                  <a:srgbClr val="B45309"/>
                </a:solidFill>
                <a:latin typeface="맑은 고딕"/>
                <a:cs typeface="맑은 고딕"/>
              </a:rPr>
              <a:t>결함 등록 가이드라인</a:t>
            </a:r>
            <a:r>
              <a:rPr sz="850" b="1" spc="-5" dirty="0">
                <a:solidFill>
                  <a:srgbClr val="B45309"/>
                </a:solidFill>
                <a:latin typeface="Verdana"/>
                <a:cs typeface="Verdana"/>
              </a:rPr>
              <a:t>'</a:t>
            </a:r>
            <a:r>
              <a:rPr sz="850" spc="-60" dirty="0">
                <a:solidFill>
                  <a:srgbClr val="B45309"/>
                </a:solidFill>
                <a:latin typeface="Arial Unicode MS"/>
                <a:cs typeface="Arial Unicode MS"/>
              </a:rPr>
              <a:t>을</a:t>
            </a:r>
            <a:r>
              <a:rPr sz="850" dirty="0">
                <a:solidFill>
                  <a:srgbClr val="B45309"/>
                </a:solidFill>
                <a:latin typeface="Arial Unicode MS"/>
                <a:cs typeface="Arial Unicode MS"/>
              </a:rPr>
              <a:t> </a:t>
            </a:r>
            <a:r>
              <a:rPr sz="850" spc="-60" dirty="0">
                <a:solidFill>
                  <a:srgbClr val="B45309"/>
                </a:solidFill>
                <a:latin typeface="Arial Unicode MS"/>
                <a:cs typeface="Arial Unicode MS"/>
              </a:rPr>
              <a:t>배포하여</a:t>
            </a:r>
            <a:r>
              <a:rPr sz="850" dirty="0">
                <a:solidFill>
                  <a:srgbClr val="B45309"/>
                </a:solidFill>
                <a:latin typeface="Arial Unicode MS"/>
                <a:cs typeface="Arial Unicode MS"/>
              </a:rPr>
              <a:t> </a:t>
            </a:r>
            <a:r>
              <a:rPr sz="850" spc="-60" dirty="0">
                <a:solidFill>
                  <a:srgbClr val="B45309"/>
                </a:solidFill>
                <a:latin typeface="Arial Unicode MS"/>
                <a:cs typeface="Arial Unicode MS"/>
              </a:rPr>
              <a:t>노이즈를</a:t>
            </a:r>
            <a:r>
              <a:rPr sz="850" dirty="0">
                <a:solidFill>
                  <a:srgbClr val="B45309"/>
                </a:solidFill>
                <a:latin typeface="Arial Unicode MS"/>
                <a:cs typeface="Arial Unicode MS"/>
              </a:rPr>
              <a:t> </a:t>
            </a:r>
            <a:r>
              <a:rPr sz="850" spc="5" dirty="0">
                <a:solidFill>
                  <a:srgbClr val="B45309"/>
                </a:solidFill>
                <a:latin typeface="Noto Sans KR"/>
                <a:cs typeface="Noto Sans KR"/>
              </a:rPr>
              <a:t>10%</a:t>
            </a:r>
            <a:r>
              <a:rPr sz="850" spc="50" dirty="0">
                <a:solidFill>
                  <a:srgbClr val="B45309"/>
                </a:solidFill>
                <a:latin typeface="Noto Sans KR"/>
                <a:cs typeface="Noto Sans KR"/>
              </a:rPr>
              <a:t> </a:t>
            </a:r>
            <a:r>
              <a:rPr sz="850" spc="-60" dirty="0">
                <a:solidFill>
                  <a:srgbClr val="B45309"/>
                </a:solidFill>
                <a:latin typeface="Arial Unicode MS"/>
                <a:cs typeface="Arial Unicode MS"/>
              </a:rPr>
              <a:t>미만으로</a:t>
            </a:r>
            <a:r>
              <a:rPr sz="850" dirty="0">
                <a:solidFill>
                  <a:srgbClr val="B45309"/>
                </a:solidFill>
                <a:latin typeface="Arial Unicode MS"/>
                <a:cs typeface="Arial Unicode MS"/>
              </a:rPr>
              <a:t> </a:t>
            </a:r>
            <a:r>
              <a:rPr sz="850" spc="-60" dirty="0">
                <a:solidFill>
                  <a:srgbClr val="B45309"/>
                </a:solidFill>
                <a:latin typeface="Arial Unicode MS"/>
                <a:cs typeface="Arial Unicode MS"/>
              </a:rPr>
              <a:t>줄이겠습니다</a:t>
            </a:r>
            <a:r>
              <a:rPr sz="850" dirty="0">
                <a:solidFill>
                  <a:srgbClr val="B45309"/>
                </a:solidFill>
                <a:latin typeface="Noto Sans KR"/>
                <a:cs typeface="Noto Sans KR"/>
              </a:rPr>
              <a:t>.</a:t>
            </a:r>
            <a:endParaRPr sz="850">
              <a:latin typeface="Noto Sans KR"/>
              <a:cs typeface="Noto Sans KR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817165" y="598805"/>
            <a:ext cx="1709420" cy="1568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b="1" spc="70" dirty="0">
                <a:solidFill>
                  <a:srgbClr val="1D3A8A"/>
                </a:solidFill>
                <a:latin typeface="Noto Sans KR"/>
                <a:cs typeface="Noto Sans KR"/>
              </a:rPr>
              <a:t>ITERATION</a:t>
            </a:r>
            <a:r>
              <a:rPr sz="850" b="1" spc="195" dirty="0">
                <a:solidFill>
                  <a:srgbClr val="1D3A8A"/>
                </a:solidFill>
                <a:latin typeface="Noto Sans KR"/>
                <a:cs typeface="Noto Sans KR"/>
              </a:rPr>
              <a:t> </a:t>
            </a:r>
            <a:r>
              <a:rPr sz="850" b="1" spc="5" dirty="0">
                <a:solidFill>
                  <a:srgbClr val="1D3A8A"/>
                </a:solidFill>
                <a:latin typeface="Noto Sans KR"/>
                <a:cs typeface="Noto Sans KR"/>
              </a:rPr>
              <a:t>2</a:t>
            </a:r>
            <a:r>
              <a:rPr sz="850" b="1" spc="10" dirty="0">
                <a:solidFill>
                  <a:srgbClr val="1D3A8A"/>
                </a:solidFill>
                <a:latin typeface="Noto Sans KR"/>
                <a:cs typeface="Noto Sans KR"/>
              </a:rPr>
              <a:t> </a:t>
            </a:r>
            <a:r>
              <a:rPr sz="850" b="1" spc="-20" dirty="0">
                <a:solidFill>
                  <a:srgbClr val="1D3A8A"/>
                </a:solidFill>
                <a:latin typeface="맑은 고딕"/>
                <a:cs typeface="맑은 고딕"/>
              </a:rPr>
              <a:t>결함</a:t>
            </a:r>
            <a:r>
              <a:rPr sz="850" b="1" spc="95" dirty="0">
                <a:solidFill>
                  <a:srgbClr val="1D3A8A"/>
                </a:solidFill>
                <a:latin typeface="맑은 고딕"/>
                <a:cs typeface="맑은 고딕"/>
              </a:rPr>
              <a:t> </a:t>
            </a:r>
            <a:r>
              <a:rPr sz="850" b="1" spc="-20" dirty="0">
                <a:solidFill>
                  <a:srgbClr val="1D3A8A"/>
                </a:solidFill>
                <a:latin typeface="맑은 고딕"/>
                <a:cs typeface="맑은 고딕"/>
              </a:rPr>
              <a:t>분석</a:t>
            </a:r>
            <a:r>
              <a:rPr sz="850" b="1" spc="95" dirty="0">
                <a:solidFill>
                  <a:srgbClr val="1D3A8A"/>
                </a:solidFill>
                <a:latin typeface="맑은 고딕"/>
                <a:cs typeface="맑은 고딕"/>
              </a:rPr>
              <a:t> </a:t>
            </a:r>
            <a:r>
              <a:rPr sz="850" b="1" spc="-5" dirty="0">
                <a:solidFill>
                  <a:srgbClr val="1D3A8A"/>
                </a:solidFill>
                <a:latin typeface="맑은 고딕"/>
                <a:cs typeface="맑은 고딕"/>
              </a:rPr>
              <a:t>보고서</a:t>
            </a:r>
            <a:endParaRPr sz="850">
              <a:latin typeface="맑은 고딕"/>
              <a:cs typeface="맑은 고딕"/>
            </a:endParaRPr>
          </a:p>
        </p:txBody>
      </p:sp>
      <p:sp>
        <p:nvSpPr>
          <p:cNvPr id="62" name="object 62"/>
          <p:cNvSpPr txBox="1">
            <a:spLocks noGrp="1"/>
          </p:cNvSpPr>
          <p:nvPr>
            <p:ph type="title"/>
          </p:nvPr>
        </p:nvSpPr>
        <p:spPr>
          <a:xfrm>
            <a:off x="817165" y="778172"/>
            <a:ext cx="2945765" cy="3067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5" dirty="0"/>
              <a:t>1.</a:t>
            </a:r>
            <a:r>
              <a:rPr spc="75" dirty="0"/>
              <a:t> </a:t>
            </a:r>
            <a:r>
              <a:rPr spc="-10" dirty="0"/>
              <a:t>결함</a:t>
            </a:r>
            <a:r>
              <a:rPr spc="80" dirty="0"/>
              <a:t> </a:t>
            </a:r>
            <a:r>
              <a:rPr spc="-10" dirty="0"/>
              <a:t>유효성</a:t>
            </a:r>
            <a:r>
              <a:rPr spc="80" dirty="0"/>
              <a:t> </a:t>
            </a:r>
            <a:r>
              <a:rPr spc="-10" dirty="0"/>
              <a:t>정밀</a:t>
            </a:r>
            <a:r>
              <a:rPr spc="80" dirty="0"/>
              <a:t> </a:t>
            </a:r>
            <a:r>
              <a:rPr spc="-10" dirty="0"/>
              <a:t>검증</a:t>
            </a:r>
            <a:r>
              <a:rPr spc="80" dirty="0"/>
              <a:t> </a:t>
            </a:r>
            <a:r>
              <a:rPr spc="-10" dirty="0"/>
              <a:t>결과</a:t>
            </a:r>
          </a:p>
        </p:txBody>
      </p:sp>
      <p:pic>
        <p:nvPicPr>
          <p:cNvPr id="63" name="object 6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889779" y="943729"/>
            <a:ext cx="114299" cy="98424"/>
          </a:xfrm>
          <a:prstGeom prst="rect">
            <a:avLst/>
          </a:prstGeom>
        </p:spPr>
      </p:pic>
      <p:sp>
        <p:nvSpPr>
          <p:cNvPr id="64" name="object 64"/>
          <p:cNvSpPr txBox="1"/>
          <p:nvPr/>
        </p:nvSpPr>
        <p:spPr>
          <a:xfrm>
            <a:off x="8051823" y="896555"/>
            <a:ext cx="1837689" cy="1739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50" spc="-60" dirty="0">
                <a:solidFill>
                  <a:srgbClr val="6A7280"/>
                </a:solidFill>
                <a:latin typeface="Noto Sans KR"/>
                <a:cs typeface="Noto Sans KR"/>
              </a:rPr>
              <a:t>D</a:t>
            </a:r>
            <a:r>
              <a:rPr sz="950" spc="-70" dirty="0">
                <a:solidFill>
                  <a:srgbClr val="6A7280"/>
                </a:solidFill>
                <a:latin typeface="Noto Sans KR"/>
                <a:cs typeface="Noto Sans KR"/>
              </a:rPr>
              <a:t>a</a:t>
            </a:r>
            <a:r>
              <a:rPr sz="950" spc="-60" dirty="0">
                <a:solidFill>
                  <a:srgbClr val="6A7280"/>
                </a:solidFill>
                <a:latin typeface="Noto Sans KR"/>
                <a:cs typeface="Noto Sans KR"/>
              </a:rPr>
              <a:t>t</a:t>
            </a:r>
            <a:r>
              <a:rPr sz="950" spc="-50" dirty="0">
                <a:solidFill>
                  <a:srgbClr val="6A7280"/>
                </a:solidFill>
                <a:latin typeface="Noto Sans KR"/>
                <a:cs typeface="Noto Sans KR"/>
              </a:rPr>
              <a:t>a</a:t>
            </a:r>
            <a:r>
              <a:rPr sz="950" spc="25" dirty="0">
                <a:solidFill>
                  <a:srgbClr val="6A7280"/>
                </a:solidFill>
                <a:latin typeface="Noto Sans KR"/>
                <a:cs typeface="Noto Sans KR"/>
              </a:rPr>
              <a:t> </a:t>
            </a:r>
            <a:r>
              <a:rPr sz="950" spc="-40" dirty="0">
                <a:solidFill>
                  <a:srgbClr val="6A7280"/>
                </a:solidFill>
                <a:latin typeface="Noto Sans KR"/>
                <a:cs typeface="Noto Sans KR"/>
              </a:rPr>
              <a:t>Cl</a:t>
            </a:r>
            <a:r>
              <a:rPr sz="950" spc="-70" dirty="0">
                <a:solidFill>
                  <a:srgbClr val="6A7280"/>
                </a:solidFill>
                <a:latin typeface="Noto Sans KR"/>
                <a:cs typeface="Noto Sans KR"/>
              </a:rPr>
              <a:t>e</a:t>
            </a:r>
            <a:r>
              <a:rPr sz="950" spc="-45" dirty="0">
                <a:solidFill>
                  <a:srgbClr val="6A7280"/>
                </a:solidFill>
                <a:latin typeface="Noto Sans KR"/>
                <a:cs typeface="Noto Sans KR"/>
              </a:rPr>
              <a:t>aning</a:t>
            </a:r>
            <a:r>
              <a:rPr sz="950" dirty="0">
                <a:solidFill>
                  <a:srgbClr val="6A7280"/>
                </a:solidFill>
                <a:latin typeface="Noto Sans KR"/>
                <a:cs typeface="Noto Sans KR"/>
              </a:rPr>
              <a:t>    </a:t>
            </a:r>
            <a:r>
              <a:rPr sz="950" spc="-85" dirty="0">
                <a:solidFill>
                  <a:srgbClr val="6A7280"/>
                </a:solidFill>
                <a:latin typeface="Noto Sans KR"/>
                <a:cs typeface="Noto Sans KR"/>
              </a:rPr>
              <a:t> </a:t>
            </a:r>
            <a:r>
              <a:rPr sz="850" spc="-60" dirty="0">
                <a:solidFill>
                  <a:srgbClr val="6A7280"/>
                </a:solidFill>
                <a:latin typeface="Arial Unicode MS"/>
                <a:cs typeface="Arial Unicode MS"/>
              </a:rPr>
              <a:t>전체</a:t>
            </a:r>
            <a:r>
              <a:rPr sz="850" dirty="0">
                <a:solidFill>
                  <a:srgbClr val="6A7280"/>
                </a:solidFill>
                <a:latin typeface="Arial Unicode MS"/>
                <a:cs typeface="Arial Unicode MS"/>
              </a:rPr>
              <a:t> </a:t>
            </a:r>
            <a:r>
              <a:rPr sz="950" spc="-50" dirty="0">
                <a:solidFill>
                  <a:srgbClr val="6A7280"/>
                </a:solidFill>
                <a:latin typeface="Noto Sans KR"/>
                <a:cs typeface="Noto Sans KR"/>
              </a:rPr>
              <a:t>258</a:t>
            </a:r>
            <a:r>
              <a:rPr sz="850" spc="-60" dirty="0">
                <a:solidFill>
                  <a:srgbClr val="6A7280"/>
                </a:solidFill>
                <a:latin typeface="Arial Unicode MS"/>
                <a:cs typeface="Arial Unicode MS"/>
              </a:rPr>
              <a:t>건</a:t>
            </a:r>
            <a:r>
              <a:rPr sz="850" dirty="0">
                <a:solidFill>
                  <a:srgbClr val="6A7280"/>
                </a:solidFill>
                <a:latin typeface="Arial Unicode MS"/>
                <a:cs typeface="Arial Unicode MS"/>
              </a:rPr>
              <a:t> </a:t>
            </a:r>
            <a:r>
              <a:rPr sz="850" spc="-60" dirty="0">
                <a:solidFill>
                  <a:srgbClr val="6A7280"/>
                </a:solidFill>
                <a:latin typeface="Arial Unicode MS"/>
                <a:cs typeface="Arial Unicode MS"/>
              </a:rPr>
              <a:t>검토</a:t>
            </a:r>
            <a:r>
              <a:rPr sz="850" dirty="0">
                <a:solidFill>
                  <a:srgbClr val="6A7280"/>
                </a:solidFill>
                <a:latin typeface="Arial Unicode MS"/>
                <a:cs typeface="Arial Unicode MS"/>
              </a:rPr>
              <a:t> </a:t>
            </a:r>
            <a:r>
              <a:rPr sz="850" spc="-60" dirty="0">
                <a:solidFill>
                  <a:srgbClr val="6A7280"/>
                </a:solidFill>
                <a:latin typeface="Arial Unicode MS"/>
                <a:cs typeface="Arial Unicode MS"/>
              </a:rPr>
              <a:t>완료</a:t>
            </a:r>
            <a:endParaRPr sz="850">
              <a:latin typeface="Arial Unicode MS"/>
              <a:cs typeface="Arial Unicode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61949" y="1235392"/>
            <a:ext cx="9974580" cy="5966460"/>
            <a:chOff x="361949" y="1235392"/>
            <a:chExt cx="9974580" cy="5966460"/>
          </a:xfrm>
        </p:grpSpPr>
        <p:sp>
          <p:nvSpPr>
            <p:cNvPr id="3" name="object 3"/>
            <p:cNvSpPr/>
            <p:nvPr/>
          </p:nvSpPr>
          <p:spPr>
            <a:xfrm>
              <a:off x="361949" y="1235392"/>
              <a:ext cx="9973310" cy="4741545"/>
            </a:xfrm>
            <a:custGeom>
              <a:avLst/>
              <a:gdLst/>
              <a:ahLst/>
              <a:cxnLst/>
              <a:rect l="l" t="t" r="r" b="b"/>
              <a:pathLst>
                <a:path w="9973310" h="4741545">
                  <a:moveTo>
                    <a:pt x="0" y="0"/>
                  </a:moveTo>
                  <a:lnTo>
                    <a:pt x="9973120" y="0"/>
                  </a:lnTo>
                  <a:lnTo>
                    <a:pt x="9973120" y="4741545"/>
                  </a:lnTo>
                  <a:lnTo>
                    <a:pt x="0" y="47415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245608" y="1517904"/>
              <a:ext cx="4676140" cy="1308100"/>
            </a:xfrm>
            <a:custGeom>
              <a:avLst/>
              <a:gdLst/>
              <a:ahLst/>
              <a:cxnLst/>
              <a:rect l="l" t="t" r="r" b="b"/>
              <a:pathLst>
                <a:path w="4676140" h="1308100">
                  <a:moveTo>
                    <a:pt x="4675632" y="1307592"/>
                  </a:moveTo>
                  <a:lnTo>
                    <a:pt x="0" y="1307592"/>
                  </a:lnTo>
                  <a:lnTo>
                    <a:pt x="0" y="0"/>
                  </a:lnTo>
                  <a:lnTo>
                    <a:pt x="4675632" y="0"/>
                  </a:lnTo>
                  <a:lnTo>
                    <a:pt x="4675632" y="37231"/>
                  </a:lnTo>
                  <a:lnTo>
                    <a:pt x="123038" y="37231"/>
                  </a:lnTo>
                  <a:lnTo>
                    <a:pt x="116124" y="37565"/>
                  </a:lnTo>
                  <a:lnTo>
                    <a:pt x="78533" y="53135"/>
                  </a:lnTo>
                  <a:lnTo>
                    <a:pt x="55856" y="87074"/>
                  </a:lnTo>
                  <a:lnTo>
                    <a:pt x="52851" y="107418"/>
                  </a:lnTo>
                  <a:lnTo>
                    <a:pt x="52851" y="1168027"/>
                  </a:lnTo>
                  <a:lnTo>
                    <a:pt x="64668" y="1207028"/>
                  </a:lnTo>
                  <a:lnTo>
                    <a:pt x="96178" y="1232871"/>
                  </a:lnTo>
                  <a:lnTo>
                    <a:pt x="123038" y="1238214"/>
                  </a:lnTo>
                  <a:lnTo>
                    <a:pt x="4675632" y="1238214"/>
                  </a:lnTo>
                  <a:lnTo>
                    <a:pt x="4675632" y="1307592"/>
                  </a:lnTo>
                  <a:close/>
                </a:path>
                <a:path w="4676140" h="1308100">
                  <a:moveTo>
                    <a:pt x="4675632" y="1238214"/>
                  </a:moveTo>
                  <a:lnTo>
                    <a:pt x="4552639" y="1238214"/>
                  </a:lnTo>
                  <a:lnTo>
                    <a:pt x="4559553" y="1237880"/>
                  </a:lnTo>
                  <a:lnTo>
                    <a:pt x="4566334" y="1236878"/>
                  </a:lnTo>
                  <a:lnTo>
                    <a:pt x="4602269" y="1217657"/>
                  </a:lnTo>
                  <a:lnTo>
                    <a:pt x="4621490" y="1181722"/>
                  </a:lnTo>
                  <a:lnTo>
                    <a:pt x="4622827" y="1168027"/>
                  </a:lnTo>
                  <a:lnTo>
                    <a:pt x="4622827" y="107418"/>
                  </a:lnTo>
                  <a:lnTo>
                    <a:pt x="4611008" y="68416"/>
                  </a:lnTo>
                  <a:lnTo>
                    <a:pt x="4579498" y="42573"/>
                  </a:lnTo>
                  <a:lnTo>
                    <a:pt x="4552639" y="37231"/>
                  </a:lnTo>
                  <a:lnTo>
                    <a:pt x="4675632" y="37231"/>
                  </a:lnTo>
                  <a:lnTo>
                    <a:pt x="4675632" y="1238214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14056" y="1547336"/>
              <a:ext cx="4562475" cy="1216660"/>
            </a:xfrm>
            <a:custGeom>
              <a:avLst/>
              <a:gdLst/>
              <a:ahLst/>
              <a:cxnLst/>
              <a:rect l="l" t="t" r="r" b="b"/>
              <a:pathLst>
                <a:path w="4562475" h="1216660">
                  <a:moveTo>
                    <a:pt x="4489312" y="1216580"/>
                  </a:moveTo>
                  <a:lnTo>
                    <a:pt x="51005" y="1216580"/>
                  </a:lnTo>
                  <a:lnTo>
                    <a:pt x="47456" y="1216081"/>
                  </a:lnTo>
                  <a:lnTo>
                    <a:pt x="13454" y="1190118"/>
                  </a:lnTo>
                  <a:lnTo>
                    <a:pt x="349" y="1148786"/>
                  </a:lnTo>
                  <a:lnTo>
                    <a:pt x="0" y="1143715"/>
                  </a:lnTo>
                  <a:lnTo>
                    <a:pt x="0" y="1138594"/>
                  </a:lnTo>
                  <a:lnTo>
                    <a:pt x="0" y="72865"/>
                  </a:lnTo>
                  <a:lnTo>
                    <a:pt x="11191" y="30401"/>
                  </a:lnTo>
                  <a:lnTo>
                    <a:pt x="40424" y="2497"/>
                  </a:lnTo>
                  <a:lnTo>
                    <a:pt x="51005" y="0"/>
                  </a:lnTo>
                  <a:lnTo>
                    <a:pt x="4489312" y="0"/>
                  </a:lnTo>
                  <a:lnTo>
                    <a:pt x="4531774" y="15987"/>
                  </a:lnTo>
                  <a:lnTo>
                    <a:pt x="4558200" y="52872"/>
                  </a:lnTo>
                  <a:lnTo>
                    <a:pt x="4562177" y="72865"/>
                  </a:lnTo>
                  <a:lnTo>
                    <a:pt x="4562177" y="1143715"/>
                  </a:lnTo>
                  <a:lnTo>
                    <a:pt x="4546188" y="1186178"/>
                  </a:lnTo>
                  <a:lnTo>
                    <a:pt x="4509304" y="1212603"/>
                  </a:lnTo>
                  <a:lnTo>
                    <a:pt x="4494384" y="1216081"/>
                  </a:lnTo>
                  <a:lnTo>
                    <a:pt x="4489312" y="121658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290661" y="1547557"/>
              <a:ext cx="73660" cy="1216660"/>
            </a:xfrm>
            <a:custGeom>
              <a:avLst/>
              <a:gdLst/>
              <a:ahLst/>
              <a:cxnLst/>
              <a:rect l="l" t="t" r="r" b="b"/>
              <a:pathLst>
                <a:path w="73660" h="1216660">
                  <a:moveTo>
                    <a:pt x="73403" y="1216137"/>
                  </a:moveTo>
                  <a:lnTo>
                    <a:pt x="34650" y="1203228"/>
                  </a:lnTo>
                  <a:lnTo>
                    <a:pt x="5935" y="1168216"/>
                  </a:lnTo>
                  <a:lnTo>
                    <a:pt x="0" y="1138375"/>
                  </a:lnTo>
                  <a:lnTo>
                    <a:pt x="0" y="77762"/>
                  </a:lnTo>
                  <a:lnTo>
                    <a:pt x="13130" y="34429"/>
                  </a:lnTo>
                  <a:lnTo>
                    <a:pt x="48141" y="5714"/>
                  </a:lnTo>
                  <a:lnTo>
                    <a:pt x="73403" y="0"/>
                  </a:lnTo>
                  <a:lnTo>
                    <a:pt x="69869" y="1757"/>
                  </a:lnTo>
                  <a:lnTo>
                    <a:pt x="62226" y="9672"/>
                  </a:lnTo>
                  <a:lnTo>
                    <a:pt x="49165" y="47920"/>
                  </a:lnTo>
                  <a:lnTo>
                    <a:pt x="46791" y="77762"/>
                  </a:lnTo>
                  <a:lnTo>
                    <a:pt x="46791" y="1138375"/>
                  </a:lnTo>
                  <a:lnTo>
                    <a:pt x="52042" y="1181707"/>
                  </a:lnTo>
                  <a:lnTo>
                    <a:pt x="69869" y="1214380"/>
                  </a:lnTo>
                  <a:lnTo>
                    <a:pt x="73403" y="1216137"/>
                  </a:lnTo>
                  <a:close/>
                </a:path>
              </a:pathLst>
            </a:custGeom>
            <a:solidFill>
              <a:srgbClr val="DB25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32417" y="1703308"/>
              <a:ext cx="249554" cy="249554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5605502" y="1721397"/>
            <a:ext cx="1845945" cy="2133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69875" algn="l"/>
              </a:tabLst>
            </a:pPr>
            <a:r>
              <a:rPr sz="1425" b="1" spc="15" baseline="2923" dirty="0">
                <a:solidFill>
                  <a:srgbClr val="DB2525"/>
                </a:solidFill>
                <a:latin typeface="Tahoma"/>
                <a:cs typeface="Tahoma"/>
              </a:rPr>
              <a:t>S	</a:t>
            </a:r>
            <a:r>
              <a:rPr sz="1100" b="1" spc="-85" dirty="0">
                <a:solidFill>
                  <a:srgbClr val="111726"/>
                </a:solidFill>
                <a:latin typeface="맑은 고딕"/>
                <a:cs typeface="맑은 고딕"/>
              </a:rPr>
              <a:t>기능</a:t>
            </a:r>
            <a:r>
              <a:rPr sz="1100" b="1" spc="-80" dirty="0">
                <a:solidFill>
                  <a:srgbClr val="111726"/>
                </a:solidFill>
                <a:latin typeface="맑은 고딕"/>
                <a:cs typeface="맑은 고딕"/>
              </a:rPr>
              <a:t> </a:t>
            </a:r>
            <a:r>
              <a:rPr sz="1100" b="1" spc="-85" dirty="0">
                <a:solidFill>
                  <a:srgbClr val="111726"/>
                </a:solidFill>
                <a:latin typeface="맑은 고딕"/>
                <a:cs typeface="맑은 고딕"/>
              </a:rPr>
              <a:t>시나리오</a:t>
            </a:r>
            <a:r>
              <a:rPr sz="1100" b="1" spc="-80" dirty="0">
                <a:solidFill>
                  <a:srgbClr val="111726"/>
                </a:solidFill>
                <a:latin typeface="맑은 고딕"/>
                <a:cs typeface="맑은 고딕"/>
              </a:rPr>
              <a:t> </a:t>
            </a:r>
            <a:r>
              <a:rPr sz="1200" b="1" spc="-45" dirty="0">
                <a:solidFill>
                  <a:srgbClr val="111726"/>
                </a:solidFill>
                <a:latin typeface="Noto Sans KR"/>
                <a:cs typeface="Noto Sans KR"/>
              </a:rPr>
              <a:t>(S</a:t>
            </a:r>
            <a:r>
              <a:rPr sz="1200" b="1" spc="-90" dirty="0">
                <a:solidFill>
                  <a:srgbClr val="111726"/>
                </a:solidFill>
                <a:latin typeface="Noto Sans KR"/>
                <a:cs typeface="Noto Sans KR"/>
              </a:rPr>
              <a:t>c</a:t>
            </a:r>
            <a:r>
              <a:rPr sz="1200" b="1" spc="-45" dirty="0">
                <a:solidFill>
                  <a:srgbClr val="111726"/>
                </a:solidFill>
                <a:latin typeface="Noto Sans KR"/>
                <a:cs typeface="Noto Sans KR"/>
              </a:rPr>
              <a:t>enario)</a:t>
            </a:r>
            <a:endParaRPr sz="1200">
              <a:latin typeface="Noto Sans KR"/>
              <a:cs typeface="Noto Sans KR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94804" y="1706205"/>
            <a:ext cx="499109" cy="250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450" b="1" spc="10" dirty="0">
                <a:solidFill>
                  <a:srgbClr val="DB2525"/>
                </a:solidFill>
                <a:latin typeface="Comic Sans MS"/>
                <a:cs typeface="Comic Sans MS"/>
              </a:rPr>
              <a:t>118</a:t>
            </a:r>
            <a:r>
              <a:rPr sz="1450" b="1" spc="-385" dirty="0">
                <a:solidFill>
                  <a:srgbClr val="DB2525"/>
                </a:solidFill>
                <a:latin typeface="Comic Sans MS"/>
                <a:cs typeface="Comic Sans MS"/>
              </a:rPr>
              <a:t> </a:t>
            </a:r>
            <a:r>
              <a:rPr sz="850" spc="-60" dirty="0">
                <a:solidFill>
                  <a:srgbClr val="6A7280"/>
                </a:solidFill>
                <a:latin typeface="Arial Unicode MS"/>
                <a:cs typeface="Arial Unicode MS"/>
              </a:rPr>
              <a:t>건</a:t>
            </a:r>
            <a:endParaRPr sz="850">
              <a:latin typeface="Arial Unicode MS"/>
              <a:cs typeface="Arial Unicode M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875555" y="2060376"/>
            <a:ext cx="857885" cy="548005"/>
            <a:chOff x="5875555" y="2060376"/>
            <a:chExt cx="857885" cy="548005"/>
          </a:xfrm>
        </p:grpSpPr>
        <p:sp>
          <p:nvSpPr>
            <p:cNvPr id="11" name="object 11"/>
            <p:cNvSpPr/>
            <p:nvPr/>
          </p:nvSpPr>
          <p:spPr>
            <a:xfrm>
              <a:off x="5875555" y="2218015"/>
              <a:ext cx="15875" cy="156210"/>
            </a:xfrm>
            <a:custGeom>
              <a:avLst/>
              <a:gdLst/>
              <a:ahLst/>
              <a:cxnLst/>
              <a:rect l="l" t="t" r="r" b="b"/>
              <a:pathLst>
                <a:path w="15875" h="156210">
                  <a:moveTo>
                    <a:pt x="15597" y="155971"/>
                  </a:moveTo>
                  <a:lnTo>
                    <a:pt x="0" y="155971"/>
                  </a:lnTo>
                  <a:lnTo>
                    <a:pt x="0" y="0"/>
                  </a:lnTo>
                  <a:lnTo>
                    <a:pt x="15597" y="0"/>
                  </a:lnTo>
                  <a:lnTo>
                    <a:pt x="15597" y="155971"/>
                  </a:lnTo>
                  <a:close/>
                </a:path>
              </a:pathLst>
            </a:custGeom>
            <a:solidFill>
              <a:srgbClr val="FE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75555" y="2060376"/>
              <a:ext cx="107949" cy="11112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875555" y="2436375"/>
              <a:ext cx="857885" cy="172085"/>
            </a:xfrm>
            <a:custGeom>
              <a:avLst/>
              <a:gdLst/>
              <a:ahLst/>
              <a:cxnLst/>
              <a:rect l="l" t="t" r="r" b="b"/>
              <a:pathLst>
                <a:path w="857884" h="172085">
                  <a:moveTo>
                    <a:pt x="830787" y="171568"/>
                  </a:moveTo>
                  <a:lnTo>
                    <a:pt x="27058" y="171568"/>
                  </a:lnTo>
                  <a:lnTo>
                    <a:pt x="23078" y="170777"/>
                  </a:lnTo>
                  <a:lnTo>
                    <a:pt x="0" y="144511"/>
                  </a:lnTo>
                  <a:lnTo>
                    <a:pt x="0" y="140374"/>
                  </a:lnTo>
                  <a:lnTo>
                    <a:pt x="0" y="27057"/>
                  </a:lnTo>
                  <a:lnTo>
                    <a:pt x="27058" y="0"/>
                  </a:lnTo>
                  <a:lnTo>
                    <a:pt x="830787" y="0"/>
                  </a:lnTo>
                  <a:lnTo>
                    <a:pt x="857845" y="27057"/>
                  </a:lnTo>
                  <a:lnTo>
                    <a:pt x="857845" y="144511"/>
                  </a:lnTo>
                  <a:lnTo>
                    <a:pt x="834766" y="170777"/>
                  </a:lnTo>
                  <a:lnTo>
                    <a:pt x="830787" y="171568"/>
                  </a:lnTo>
                  <a:close/>
                </a:path>
              </a:pathLst>
            </a:custGeom>
            <a:solidFill>
              <a:srgbClr val="FE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034424" y="2033746"/>
            <a:ext cx="689610" cy="1568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spc="-60" dirty="0">
                <a:solidFill>
                  <a:srgbClr val="374050"/>
                </a:solidFill>
                <a:latin typeface="Arial Unicode MS"/>
                <a:cs typeface="Arial Unicode MS"/>
              </a:rPr>
              <a:t>주요 이슈 유형</a:t>
            </a:r>
            <a:endParaRPr sz="850">
              <a:latin typeface="Arial Unicode MS"/>
              <a:cs typeface="Arial Unicode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065618" y="2215671"/>
            <a:ext cx="251015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60" dirty="0">
                <a:solidFill>
                  <a:srgbClr val="4A5462"/>
                </a:solidFill>
                <a:latin typeface="Arial Unicode MS"/>
                <a:cs typeface="Arial Unicode MS"/>
              </a:rPr>
              <a:t>비즈니스 로직 오류</a:t>
            </a:r>
            <a:r>
              <a:rPr sz="900" spc="-10" dirty="0">
                <a:solidFill>
                  <a:srgbClr val="4A5462"/>
                </a:solidFill>
                <a:latin typeface="Noto Sans KR"/>
                <a:cs typeface="Noto Sans KR"/>
              </a:rPr>
              <a:t>,</a:t>
            </a:r>
            <a:r>
              <a:rPr sz="900" spc="35" dirty="0">
                <a:solidFill>
                  <a:srgbClr val="4A5462"/>
                </a:solidFill>
                <a:latin typeface="Noto Sans KR"/>
                <a:cs typeface="Noto Sans KR"/>
              </a:rPr>
              <a:t> </a:t>
            </a:r>
            <a:r>
              <a:rPr sz="850" spc="-60" dirty="0">
                <a:solidFill>
                  <a:srgbClr val="4A5462"/>
                </a:solidFill>
                <a:latin typeface="Arial Unicode MS"/>
                <a:cs typeface="Arial Unicode MS"/>
              </a:rPr>
              <a:t>데이터</a:t>
            </a:r>
            <a:r>
              <a:rPr sz="850" dirty="0">
                <a:solidFill>
                  <a:srgbClr val="4A5462"/>
                </a:solidFill>
                <a:latin typeface="Arial Unicode MS"/>
                <a:cs typeface="Arial Unicode MS"/>
              </a:rPr>
              <a:t> </a:t>
            </a:r>
            <a:r>
              <a:rPr sz="850" spc="-60" dirty="0">
                <a:solidFill>
                  <a:srgbClr val="4A5462"/>
                </a:solidFill>
                <a:latin typeface="Arial Unicode MS"/>
                <a:cs typeface="Arial Unicode MS"/>
              </a:rPr>
              <a:t>산식</a:t>
            </a:r>
            <a:r>
              <a:rPr sz="850" dirty="0">
                <a:solidFill>
                  <a:srgbClr val="4A5462"/>
                </a:solidFill>
                <a:latin typeface="Arial Unicode MS"/>
                <a:cs typeface="Arial Unicode MS"/>
              </a:rPr>
              <a:t> </a:t>
            </a:r>
            <a:r>
              <a:rPr sz="850" spc="-60" dirty="0">
                <a:solidFill>
                  <a:srgbClr val="4A5462"/>
                </a:solidFill>
                <a:latin typeface="Arial Unicode MS"/>
                <a:cs typeface="Arial Unicode MS"/>
              </a:rPr>
              <a:t>불일치</a:t>
            </a:r>
            <a:r>
              <a:rPr sz="900" spc="-10" dirty="0">
                <a:solidFill>
                  <a:srgbClr val="4A5462"/>
                </a:solidFill>
                <a:latin typeface="Noto Sans KR"/>
                <a:cs typeface="Noto Sans KR"/>
              </a:rPr>
              <a:t>,</a:t>
            </a:r>
            <a:r>
              <a:rPr sz="900" spc="35" dirty="0">
                <a:solidFill>
                  <a:srgbClr val="4A5462"/>
                </a:solidFill>
                <a:latin typeface="Noto Sans KR"/>
                <a:cs typeface="Noto Sans KR"/>
              </a:rPr>
              <a:t> </a:t>
            </a:r>
            <a:r>
              <a:rPr sz="850" spc="-60" dirty="0">
                <a:solidFill>
                  <a:srgbClr val="4A5462"/>
                </a:solidFill>
                <a:latin typeface="Arial Unicode MS"/>
                <a:cs typeface="Arial Unicode MS"/>
              </a:rPr>
              <a:t>프로세스</a:t>
            </a:r>
            <a:r>
              <a:rPr sz="850" dirty="0">
                <a:solidFill>
                  <a:srgbClr val="4A5462"/>
                </a:solidFill>
                <a:latin typeface="Arial Unicode MS"/>
                <a:cs typeface="Arial Unicode MS"/>
              </a:rPr>
              <a:t> </a:t>
            </a:r>
            <a:r>
              <a:rPr sz="850" spc="-60" dirty="0">
                <a:solidFill>
                  <a:srgbClr val="4A5462"/>
                </a:solidFill>
                <a:latin typeface="Arial Unicode MS"/>
                <a:cs typeface="Arial Unicode MS"/>
              </a:rPr>
              <a:t>단절</a:t>
            </a:r>
            <a:endParaRPr sz="850">
              <a:latin typeface="Arial Unicode MS"/>
              <a:cs typeface="Arial Unicode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925244" y="2443359"/>
            <a:ext cx="756920" cy="15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b="1" spc="-35" dirty="0">
                <a:solidFill>
                  <a:srgbClr val="B91B1B"/>
                </a:solidFill>
                <a:latin typeface="Noto Sans KR"/>
                <a:cs typeface="Noto Sans KR"/>
              </a:rPr>
              <a:t>Highe</a:t>
            </a:r>
            <a:r>
              <a:rPr sz="800" b="1" spc="-55" dirty="0">
                <a:solidFill>
                  <a:srgbClr val="B91B1B"/>
                </a:solidFill>
                <a:latin typeface="Noto Sans KR"/>
                <a:cs typeface="Noto Sans KR"/>
              </a:rPr>
              <a:t>s</a:t>
            </a:r>
            <a:r>
              <a:rPr sz="800" b="1" spc="-25" dirty="0">
                <a:solidFill>
                  <a:srgbClr val="B91B1B"/>
                </a:solidFill>
                <a:latin typeface="Noto Sans KR"/>
                <a:cs typeface="Noto Sans KR"/>
              </a:rPr>
              <a:t>t</a:t>
            </a:r>
            <a:r>
              <a:rPr sz="800" b="1" spc="20" dirty="0">
                <a:solidFill>
                  <a:srgbClr val="B91B1B"/>
                </a:solidFill>
                <a:latin typeface="Noto Sans KR"/>
                <a:cs typeface="Noto Sans KR"/>
              </a:rPr>
              <a:t> </a:t>
            </a:r>
            <a:r>
              <a:rPr sz="800" b="1" spc="-25" dirty="0">
                <a:solidFill>
                  <a:srgbClr val="B91B1B"/>
                </a:solidFill>
                <a:latin typeface="Noto Sans KR"/>
                <a:cs typeface="Noto Sans KR"/>
              </a:rPr>
              <a:t>Priority</a:t>
            </a:r>
            <a:endParaRPr sz="800">
              <a:latin typeface="Noto Sans KR"/>
              <a:cs typeface="Noto Sans KR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795789" y="2436375"/>
            <a:ext cx="694690" cy="172085"/>
          </a:xfrm>
          <a:custGeom>
            <a:avLst/>
            <a:gdLst/>
            <a:ahLst/>
            <a:cxnLst/>
            <a:rect l="l" t="t" r="r" b="b"/>
            <a:pathLst>
              <a:path w="694690" h="172085">
                <a:moveTo>
                  <a:pt x="667017" y="171568"/>
                </a:moveTo>
                <a:lnTo>
                  <a:pt x="27058" y="171568"/>
                </a:lnTo>
                <a:lnTo>
                  <a:pt x="23078" y="170777"/>
                </a:lnTo>
                <a:lnTo>
                  <a:pt x="0" y="144511"/>
                </a:lnTo>
                <a:lnTo>
                  <a:pt x="0" y="140374"/>
                </a:lnTo>
                <a:lnTo>
                  <a:pt x="0" y="27057"/>
                </a:lnTo>
                <a:lnTo>
                  <a:pt x="27058" y="0"/>
                </a:lnTo>
                <a:lnTo>
                  <a:pt x="667017" y="0"/>
                </a:lnTo>
                <a:lnTo>
                  <a:pt x="694074" y="27057"/>
                </a:lnTo>
                <a:lnTo>
                  <a:pt x="694074" y="144511"/>
                </a:lnTo>
                <a:lnTo>
                  <a:pt x="670996" y="170777"/>
                </a:lnTo>
                <a:lnTo>
                  <a:pt x="667017" y="171568"/>
                </a:lnTo>
                <a:close/>
              </a:path>
            </a:pathLst>
          </a:custGeom>
          <a:solidFill>
            <a:srgbClr val="F2F4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844016" y="2454870"/>
            <a:ext cx="594995" cy="1377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700" b="1" spc="-25" dirty="0">
                <a:solidFill>
                  <a:srgbClr val="4A5462"/>
                </a:solidFill>
                <a:latin typeface="맑은 고딕"/>
                <a:cs typeface="맑은 고딕"/>
              </a:rPr>
              <a:t>즉시</a:t>
            </a:r>
            <a:r>
              <a:rPr sz="700" b="1" spc="-40" dirty="0">
                <a:solidFill>
                  <a:srgbClr val="4A5462"/>
                </a:solidFill>
                <a:latin typeface="맑은 고딕"/>
                <a:cs typeface="맑은 고딕"/>
              </a:rPr>
              <a:t> </a:t>
            </a:r>
            <a:r>
              <a:rPr sz="700" b="1" spc="-25" dirty="0">
                <a:solidFill>
                  <a:srgbClr val="4A5462"/>
                </a:solidFill>
                <a:latin typeface="맑은 고딕"/>
                <a:cs typeface="맑은 고딕"/>
              </a:rPr>
              <a:t>조치</a:t>
            </a:r>
            <a:r>
              <a:rPr sz="700" b="1" spc="-40" dirty="0">
                <a:solidFill>
                  <a:srgbClr val="4A5462"/>
                </a:solidFill>
                <a:latin typeface="맑은 고딕"/>
                <a:cs typeface="맑은 고딕"/>
              </a:rPr>
              <a:t> </a:t>
            </a:r>
            <a:r>
              <a:rPr sz="700" b="1" spc="-25" dirty="0">
                <a:solidFill>
                  <a:srgbClr val="4A5462"/>
                </a:solidFill>
                <a:latin typeface="맑은 고딕"/>
                <a:cs typeface="맑은 고딕"/>
              </a:rPr>
              <a:t>필요</a:t>
            </a:r>
            <a:endParaRPr sz="700">
              <a:latin typeface="맑은 고딕"/>
              <a:cs typeface="맑은 고딕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245608" y="2889504"/>
            <a:ext cx="4676140" cy="1308100"/>
            <a:chOff x="5245608" y="2889504"/>
            <a:chExt cx="4676140" cy="1308100"/>
          </a:xfrm>
        </p:grpSpPr>
        <p:sp>
          <p:nvSpPr>
            <p:cNvPr id="20" name="object 20"/>
            <p:cNvSpPr/>
            <p:nvPr/>
          </p:nvSpPr>
          <p:spPr>
            <a:xfrm>
              <a:off x="5245608" y="2889504"/>
              <a:ext cx="4676140" cy="1308100"/>
            </a:xfrm>
            <a:custGeom>
              <a:avLst/>
              <a:gdLst/>
              <a:ahLst/>
              <a:cxnLst/>
              <a:rect l="l" t="t" r="r" b="b"/>
              <a:pathLst>
                <a:path w="4676140" h="1308100">
                  <a:moveTo>
                    <a:pt x="4675632" y="1307592"/>
                  </a:moveTo>
                  <a:lnTo>
                    <a:pt x="0" y="1307592"/>
                  </a:lnTo>
                  <a:lnTo>
                    <a:pt x="0" y="0"/>
                  </a:lnTo>
                  <a:lnTo>
                    <a:pt x="4675632" y="0"/>
                  </a:lnTo>
                  <a:lnTo>
                    <a:pt x="4675632" y="38183"/>
                  </a:lnTo>
                  <a:lnTo>
                    <a:pt x="123038" y="38183"/>
                  </a:lnTo>
                  <a:lnTo>
                    <a:pt x="116124" y="38517"/>
                  </a:lnTo>
                  <a:lnTo>
                    <a:pt x="78533" y="54087"/>
                  </a:lnTo>
                  <a:lnTo>
                    <a:pt x="55856" y="88026"/>
                  </a:lnTo>
                  <a:lnTo>
                    <a:pt x="52851" y="108370"/>
                  </a:lnTo>
                  <a:lnTo>
                    <a:pt x="52851" y="1168979"/>
                  </a:lnTo>
                  <a:lnTo>
                    <a:pt x="64668" y="1207980"/>
                  </a:lnTo>
                  <a:lnTo>
                    <a:pt x="96178" y="1233823"/>
                  </a:lnTo>
                  <a:lnTo>
                    <a:pt x="123038" y="1239166"/>
                  </a:lnTo>
                  <a:lnTo>
                    <a:pt x="4675632" y="1239166"/>
                  </a:lnTo>
                  <a:lnTo>
                    <a:pt x="4675632" y="1307592"/>
                  </a:lnTo>
                  <a:close/>
                </a:path>
                <a:path w="4676140" h="1308100">
                  <a:moveTo>
                    <a:pt x="4675632" y="1239166"/>
                  </a:moveTo>
                  <a:lnTo>
                    <a:pt x="4552639" y="1239166"/>
                  </a:lnTo>
                  <a:lnTo>
                    <a:pt x="4559553" y="1238832"/>
                  </a:lnTo>
                  <a:lnTo>
                    <a:pt x="4566334" y="1237830"/>
                  </a:lnTo>
                  <a:lnTo>
                    <a:pt x="4602269" y="1218609"/>
                  </a:lnTo>
                  <a:lnTo>
                    <a:pt x="4621490" y="1182674"/>
                  </a:lnTo>
                  <a:lnTo>
                    <a:pt x="4622827" y="1168979"/>
                  </a:lnTo>
                  <a:lnTo>
                    <a:pt x="4622827" y="108370"/>
                  </a:lnTo>
                  <a:lnTo>
                    <a:pt x="4611008" y="69369"/>
                  </a:lnTo>
                  <a:lnTo>
                    <a:pt x="4579498" y="43525"/>
                  </a:lnTo>
                  <a:lnTo>
                    <a:pt x="4552639" y="38183"/>
                  </a:lnTo>
                  <a:lnTo>
                    <a:pt x="4675632" y="38183"/>
                  </a:lnTo>
                  <a:lnTo>
                    <a:pt x="4675632" y="1239166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314056" y="2919888"/>
              <a:ext cx="4562475" cy="1216660"/>
            </a:xfrm>
            <a:custGeom>
              <a:avLst/>
              <a:gdLst/>
              <a:ahLst/>
              <a:cxnLst/>
              <a:rect l="l" t="t" r="r" b="b"/>
              <a:pathLst>
                <a:path w="4562475" h="1216660">
                  <a:moveTo>
                    <a:pt x="4489312" y="1216580"/>
                  </a:moveTo>
                  <a:lnTo>
                    <a:pt x="51005" y="1216580"/>
                  </a:lnTo>
                  <a:lnTo>
                    <a:pt x="47456" y="1216081"/>
                  </a:lnTo>
                  <a:lnTo>
                    <a:pt x="13454" y="1190117"/>
                  </a:lnTo>
                  <a:lnTo>
                    <a:pt x="349" y="1148786"/>
                  </a:lnTo>
                  <a:lnTo>
                    <a:pt x="0" y="1143715"/>
                  </a:lnTo>
                  <a:lnTo>
                    <a:pt x="0" y="1138594"/>
                  </a:lnTo>
                  <a:lnTo>
                    <a:pt x="0" y="72865"/>
                  </a:lnTo>
                  <a:lnTo>
                    <a:pt x="11191" y="30401"/>
                  </a:lnTo>
                  <a:lnTo>
                    <a:pt x="40424" y="2497"/>
                  </a:lnTo>
                  <a:lnTo>
                    <a:pt x="51005" y="0"/>
                  </a:lnTo>
                  <a:lnTo>
                    <a:pt x="4489312" y="0"/>
                  </a:lnTo>
                  <a:lnTo>
                    <a:pt x="4531774" y="15987"/>
                  </a:lnTo>
                  <a:lnTo>
                    <a:pt x="4558200" y="52872"/>
                  </a:lnTo>
                  <a:lnTo>
                    <a:pt x="4562177" y="72865"/>
                  </a:lnTo>
                  <a:lnTo>
                    <a:pt x="4562177" y="1143715"/>
                  </a:lnTo>
                  <a:lnTo>
                    <a:pt x="4546188" y="1186178"/>
                  </a:lnTo>
                  <a:lnTo>
                    <a:pt x="4509304" y="1212603"/>
                  </a:lnTo>
                  <a:lnTo>
                    <a:pt x="4494384" y="1216081"/>
                  </a:lnTo>
                  <a:lnTo>
                    <a:pt x="4489312" y="121658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290661" y="2920110"/>
              <a:ext cx="73660" cy="1216660"/>
            </a:xfrm>
            <a:custGeom>
              <a:avLst/>
              <a:gdLst/>
              <a:ahLst/>
              <a:cxnLst/>
              <a:rect l="l" t="t" r="r" b="b"/>
              <a:pathLst>
                <a:path w="73660" h="1216660">
                  <a:moveTo>
                    <a:pt x="73404" y="1216137"/>
                  </a:moveTo>
                  <a:lnTo>
                    <a:pt x="34650" y="1203227"/>
                  </a:lnTo>
                  <a:lnTo>
                    <a:pt x="5935" y="1168216"/>
                  </a:lnTo>
                  <a:lnTo>
                    <a:pt x="0" y="1138375"/>
                  </a:lnTo>
                  <a:lnTo>
                    <a:pt x="0" y="77762"/>
                  </a:lnTo>
                  <a:lnTo>
                    <a:pt x="13130" y="34429"/>
                  </a:lnTo>
                  <a:lnTo>
                    <a:pt x="48141" y="5714"/>
                  </a:lnTo>
                  <a:lnTo>
                    <a:pt x="73403" y="0"/>
                  </a:lnTo>
                  <a:lnTo>
                    <a:pt x="69869" y="1757"/>
                  </a:lnTo>
                  <a:lnTo>
                    <a:pt x="62226" y="9672"/>
                  </a:lnTo>
                  <a:lnTo>
                    <a:pt x="49165" y="47920"/>
                  </a:lnTo>
                  <a:lnTo>
                    <a:pt x="46791" y="77762"/>
                  </a:lnTo>
                  <a:lnTo>
                    <a:pt x="46791" y="1138375"/>
                  </a:lnTo>
                  <a:lnTo>
                    <a:pt x="52042" y="1181707"/>
                  </a:lnTo>
                  <a:lnTo>
                    <a:pt x="69869" y="1214380"/>
                  </a:lnTo>
                  <a:lnTo>
                    <a:pt x="73404" y="1216137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32417" y="3075860"/>
              <a:ext cx="249554" cy="249554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5603552" y="3093949"/>
            <a:ext cx="1899285" cy="2133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71780" algn="l"/>
              </a:tabLst>
            </a:pPr>
            <a:r>
              <a:rPr sz="1425" b="1" spc="37" baseline="2923" dirty="0">
                <a:solidFill>
                  <a:srgbClr val="2562EB"/>
                </a:solidFill>
                <a:latin typeface="Berlin Sans FB"/>
                <a:cs typeface="Berlin Sans FB"/>
              </a:rPr>
              <a:t>C	</a:t>
            </a:r>
            <a:r>
              <a:rPr sz="1100" b="1" spc="-85" dirty="0">
                <a:solidFill>
                  <a:srgbClr val="111726"/>
                </a:solidFill>
                <a:latin typeface="맑은 고딕"/>
                <a:cs typeface="맑은 고딕"/>
              </a:rPr>
              <a:t>공통</a:t>
            </a:r>
            <a:r>
              <a:rPr sz="1100" b="1" spc="-80" dirty="0">
                <a:solidFill>
                  <a:srgbClr val="111726"/>
                </a:solidFill>
                <a:latin typeface="맑은 고딕"/>
                <a:cs typeface="맑은 고딕"/>
              </a:rPr>
              <a:t> </a:t>
            </a:r>
            <a:r>
              <a:rPr sz="1200" b="1" spc="-35" dirty="0">
                <a:solidFill>
                  <a:srgbClr val="111726"/>
                </a:solidFill>
                <a:latin typeface="Noto Sans KR"/>
                <a:cs typeface="Noto Sans KR"/>
              </a:rPr>
              <a:t>/</a:t>
            </a:r>
            <a:r>
              <a:rPr sz="1200" b="1" spc="35" dirty="0">
                <a:solidFill>
                  <a:srgbClr val="111726"/>
                </a:solidFill>
                <a:latin typeface="Noto Sans KR"/>
                <a:cs typeface="Noto Sans KR"/>
              </a:rPr>
              <a:t> </a:t>
            </a:r>
            <a:r>
              <a:rPr sz="1200" b="1" spc="-45" dirty="0">
                <a:solidFill>
                  <a:srgbClr val="111726"/>
                </a:solidFill>
                <a:latin typeface="Noto Sans KR"/>
                <a:cs typeface="Noto Sans KR"/>
              </a:rPr>
              <a:t>UI</a:t>
            </a:r>
            <a:r>
              <a:rPr sz="1200" b="1" spc="35" dirty="0">
                <a:solidFill>
                  <a:srgbClr val="111726"/>
                </a:solidFill>
                <a:latin typeface="Noto Sans KR"/>
                <a:cs typeface="Noto Sans KR"/>
              </a:rPr>
              <a:t> </a:t>
            </a:r>
            <a:r>
              <a:rPr sz="1100" b="1" spc="-85" dirty="0">
                <a:solidFill>
                  <a:srgbClr val="111726"/>
                </a:solidFill>
                <a:latin typeface="맑은 고딕"/>
                <a:cs typeface="맑은 고딕"/>
              </a:rPr>
              <a:t>표준</a:t>
            </a:r>
            <a:r>
              <a:rPr sz="1100" b="1" spc="-80" dirty="0">
                <a:solidFill>
                  <a:srgbClr val="111726"/>
                </a:solidFill>
                <a:latin typeface="맑은 고딕"/>
                <a:cs typeface="맑은 고딕"/>
              </a:rPr>
              <a:t> </a:t>
            </a:r>
            <a:r>
              <a:rPr sz="1200" b="1" spc="-60" dirty="0">
                <a:solidFill>
                  <a:srgbClr val="111726"/>
                </a:solidFill>
                <a:latin typeface="Noto Sans KR"/>
                <a:cs typeface="Noto Sans KR"/>
              </a:rPr>
              <a:t>(Common)</a:t>
            </a:r>
            <a:endParaRPr sz="1200">
              <a:latin typeface="Noto Sans KR"/>
              <a:cs typeface="Noto Sans KR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308858" y="3078757"/>
            <a:ext cx="385445" cy="250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450" b="1" spc="10" dirty="0">
                <a:solidFill>
                  <a:srgbClr val="2562EB"/>
                </a:solidFill>
                <a:latin typeface="Comic Sans MS"/>
                <a:cs typeface="Comic Sans MS"/>
              </a:rPr>
              <a:t>52</a:t>
            </a:r>
            <a:r>
              <a:rPr sz="1450" b="1" spc="-385" dirty="0">
                <a:solidFill>
                  <a:srgbClr val="2562EB"/>
                </a:solidFill>
                <a:latin typeface="Comic Sans MS"/>
                <a:cs typeface="Comic Sans MS"/>
              </a:rPr>
              <a:t> </a:t>
            </a:r>
            <a:r>
              <a:rPr sz="850" spc="-60" dirty="0">
                <a:solidFill>
                  <a:srgbClr val="6A7280"/>
                </a:solidFill>
                <a:latin typeface="Arial Unicode MS"/>
                <a:cs typeface="Arial Unicode MS"/>
              </a:rPr>
              <a:t>건</a:t>
            </a:r>
            <a:endParaRPr sz="850">
              <a:latin typeface="Arial Unicode MS"/>
              <a:cs typeface="Arial Unicode MS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875555" y="3432928"/>
            <a:ext cx="1372870" cy="548005"/>
            <a:chOff x="5875555" y="3432928"/>
            <a:chExt cx="1372870" cy="548005"/>
          </a:xfrm>
        </p:grpSpPr>
        <p:sp>
          <p:nvSpPr>
            <p:cNvPr id="27" name="object 27"/>
            <p:cNvSpPr/>
            <p:nvPr/>
          </p:nvSpPr>
          <p:spPr>
            <a:xfrm>
              <a:off x="5875555" y="3590567"/>
              <a:ext cx="15875" cy="156210"/>
            </a:xfrm>
            <a:custGeom>
              <a:avLst/>
              <a:gdLst/>
              <a:ahLst/>
              <a:cxnLst/>
              <a:rect l="l" t="t" r="r" b="b"/>
              <a:pathLst>
                <a:path w="15875" h="156210">
                  <a:moveTo>
                    <a:pt x="15597" y="155971"/>
                  </a:moveTo>
                  <a:lnTo>
                    <a:pt x="0" y="155971"/>
                  </a:lnTo>
                  <a:lnTo>
                    <a:pt x="0" y="0"/>
                  </a:lnTo>
                  <a:lnTo>
                    <a:pt x="15597" y="0"/>
                  </a:lnTo>
                  <a:lnTo>
                    <a:pt x="15597" y="155971"/>
                  </a:lnTo>
                  <a:close/>
                </a:path>
              </a:pathLst>
            </a:custGeom>
            <a:solidFill>
              <a:srgbClr val="DAE9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75555" y="3432928"/>
              <a:ext cx="107949" cy="111124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5875555" y="3808928"/>
              <a:ext cx="616585" cy="172085"/>
            </a:xfrm>
            <a:custGeom>
              <a:avLst/>
              <a:gdLst/>
              <a:ahLst/>
              <a:cxnLst/>
              <a:rect l="l" t="t" r="r" b="b"/>
              <a:pathLst>
                <a:path w="616585" h="172085">
                  <a:moveTo>
                    <a:pt x="589031" y="171568"/>
                  </a:moveTo>
                  <a:lnTo>
                    <a:pt x="27058" y="171568"/>
                  </a:lnTo>
                  <a:lnTo>
                    <a:pt x="23078" y="170777"/>
                  </a:lnTo>
                  <a:lnTo>
                    <a:pt x="0" y="144511"/>
                  </a:lnTo>
                  <a:lnTo>
                    <a:pt x="0" y="140374"/>
                  </a:lnTo>
                  <a:lnTo>
                    <a:pt x="0" y="27057"/>
                  </a:lnTo>
                  <a:lnTo>
                    <a:pt x="27058" y="0"/>
                  </a:lnTo>
                  <a:lnTo>
                    <a:pt x="589031" y="0"/>
                  </a:lnTo>
                  <a:lnTo>
                    <a:pt x="616088" y="27057"/>
                  </a:lnTo>
                  <a:lnTo>
                    <a:pt x="616088" y="144511"/>
                  </a:lnTo>
                  <a:lnTo>
                    <a:pt x="593010" y="170777"/>
                  </a:lnTo>
                  <a:lnTo>
                    <a:pt x="589031" y="171568"/>
                  </a:lnTo>
                  <a:close/>
                </a:path>
              </a:pathLst>
            </a:custGeom>
            <a:solidFill>
              <a:srgbClr val="DAE9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554032" y="3808928"/>
              <a:ext cx="694690" cy="172085"/>
            </a:xfrm>
            <a:custGeom>
              <a:avLst/>
              <a:gdLst/>
              <a:ahLst/>
              <a:cxnLst/>
              <a:rect l="l" t="t" r="r" b="b"/>
              <a:pathLst>
                <a:path w="694690" h="172085">
                  <a:moveTo>
                    <a:pt x="667017" y="171568"/>
                  </a:moveTo>
                  <a:lnTo>
                    <a:pt x="27058" y="171568"/>
                  </a:lnTo>
                  <a:lnTo>
                    <a:pt x="23078" y="170777"/>
                  </a:lnTo>
                  <a:lnTo>
                    <a:pt x="0" y="144511"/>
                  </a:lnTo>
                  <a:lnTo>
                    <a:pt x="0" y="140374"/>
                  </a:lnTo>
                  <a:lnTo>
                    <a:pt x="0" y="27057"/>
                  </a:lnTo>
                  <a:lnTo>
                    <a:pt x="27058" y="0"/>
                  </a:lnTo>
                  <a:lnTo>
                    <a:pt x="667017" y="0"/>
                  </a:lnTo>
                  <a:lnTo>
                    <a:pt x="694074" y="27057"/>
                  </a:lnTo>
                  <a:lnTo>
                    <a:pt x="694074" y="144511"/>
                  </a:lnTo>
                  <a:lnTo>
                    <a:pt x="670996" y="170777"/>
                  </a:lnTo>
                  <a:lnTo>
                    <a:pt x="667017" y="171568"/>
                  </a:lnTo>
                  <a:close/>
                </a:path>
              </a:pathLst>
            </a:custGeom>
            <a:solidFill>
              <a:srgbClr val="F2F4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5925244" y="3357720"/>
            <a:ext cx="2611120" cy="607695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121285">
              <a:lnSpc>
                <a:spcPct val="100000"/>
              </a:lnSpc>
              <a:spcBef>
                <a:spcPts val="490"/>
              </a:spcBef>
            </a:pPr>
            <a:r>
              <a:rPr sz="850" spc="-60" dirty="0">
                <a:solidFill>
                  <a:srgbClr val="374050"/>
                </a:solidFill>
                <a:latin typeface="Arial Unicode MS"/>
                <a:cs typeface="Arial Unicode MS"/>
              </a:rPr>
              <a:t>주요 이슈 유형</a:t>
            </a:r>
            <a:endParaRPr sz="850">
              <a:latin typeface="Arial Unicode MS"/>
              <a:cs typeface="Arial Unicode MS"/>
            </a:endParaRPr>
          </a:p>
          <a:p>
            <a:pPr marL="153035">
              <a:lnSpc>
                <a:spcPct val="100000"/>
              </a:lnSpc>
              <a:spcBef>
                <a:spcPts val="405"/>
              </a:spcBef>
            </a:pPr>
            <a:r>
              <a:rPr sz="850" spc="-60" dirty="0">
                <a:solidFill>
                  <a:srgbClr val="4A5462"/>
                </a:solidFill>
                <a:latin typeface="Arial Unicode MS"/>
                <a:cs typeface="Arial Unicode MS"/>
              </a:rPr>
              <a:t>그리드 가이드 미준수</a:t>
            </a:r>
            <a:r>
              <a:rPr sz="900" spc="-10" dirty="0">
                <a:solidFill>
                  <a:srgbClr val="4A5462"/>
                </a:solidFill>
                <a:latin typeface="Noto Sans KR"/>
                <a:cs typeface="Noto Sans KR"/>
              </a:rPr>
              <a:t>,</a:t>
            </a:r>
            <a:r>
              <a:rPr sz="900" spc="35" dirty="0">
                <a:solidFill>
                  <a:srgbClr val="4A5462"/>
                </a:solidFill>
                <a:latin typeface="Noto Sans KR"/>
                <a:cs typeface="Noto Sans KR"/>
              </a:rPr>
              <a:t> </a:t>
            </a:r>
            <a:r>
              <a:rPr sz="850" spc="-60" dirty="0">
                <a:solidFill>
                  <a:srgbClr val="4A5462"/>
                </a:solidFill>
                <a:latin typeface="Arial Unicode MS"/>
                <a:cs typeface="Arial Unicode MS"/>
              </a:rPr>
              <a:t>화면</a:t>
            </a:r>
            <a:r>
              <a:rPr sz="850" dirty="0">
                <a:solidFill>
                  <a:srgbClr val="4A5462"/>
                </a:solidFill>
                <a:latin typeface="Arial Unicode MS"/>
                <a:cs typeface="Arial Unicode MS"/>
              </a:rPr>
              <a:t> </a:t>
            </a:r>
            <a:r>
              <a:rPr sz="850" spc="-60" dirty="0">
                <a:solidFill>
                  <a:srgbClr val="4A5462"/>
                </a:solidFill>
                <a:latin typeface="Arial Unicode MS"/>
                <a:cs typeface="Arial Unicode MS"/>
              </a:rPr>
              <a:t>깨짐</a:t>
            </a:r>
            <a:r>
              <a:rPr sz="900" spc="-10" dirty="0">
                <a:solidFill>
                  <a:srgbClr val="4A5462"/>
                </a:solidFill>
                <a:latin typeface="Noto Sans KR"/>
                <a:cs typeface="Noto Sans KR"/>
              </a:rPr>
              <a:t>,</a:t>
            </a:r>
            <a:r>
              <a:rPr sz="900" spc="35" dirty="0">
                <a:solidFill>
                  <a:srgbClr val="4A5462"/>
                </a:solidFill>
                <a:latin typeface="Noto Sans KR"/>
                <a:cs typeface="Noto Sans KR"/>
              </a:rPr>
              <a:t> </a:t>
            </a:r>
            <a:r>
              <a:rPr sz="850" spc="-60" dirty="0">
                <a:solidFill>
                  <a:srgbClr val="4A5462"/>
                </a:solidFill>
                <a:latin typeface="Arial Unicode MS"/>
                <a:cs typeface="Arial Unicode MS"/>
              </a:rPr>
              <a:t>오타</a:t>
            </a:r>
            <a:r>
              <a:rPr sz="900" spc="-10" dirty="0">
                <a:solidFill>
                  <a:srgbClr val="4A5462"/>
                </a:solidFill>
                <a:latin typeface="Noto Sans KR"/>
                <a:cs typeface="Noto Sans KR"/>
              </a:rPr>
              <a:t>,</a:t>
            </a:r>
            <a:r>
              <a:rPr sz="900" spc="35" dirty="0">
                <a:solidFill>
                  <a:srgbClr val="4A5462"/>
                </a:solidFill>
                <a:latin typeface="Noto Sans KR"/>
                <a:cs typeface="Noto Sans KR"/>
              </a:rPr>
              <a:t> </a:t>
            </a:r>
            <a:r>
              <a:rPr sz="850" spc="-60" dirty="0">
                <a:solidFill>
                  <a:srgbClr val="4A5462"/>
                </a:solidFill>
                <a:latin typeface="Arial Unicode MS"/>
                <a:cs typeface="Arial Unicode MS"/>
              </a:rPr>
              <a:t>버튼</a:t>
            </a:r>
            <a:r>
              <a:rPr sz="850" dirty="0">
                <a:solidFill>
                  <a:srgbClr val="4A5462"/>
                </a:solidFill>
                <a:latin typeface="Arial Unicode MS"/>
                <a:cs typeface="Arial Unicode MS"/>
              </a:rPr>
              <a:t> </a:t>
            </a:r>
            <a:r>
              <a:rPr sz="850" spc="-60" dirty="0">
                <a:solidFill>
                  <a:srgbClr val="4A5462"/>
                </a:solidFill>
                <a:latin typeface="Arial Unicode MS"/>
                <a:cs typeface="Arial Unicode MS"/>
              </a:rPr>
              <a:t>위치</a:t>
            </a:r>
            <a:r>
              <a:rPr sz="850" dirty="0">
                <a:solidFill>
                  <a:srgbClr val="4A5462"/>
                </a:solidFill>
                <a:latin typeface="Arial Unicode MS"/>
                <a:cs typeface="Arial Unicode MS"/>
              </a:rPr>
              <a:t> </a:t>
            </a:r>
            <a:r>
              <a:rPr sz="850" spc="-60" dirty="0">
                <a:solidFill>
                  <a:srgbClr val="4A5462"/>
                </a:solidFill>
                <a:latin typeface="Arial Unicode MS"/>
                <a:cs typeface="Arial Unicode MS"/>
              </a:rPr>
              <a:t>오류</a:t>
            </a:r>
            <a:endParaRPr sz="85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45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tabLst>
                <a:tab pos="692150" algn="l"/>
              </a:tabLst>
            </a:pPr>
            <a:r>
              <a:rPr sz="700" b="1" spc="20" dirty="0">
                <a:solidFill>
                  <a:srgbClr val="1D40AF"/>
                </a:solidFill>
                <a:latin typeface="Tahoma"/>
                <a:cs typeface="Tahoma"/>
              </a:rPr>
              <a:t>Bulk </a:t>
            </a:r>
            <a:r>
              <a:rPr sz="700" b="1" spc="-5" dirty="0">
                <a:solidFill>
                  <a:srgbClr val="1D40AF"/>
                </a:solidFill>
                <a:latin typeface="Tahoma"/>
                <a:cs typeface="Tahoma"/>
              </a:rPr>
              <a:t>Pat</a:t>
            </a:r>
            <a:r>
              <a:rPr sz="700" b="1" spc="15" dirty="0">
                <a:solidFill>
                  <a:srgbClr val="1D40AF"/>
                </a:solidFill>
                <a:latin typeface="Tahoma"/>
                <a:cs typeface="Tahoma"/>
              </a:rPr>
              <a:t>c</a:t>
            </a:r>
            <a:r>
              <a:rPr sz="700" b="1" spc="20" dirty="0">
                <a:solidFill>
                  <a:srgbClr val="1D40AF"/>
                </a:solidFill>
                <a:latin typeface="Tahoma"/>
                <a:cs typeface="Tahoma"/>
              </a:rPr>
              <a:t>h</a:t>
            </a:r>
            <a:r>
              <a:rPr sz="700" b="1" dirty="0">
                <a:solidFill>
                  <a:srgbClr val="1D40AF"/>
                </a:solidFill>
                <a:latin typeface="Tahoma"/>
                <a:cs typeface="Tahoma"/>
              </a:rPr>
              <a:t>	</a:t>
            </a:r>
            <a:r>
              <a:rPr sz="700" b="1" spc="-25" dirty="0">
                <a:solidFill>
                  <a:srgbClr val="4A5462"/>
                </a:solidFill>
                <a:latin typeface="맑은 고딕"/>
                <a:cs typeface="맑은 고딕"/>
              </a:rPr>
              <a:t>일괄</a:t>
            </a:r>
            <a:r>
              <a:rPr sz="700" b="1" spc="-40" dirty="0">
                <a:solidFill>
                  <a:srgbClr val="4A5462"/>
                </a:solidFill>
                <a:latin typeface="맑은 고딕"/>
                <a:cs typeface="맑은 고딕"/>
              </a:rPr>
              <a:t> </a:t>
            </a:r>
            <a:r>
              <a:rPr sz="700" b="1" spc="-25" dirty="0">
                <a:solidFill>
                  <a:srgbClr val="4A5462"/>
                </a:solidFill>
                <a:latin typeface="맑은 고딕"/>
                <a:cs typeface="맑은 고딕"/>
              </a:rPr>
              <a:t>수정</a:t>
            </a:r>
            <a:r>
              <a:rPr sz="700" b="1" spc="-40" dirty="0">
                <a:solidFill>
                  <a:srgbClr val="4A5462"/>
                </a:solidFill>
                <a:latin typeface="맑은 고딕"/>
                <a:cs typeface="맑은 고딕"/>
              </a:rPr>
              <a:t> </a:t>
            </a:r>
            <a:r>
              <a:rPr sz="700" b="1" spc="-25" dirty="0">
                <a:solidFill>
                  <a:srgbClr val="4A5462"/>
                </a:solidFill>
                <a:latin typeface="맑은 고딕"/>
                <a:cs typeface="맑은 고딕"/>
              </a:rPr>
              <a:t>가능</a:t>
            </a:r>
            <a:endParaRPr sz="700">
              <a:latin typeface="맑은 고딕"/>
              <a:cs typeface="맑은 고딕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5245608" y="4261104"/>
            <a:ext cx="4676140" cy="1076325"/>
            <a:chOff x="5245608" y="4261104"/>
            <a:chExt cx="4676140" cy="1076325"/>
          </a:xfrm>
        </p:grpSpPr>
        <p:sp>
          <p:nvSpPr>
            <p:cNvPr id="33" name="object 33"/>
            <p:cNvSpPr/>
            <p:nvPr/>
          </p:nvSpPr>
          <p:spPr>
            <a:xfrm>
              <a:off x="5245608" y="4261104"/>
              <a:ext cx="4676140" cy="1076325"/>
            </a:xfrm>
            <a:custGeom>
              <a:avLst/>
              <a:gdLst/>
              <a:ahLst/>
              <a:cxnLst/>
              <a:rect l="l" t="t" r="r" b="b"/>
              <a:pathLst>
                <a:path w="4676140" h="1076325">
                  <a:moveTo>
                    <a:pt x="4675632" y="1075944"/>
                  </a:moveTo>
                  <a:lnTo>
                    <a:pt x="0" y="1075944"/>
                  </a:lnTo>
                  <a:lnTo>
                    <a:pt x="0" y="0"/>
                  </a:lnTo>
                  <a:lnTo>
                    <a:pt x="4675632" y="0"/>
                  </a:lnTo>
                  <a:lnTo>
                    <a:pt x="4675632" y="39135"/>
                  </a:lnTo>
                  <a:lnTo>
                    <a:pt x="123038" y="39135"/>
                  </a:lnTo>
                  <a:lnTo>
                    <a:pt x="116124" y="39469"/>
                  </a:lnTo>
                  <a:lnTo>
                    <a:pt x="78533" y="55039"/>
                  </a:lnTo>
                  <a:lnTo>
                    <a:pt x="55856" y="88978"/>
                  </a:lnTo>
                  <a:lnTo>
                    <a:pt x="52851" y="109323"/>
                  </a:lnTo>
                  <a:lnTo>
                    <a:pt x="52851" y="935974"/>
                  </a:lnTo>
                  <a:lnTo>
                    <a:pt x="64668" y="974975"/>
                  </a:lnTo>
                  <a:lnTo>
                    <a:pt x="96178" y="1000818"/>
                  </a:lnTo>
                  <a:lnTo>
                    <a:pt x="123038" y="1006161"/>
                  </a:lnTo>
                  <a:lnTo>
                    <a:pt x="4675632" y="1006161"/>
                  </a:lnTo>
                  <a:lnTo>
                    <a:pt x="4675632" y="1075944"/>
                  </a:lnTo>
                  <a:close/>
                </a:path>
                <a:path w="4676140" h="1076325">
                  <a:moveTo>
                    <a:pt x="4675632" y="1006161"/>
                  </a:moveTo>
                  <a:lnTo>
                    <a:pt x="4552639" y="1006161"/>
                  </a:lnTo>
                  <a:lnTo>
                    <a:pt x="4559553" y="1005827"/>
                  </a:lnTo>
                  <a:lnTo>
                    <a:pt x="4566334" y="1004825"/>
                  </a:lnTo>
                  <a:lnTo>
                    <a:pt x="4602269" y="985603"/>
                  </a:lnTo>
                  <a:lnTo>
                    <a:pt x="4621490" y="949669"/>
                  </a:lnTo>
                  <a:lnTo>
                    <a:pt x="4622827" y="935974"/>
                  </a:lnTo>
                  <a:lnTo>
                    <a:pt x="4622827" y="109323"/>
                  </a:lnTo>
                  <a:lnTo>
                    <a:pt x="4611008" y="70321"/>
                  </a:lnTo>
                  <a:lnTo>
                    <a:pt x="4579498" y="44478"/>
                  </a:lnTo>
                  <a:lnTo>
                    <a:pt x="4552639" y="39135"/>
                  </a:lnTo>
                  <a:lnTo>
                    <a:pt x="4675632" y="39135"/>
                  </a:lnTo>
                  <a:lnTo>
                    <a:pt x="4675632" y="1006161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314056" y="4292441"/>
              <a:ext cx="4562475" cy="982980"/>
            </a:xfrm>
            <a:custGeom>
              <a:avLst/>
              <a:gdLst/>
              <a:ahLst/>
              <a:cxnLst/>
              <a:rect l="l" t="t" r="r" b="b"/>
              <a:pathLst>
                <a:path w="4562475" h="982979">
                  <a:moveTo>
                    <a:pt x="4489312" y="982622"/>
                  </a:moveTo>
                  <a:lnTo>
                    <a:pt x="51005" y="982622"/>
                  </a:lnTo>
                  <a:lnTo>
                    <a:pt x="47456" y="982123"/>
                  </a:lnTo>
                  <a:lnTo>
                    <a:pt x="13454" y="956160"/>
                  </a:lnTo>
                  <a:lnTo>
                    <a:pt x="349" y="914828"/>
                  </a:lnTo>
                  <a:lnTo>
                    <a:pt x="0" y="909757"/>
                  </a:lnTo>
                  <a:lnTo>
                    <a:pt x="0" y="904636"/>
                  </a:lnTo>
                  <a:lnTo>
                    <a:pt x="0" y="72864"/>
                  </a:lnTo>
                  <a:lnTo>
                    <a:pt x="11191" y="30401"/>
                  </a:lnTo>
                  <a:lnTo>
                    <a:pt x="40424" y="2497"/>
                  </a:lnTo>
                  <a:lnTo>
                    <a:pt x="51005" y="0"/>
                  </a:lnTo>
                  <a:lnTo>
                    <a:pt x="4489312" y="0"/>
                  </a:lnTo>
                  <a:lnTo>
                    <a:pt x="4531774" y="15987"/>
                  </a:lnTo>
                  <a:lnTo>
                    <a:pt x="4558200" y="52872"/>
                  </a:lnTo>
                  <a:lnTo>
                    <a:pt x="4562177" y="72864"/>
                  </a:lnTo>
                  <a:lnTo>
                    <a:pt x="4562177" y="909757"/>
                  </a:lnTo>
                  <a:lnTo>
                    <a:pt x="4546188" y="952220"/>
                  </a:lnTo>
                  <a:lnTo>
                    <a:pt x="4509304" y="978645"/>
                  </a:lnTo>
                  <a:lnTo>
                    <a:pt x="4494384" y="982123"/>
                  </a:lnTo>
                  <a:lnTo>
                    <a:pt x="4489312" y="98262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290661" y="4292662"/>
              <a:ext cx="73660" cy="982344"/>
            </a:xfrm>
            <a:custGeom>
              <a:avLst/>
              <a:gdLst/>
              <a:ahLst/>
              <a:cxnLst/>
              <a:rect l="l" t="t" r="r" b="b"/>
              <a:pathLst>
                <a:path w="73660" h="982345">
                  <a:moveTo>
                    <a:pt x="73404" y="982180"/>
                  </a:moveTo>
                  <a:lnTo>
                    <a:pt x="34650" y="969269"/>
                  </a:lnTo>
                  <a:lnTo>
                    <a:pt x="5935" y="934259"/>
                  </a:lnTo>
                  <a:lnTo>
                    <a:pt x="0" y="904417"/>
                  </a:lnTo>
                  <a:lnTo>
                    <a:pt x="0" y="77762"/>
                  </a:lnTo>
                  <a:lnTo>
                    <a:pt x="13130" y="34429"/>
                  </a:lnTo>
                  <a:lnTo>
                    <a:pt x="48141" y="5714"/>
                  </a:lnTo>
                  <a:lnTo>
                    <a:pt x="73403" y="0"/>
                  </a:lnTo>
                  <a:lnTo>
                    <a:pt x="69869" y="1757"/>
                  </a:lnTo>
                  <a:lnTo>
                    <a:pt x="62226" y="9672"/>
                  </a:lnTo>
                  <a:lnTo>
                    <a:pt x="49165" y="47920"/>
                  </a:lnTo>
                  <a:lnTo>
                    <a:pt x="46791" y="77762"/>
                  </a:lnTo>
                  <a:lnTo>
                    <a:pt x="46791" y="904417"/>
                  </a:lnTo>
                  <a:lnTo>
                    <a:pt x="52042" y="947749"/>
                  </a:lnTo>
                  <a:lnTo>
                    <a:pt x="69869" y="980421"/>
                  </a:lnTo>
                  <a:lnTo>
                    <a:pt x="73404" y="982180"/>
                  </a:lnTo>
                  <a:close/>
                </a:path>
              </a:pathLst>
            </a:custGeom>
            <a:solidFill>
              <a:srgbClr val="F59D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5605258" y="4490303"/>
            <a:ext cx="104139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b="1" spc="25" dirty="0">
                <a:latin typeface="Cambria"/>
                <a:cs typeface="Cambria"/>
              </a:rPr>
              <a:t>X</a:t>
            </a:r>
            <a:endParaRPr sz="950">
              <a:latin typeface="Cambria"/>
              <a:cs typeface="Cambri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9308858" y="4451310"/>
            <a:ext cx="385445" cy="250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450" b="1" spc="10" dirty="0">
                <a:latin typeface="Comic Sans MS"/>
                <a:cs typeface="Comic Sans MS"/>
              </a:rPr>
              <a:t>22</a:t>
            </a:r>
            <a:r>
              <a:rPr sz="1450" b="1" spc="-385" dirty="0">
                <a:latin typeface="Comic Sans MS"/>
                <a:cs typeface="Comic Sans MS"/>
              </a:rPr>
              <a:t> </a:t>
            </a:r>
            <a:r>
              <a:rPr sz="850" spc="-60" dirty="0">
                <a:solidFill>
                  <a:srgbClr val="6A7280"/>
                </a:solidFill>
                <a:latin typeface="Arial Unicode MS"/>
                <a:cs typeface="Arial Unicode MS"/>
              </a:rPr>
              <a:t>건</a:t>
            </a:r>
            <a:endParaRPr sz="850">
              <a:latin typeface="Arial Unicode MS"/>
              <a:cs typeface="Arial Unicode MS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5875555" y="4805481"/>
            <a:ext cx="107950" cy="313690"/>
            <a:chOff x="5875555" y="4805481"/>
            <a:chExt cx="107950" cy="313690"/>
          </a:xfrm>
        </p:grpSpPr>
        <p:sp>
          <p:nvSpPr>
            <p:cNvPr id="39" name="object 39"/>
            <p:cNvSpPr/>
            <p:nvPr/>
          </p:nvSpPr>
          <p:spPr>
            <a:xfrm>
              <a:off x="5875555" y="4963120"/>
              <a:ext cx="15875" cy="156210"/>
            </a:xfrm>
            <a:custGeom>
              <a:avLst/>
              <a:gdLst/>
              <a:ahLst/>
              <a:cxnLst/>
              <a:rect l="l" t="t" r="r" b="b"/>
              <a:pathLst>
                <a:path w="15875" h="156210">
                  <a:moveTo>
                    <a:pt x="15597" y="155971"/>
                  </a:moveTo>
                  <a:lnTo>
                    <a:pt x="0" y="155971"/>
                  </a:lnTo>
                  <a:lnTo>
                    <a:pt x="0" y="0"/>
                  </a:lnTo>
                  <a:lnTo>
                    <a:pt x="15597" y="0"/>
                  </a:lnTo>
                  <a:lnTo>
                    <a:pt x="15597" y="155971"/>
                  </a:lnTo>
                  <a:close/>
                </a:path>
              </a:pathLst>
            </a:custGeom>
            <a:solidFill>
              <a:srgbClr val="E4E7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75555" y="4805481"/>
              <a:ext cx="107949" cy="111124"/>
            </a:xfrm>
            <a:prstGeom prst="rect">
              <a:avLst/>
            </a:prstGeom>
          </p:spPr>
        </p:pic>
      </p:grpSp>
      <p:sp>
        <p:nvSpPr>
          <p:cNvPr id="41" name="object 41"/>
          <p:cNvSpPr txBox="1"/>
          <p:nvPr/>
        </p:nvSpPr>
        <p:spPr>
          <a:xfrm>
            <a:off x="5862855" y="4466501"/>
            <a:ext cx="2543175" cy="6572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b="1" spc="-85" dirty="0">
                <a:solidFill>
                  <a:srgbClr val="111726"/>
                </a:solidFill>
                <a:latin typeface="맑은 고딕"/>
                <a:cs typeface="맑은 고딕"/>
              </a:rPr>
              <a:t>예외</a:t>
            </a:r>
            <a:r>
              <a:rPr sz="1100" b="1" spc="-80" dirty="0">
                <a:solidFill>
                  <a:srgbClr val="111726"/>
                </a:solidFill>
                <a:latin typeface="맑은 고딕"/>
                <a:cs typeface="맑은 고딕"/>
              </a:rPr>
              <a:t> </a:t>
            </a:r>
            <a:r>
              <a:rPr sz="1200" b="1" spc="-35" dirty="0">
                <a:solidFill>
                  <a:srgbClr val="111726"/>
                </a:solidFill>
                <a:latin typeface="Noto Sans KR"/>
                <a:cs typeface="Noto Sans KR"/>
              </a:rPr>
              <a:t>/</a:t>
            </a:r>
            <a:r>
              <a:rPr sz="1200" b="1" spc="35" dirty="0">
                <a:solidFill>
                  <a:srgbClr val="111726"/>
                </a:solidFill>
                <a:latin typeface="Noto Sans KR"/>
                <a:cs typeface="Noto Sans KR"/>
              </a:rPr>
              <a:t> </a:t>
            </a:r>
            <a:r>
              <a:rPr sz="1100" b="1" spc="-85" dirty="0">
                <a:solidFill>
                  <a:srgbClr val="111726"/>
                </a:solidFill>
                <a:latin typeface="맑은 고딕"/>
                <a:cs typeface="맑은 고딕"/>
              </a:rPr>
              <a:t>기타</a:t>
            </a:r>
            <a:r>
              <a:rPr sz="1100" b="1" spc="-80" dirty="0">
                <a:solidFill>
                  <a:srgbClr val="111726"/>
                </a:solidFill>
                <a:latin typeface="맑은 고딕"/>
                <a:cs typeface="맑은 고딕"/>
              </a:rPr>
              <a:t> </a:t>
            </a:r>
            <a:r>
              <a:rPr sz="1200" b="1" spc="-30" dirty="0">
                <a:solidFill>
                  <a:srgbClr val="111726"/>
                </a:solidFill>
                <a:latin typeface="Noto Sans KR"/>
                <a:cs typeface="Noto Sans KR"/>
              </a:rPr>
              <a:t>(</a:t>
            </a:r>
            <a:r>
              <a:rPr sz="1200" b="1" spc="-114" dirty="0">
                <a:solidFill>
                  <a:srgbClr val="111726"/>
                </a:solidFill>
                <a:latin typeface="Noto Sans KR"/>
                <a:cs typeface="Noto Sans KR"/>
              </a:rPr>
              <a:t>E</a:t>
            </a:r>
            <a:r>
              <a:rPr sz="1200" b="1" spc="-85" dirty="0">
                <a:solidFill>
                  <a:srgbClr val="111726"/>
                </a:solidFill>
                <a:latin typeface="Noto Sans KR"/>
                <a:cs typeface="Noto Sans KR"/>
              </a:rPr>
              <a:t>xc</a:t>
            </a:r>
            <a:r>
              <a:rPr sz="1200" b="1" spc="-50" dirty="0">
                <a:solidFill>
                  <a:srgbClr val="111726"/>
                </a:solidFill>
                <a:latin typeface="Noto Sans KR"/>
                <a:cs typeface="Noto Sans KR"/>
              </a:rPr>
              <a:t>e</a:t>
            </a:r>
            <a:r>
              <a:rPr sz="1200" b="1" spc="-100" dirty="0">
                <a:solidFill>
                  <a:srgbClr val="111726"/>
                </a:solidFill>
                <a:latin typeface="Noto Sans KR"/>
                <a:cs typeface="Noto Sans KR"/>
              </a:rPr>
              <a:t>p</a:t>
            </a:r>
            <a:r>
              <a:rPr sz="1200" b="1" spc="-40" dirty="0">
                <a:solidFill>
                  <a:srgbClr val="111726"/>
                </a:solidFill>
                <a:latin typeface="Noto Sans KR"/>
                <a:cs typeface="Noto Sans KR"/>
              </a:rPr>
              <a:t>tion)</a:t>
            </a:r>
            <a:endParaRPr sz="1200">
              <a:latin typeface="Noto Sans KR"/>
              <a:cs typeface="Noto Sans KR"/>
            </a:endParaRPr>
          </a:p>
          <a:p>
            <a:pPr marL="184150">
              <a:lnSpc>
                <a:spcPct val="100000"/>
              </a:lnSpc>
              <a:spcBef>
                <a:spcPts val="1000"/>
              </a:spcBef>
            </a:pPr>
            <a:r>
              <a:rPr sz="850" spc="-60" dirty="0">
                <a:solidFill>
                  <a:srgbClr val="374050"/>
                </a:solidFill>
                <a:latin typeface="Arial Unicode MS"/>
                <a:cs typeface="Arial Unicode MS"/>
              </a:rPr>
              <a:t>주요 이슈 유형</a:t>
            </a:r>
            <a:endParaRPr sz="850">
              <a:latin typeface="Arial Unicode MS"/>
              <a:cs typeface="Arial Unicode MS"/>
            </a:endParaRPr>
          </a:p>
          <a:p>
            <a:pPr marL="215265">
              <a:lnSpc>
                <a:spcPct val="100000"/>
              </a:lnSpc>
              <a:spcBef>
                <a:spcPts val="400"/>
              </a:spcBef>
            </a:pPr>
            <a:r>
              <a:rPr sz="850" spc="-60" dirty="0">
                <a:solidFill>
                  <a:srgbClr val="4A5462"/>
                </a:solidFill>
                <a:latin typeface="Arial Unicode MS"/>
                <a:cs typeface="Arial Unicode MS"/>
              </a:rPr>
              <a:t>환경 이슈</a:t>
            </a:r>
            <a:r>
              <a:rPr sz="900" spc="-10" dirty="0">
                <a:solidFill>
                  <a:srgbClr val="4A5462"/>
                </a:solidFill>
                <a:latin typeface="Noto Sans KR"/>
                <a:cs typeface="Noto Sans KR"/>
              </a:rPr>
              <a:t>,</a:t>
            </a:r>
            <a:r>
              <a:rPr sz="900" spc="35" dirty="0">
                <a:solidFill>
                  <a:srgbClr val="4A5462"/>
                </a:solidFill>
                <a:latin typeface="Noto Sans KR"/>
                <a:cs typeface="Noto Sans KR"/>
              </a:rPr>
              <a:t> </a:t>
            </a:r>
            <a:r>
              <a:rPr sz="850" spc="-60" dirty="0">
                <a:solidFill>
                  <a:srgbClr val="4A5462"/>
                </a:solidFill>
                <a:latin typeface="Arial Unicode MS"/>
                <a:cs typeface="Arial Unicode MS"/>
              </a:rPr>
              <a:t>권한</a:t>
            </a:r>
            <a:r>
              <a:rPr sz="850" dirty="0">
                <a:solidFill>
                  <a:srgbClr val="4A5462"/>
                </a:solidFill>
                <a:latin typeface="Arial Unicode MS"/>
                <a:cs typeface="Arial Unicode MS"/>
              </a:rPr>
              <a:t> </a:t>
            </a:r>
            <a:r>
              <a:rPr sz="850" spc="-60" dirty="0">
                <a:solidFill>
                  <a:srgbClr val="4A5462"/>
                </a:solidFill>
                <a:latin typeface="Arial Unicode MS"/>
                <a:cs typeface="Arial Unicode MS"/>
              </a:rPr>
              <a:t>우회</a:t>
            </a:r>
            <a:r>
              <a:rPr sz="900" spc="-10" dirty="0">
                <a:solidFill>
                  <a:srgbClr val="4A5462"/>
                </a:solidFill>
                <a:latin typeface="Noto Sans KR"/>
                <a:cs typeface="Noto Sans KR"/>
              </a:rPr>
              <a:t>,</a:t>
            </a:r>
            <a:r>
              <a:rPr sz="900" spc="35" dirty="0">
                <a:solidFill>
                  <a:srgbClr val="4A5462"/>
                </a:solidFill>
                <a:latin typeface="Noto Sans KR"/>
                <a:cs typeface="Noto Sans KR"/>
              </a:rPr>
              <a:t> </a:t>
            </a:r>
            <a:r>
              <a:rPr sz="850" spc="-60" dirty="0">
                <a:solidFill>
                  <a:srgbClr val="4A5462"/>
                </a:solidFill>
                <a:latin typeface="Arial Unicode MS"/>
                <a:cs typeface="Arial Unicode MS"/>
              </a:rPr>
              <a:t>대용량</a:t>
            </a:r>
            <a:r>
              <a:rPr sz="850" dirty="0">
                <a:solidFill>
                  <a:srgbClr val="4A5462"/>
                </a:solidFill>
                <a:latin typeface="Arial Unicode MS"/>
                <a:cs typeface="Arial Unicode MS"/>
              </a:rPr>
              <a:t> </a:t>
            </a:r>
            <a:r>
              <a:rPr sz="850" spc="-60" dirty="0">
                <a:solidFill>
                  <a:srgbClr val="4A5462"/>
                </a:solidFill>
                <a:latin typeface="Arial Unicode MS"/>
                <a:cs typeface="Arial Unicode MS"/>
              </a:rPr>
              <a:t>조회</a:t>
            </a:r>
            <a:r>
              <a:rPr sz="850" dirty="0">
                <a:solidFill>
                  <a:srgbClr val="4A5462"/>
                </a:solidFill>
                <a:latin typeface="Arial Unicode MS"/>
                <a:cs typeface="Arial Unicode MS"/>
              </a:rPr>
              <a:t> </a:t>
            </a:r>
            <a:r>
              <a:rPr sz="850" spc="-60" dirty="0">
                <a:solidFill>
                  <a:srgbClr val="4A5462"/>
                </a:solidFill>
                <a:latin typeface="Arial Unicode MS"/>
                <a:cs typeface="Arial Unicode MS"/>
              </a:rPr>
              <a:t>시</a:t>
            </a:r>
            <a:r>
              <a:rPr sz="850" dirty="0">
                <a:solidFill>
                  <a:srgbClr val="4A5462"/>
                </a:solidFill>
                <a:latin typeface="Arial Unicode MS"/>
                <a:cs typeface="Arial Unicode MS"/>
              </a:rPr>
              <a:t> </a:t>
            </a:r>
            <a:r>
              <a:rPr sz="850" spc="-60" dirty="0">
                <a:solidFill>
                  <a:srgbClr val="4A5462"/>
                </a:solidFill>
                <a:latin typeface="Arial Unicode MS"/>
                <a:cs typeface="Arial Unicode MS"/>
              </a:rPr>
              <a:t>타임아웃</a:t>
            </a:r>
            <a:r>
              <a:rPr sz="850" dirty="0">
                <a:solidFill>
                  <a:srgbClr val="4A5462"/>
                </a:solidFill>
                <a:latin typeface="Arial Unicode MS"/>
                <a:cs typeface="Arial Unicode MS"/>
              </a:rPr>
              <a:t> </a:t>
            </a:r>
            <a:r>
              <a:rPr sz="850" spc="-60" dirty="0">
                <a:solidFill>
                  <a:srgbClr val="4A5462"/>
                </a:solidFill>
                <a:latin typeface="Arial Unicode MS"/>
                <a:cs typeface="Arial Unicode MS"/>
              </a:rPr>
              <a:t>오류</a:t>
            </a:r>
            <a:endParaRPr sz="850">
              <a:latin typeface="Arial Unicode MS"/>
              <a:cs typeface="Arial Unicode MS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5290432" y="5430807"/>
            <a:ext cx="4586605" cy="550545"/>
            <a:chOff x="5290432" y="5430807"/>
            <a:chExt cx="4586605" cy="550545"/>
          </a:xfrm>
        </p:grpSpPr>
        <p:sp>
          <p:nvSpPr>
            <p:cNvPr id="43" name="object 43"/>
            <p:cNvSpPr/>
            <p:nvPr/>
          </p:nvSpPr>
          <p:spPr>
            <a:xfrm>
              <a:off x="5294560" y="5434935"/>
              <a:ext cx="4578350" cy="542290"/>
            </a:xfrm>
            <a:custGeom>
              <a:avLst/>
              <a:gdLst/>
              <a:ahLst/>
              <a:cxnLst/>
              <a:rect l="l" t="t" r="r" b="b"/>
              <a:pathLst>
                <a:path w="4578350" h="542289">
                  <a:moveTo>
                    <a:pt x="4577774" y="542002"/>
                  </a:moveTo>
                  <a:lnTo>
                    <a:pt x="0" y="542002"/>
                  </a:lnTo>
                  <a:lnTo>
                    <a:pt x="0" y="69221"/>
                  </a:lnTo>
                  <a:lnTo>
                    <a:pt x="15188" y="28880"/>
                  </a:lnTo>
                  <a:lnTo>
                    <a:pt x="50228" y="3777"/>
                  </a:lnTo>
                  <a:lnTo>
                    <a:pt x="69222" y="0"/>
                  </a:lnTo>
                  <a:lnTo>
                    <a:pt x="4508552" y="0"/>
                  </a:lnTo>
                  <a:lnTo>
                    <a:pt x="4548891" y="15187"/>
                  </a:lnTo>
                  <a:lnTo>
                    <a:pt x="4573995" y="50228"/>
                  </a:lnTo>
                  <a:lnTo>
                    <a:pt x="4577774" y="542002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294560" y="5434935"/>
              <a:ext cx="4578350" cy="542290"/>
            </a:xfrm>
            <a:custGeom>
              <a:avLst/>
              <a:gdLst/>
              <a:ahLst/>
              <a:cxnLst/>
              <a:rect l="l" t="t" r="r" b="b"/>
              <a:pathLst>
                <a:path w="4578350" h="542289">
                  <a:moveTo>
                    <a:pt x="0" y="542002"/>
                  </a:moveTo>
                  <a:lnTo>
                    <a:pt x="0" y="74086"/>
                  </a:lnTo>
                  <a:lnTo>
                    <a:pt x="0" y="69221"/>
                  </a:lnTo>
                  <a:lnTo>
                    <a:pt x="474" y="64403"/>
                  </a:lnTo>
                  <a:lnTo>
                    <a:pt x="12485" y="32925"/>
                  </a:lnTo>
                  <a:lnTo>
                    <a:pt x="15188" y="28880"/>
                  </a:lnTo>
                  <a:lnTo>
                    <a:pt x="18259" y="25138"/>
                  </a:lnTo>
                  <a:lnTo>
                    <a:pt x="21698" y="21698"/>
                  </a:lnTo>
                  <a:lnTo>
                    <a:pt x="25138" y="18258"/>
                  </a:lnTo>
                  <a:lnTo>
                    <a:pt x="28881" y="15187"/>
                  </a:lnTo>
                  <a:lnTo>
                    <a:pt x="32925" y="12485"/>
                  </a:lnTo>
                  <a:lnTo>
                    <a:pt x="36970" y="9782"/>
                  </a:lnTo>
                  <a:lnTo>
                    <a:pt x="59632" y="1423"/>
                  </a:lnTo>
                  <a:lnTo>
                    <a:pt x="64404" y="474"/>
                  </a:lnTo>
                  <a:lnTo>
                    <a:pt x="69222" y="0"/>
                  </a:lnTo>
                  <a:lnTo>
                    <a:pt x="74086" y="0"/>
                  </a:lnTo>
                  <a:lnTo>
                    <a:pt x="4503687" y="0"/>
                  </a:lnTo>
                  <a:lnTo>
                    <a:pt x="4508552" y="0"/>
                  </a:lnTo>
                  <a:lnTo>
                    <a:pt x="4513370" y="474"/>
                  </a:lnTo>
                  <a:lnTo>
                    <a:pt x="4518140" y="1423"/>
                  </a:lnTo>
                  <a:lnTo>
                    <a:pt x="4522911" y="2372"/>
                  </a:lnTo>
                  <a:lnTo>
                    <a:pt x="4544846" y="12485"/>
                  </a:lnTo>
                  <a:lnTo>
                    <a:pt x="4548891" y="15187"/>
                  </a:lnTo>
                  <a:lnTo>
                    <a:pt x="4552634" y="18258"/>
                  </a:lnTo>
                  <a:lnTo>
                    <a:pt x="4556074" y="21698"/>
                  </a:lnTo>
                  <a:lnTo>
                    <a:pt x="4559513" y="25138"/>
                  </a:lnTo>
                  <a:lnTo>
                    <a:pt x="4562584" y="28880"/>
                  </a:lnTo>
                  <a:lnTo>
                    <a:pt x="4565287" y="32925"/>
                  </a:lnTo>
                  <a:lnTo>
                    <a:pt x="4567990" y="36969"/>
                  </a:lnTo>
                  <a:lnTo>
                    <a:pt x="4570272" y="41239"/>
                  </a:lnTo>
                  <a:lnTo>
                    <a:pt x="4572133" y="45733"/>
                  </a:lnTo>
                  <a:lnTo>
                    <a:pt x="4573995" y="50228"/>
                  </a:lnTo>
                  <a:lnTo>
                    <a:pt x="4575400" y="54861"/>
                  </a:lnTo>
                  <a:lnTo>
                    <a:pt x="4576349" y="59632"/>
                  </a:lnTo>
                  <a:lnTo>
                    <a:pt x="4577298" y="64403"/>
                  </a:lnTo>
                  <a:lnTo>
                    <a:pt x="4577773" y="69221"/>
                  </a:lnTo>
                  <a:lnTo>
                    <a:pt x="4577774" y="74086"/>
                  </a:lnTo>
                  <a:lnTo>
                    <a:pt x="4577774" y="542002"/>
                  </a:lnTo>
                </a:path>
              </a:pathLst>
            </a:custGeom>
            <a:ln w="7798">
              <a:solidFill>
                <a:srgbClr val="BEDA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457606" y="5632469"/>
              <a:ext cx="155574" cy="190499"/>
            </a:xfrm>
            <a:prstGeom prst="rect">
              <a:avLst/>
            </a:prstGeom>
          </p:spPr>
        </p:pic>
      </p:grpSp>
      <p:sp>
        <p:nvSpPr>
          <p:cNvPr id="46" name="object 46"/>
          <p:cNvSpPr txBox="1"/>
          <p:nvPr/>
        </p:nvSpPr>
        <p:spPr>
          <a:xfrm>
            <a:off x="5730279" y="5533754"/>
            <a:ext cx="3960495" cy="415925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850" b="1" spc="-10" dirty="0">
                <a:solidFill>
                  <a:srgbClr val="1D3A8A"/>
                </a:solidFill>
                <a:latin typeface="Noto Sans KR"/>
                <a:cs typeface="Noto Sans KR"/>
              </a:rPr>
              <a:t>STRATEGIC</a:t>
            </a:r>
            <a:r>
              <a:rPr sz="850" b="1" spc="10" dirty="0">
                <a:solidFill>
                  <a:srgbClr val="1D3A8A"/>
                </a:solidFill>
                <a:latin typeface="Noto Sans KR"/>
                <a:cs typeface="Noto Sans KR"/>
              </a:rPr>
              <a:t> </a:t>
            </a:r>
            <a:r>
              <a:rPr sz="850" b="1" spc="5" dirty="0">
                <a:solidFill>
                  <a:srgbClr val="1D3A8A"/>
                </a:solidFill>
                <a:latin typeface="Noto Sans KR"/>
                <a:cs typeface="Noto Sans KR"/>
              </a:rPr>
              <a:t>INSIGHT</a:t>
            </a:r>
            <a:endParaRPr sz="850">
              <a:latin typeface="Noto Sans KR"/>
              <a:cs typeface="Noto Sans KR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850" spc="-60" dirty="0">
                <a:solidFill>
                  <a:srgbClr val="1D40AF"/>
                </a:solidFill>
                <a:latin typeface="Arial Unicode MS"/>
                <a:cs typeface="Arial Unicode MS"/>
              </a:rPr>
              <a:t>전체의 </a:t>
            </a:r>
            <a:r>
              <a:rPr sz="850" b="1" spc="5" dirty="0">
                <a:solidFill>
                  <a:srgbClr val="DB2525"/>
                </a:solidFill>
                <a:latin typeface="Noto Sans KR"/>
                <a:cs typeface="Noto Sans KR"/>
              </a:rPr>
              <a:t>61</a:t>
            </a:r>
            <a:r>
              <a:rPr sz="850" b="1" dirty="0">
                <a:solidFill>
                  <a:srgbClr val="DB2525"/>
                </a:solidFill>
                <a:latin typeface="Noto Sans KR"/>
                <a:cs typeface="Noto Sans KR"/>
              </a:rPr>
              <a:t>.</a:t>
            </a:r>
            <a:r>
              <a:rPr sz="850" b="1" spc="5" dirty="0">
                <a:solidFill>
                  <a:srgbClr val="DB2525"/>
                </a:solidFill>
                <a:latin typeface="Noto Sans KR"/>
                <a:cs typeface="Noto Sans KR"/>
              </a:rPr>
              <a:t>5%</a:t>
            </a:r>
            <a:r>
              <a:rPr sz="850" spc="-60" dirty="0">
                <a:solidFill>
                  <a:srgbClr val="1D40AF"/>
                </a:solidFill>
                <a:latin typeface="Arial Unicode MS"/>
                <a:cs typeface="Arial Unicode MS"/>
              </a:rPr>
              <a:t>를 차지하는</a:t>
            </a:r>
            <a:r>
              <a:rPr sz="850" spc="5" dirty="0">
                <a:solidFill>
                  <a:srgbClr val="1D40AF"/>
                </a:solidFill>
                <a:latin typeface="Arial Unicode MS"/>
                <a:cs typeface="Arial Unicode MS"/>
              </a:rPr>
              <a:t> </a:t>
            </a:r>
            <a:r>
              <a:rPr sz="850" b="1" dirty="0">
                <a:solidFill>
                  <a:srgbClr val="1D40AF"/>
                </a:solidFill>
                <a:latin typeface="Noto Sans KR"/>
                <a:cs typeface="Noto Sans KR"/>
              </a:rPr>
              <a:t>[S]</a:t>
            </a:r>
            <a:r>
              <a:rPr sz="850" b="1" spc="45" dirty="0">
                <a:solidFill>
                  <a:srgbClr val="1D40AF"/>
                </a:solidFill>
                <a:latin typeface="Noto Sans KR"/>
                <a:cs typeface="Noto Sans KR"/>
              </a:rPr>
              <a:t> </a:t>
            </a:r>
            <a:r>
              <a:rPr sz="850" b="1" spc="-60" dirty="0">
                <a:solidFill>
                  <a:srgbClr val="1D40AF"/>
                </a:solidFill>
                <a:latin typeface="맑은 고딕"/>
                <a:cs typeface="맑은 고딕"/>
              </a:rPr>
              <a:t>유형</a:t>
            </a:r>
            <a:r>
              <a:rPr sz="850" spc="-60" dirty="0">
                <a:solidFill>
                  <a:srgbClr val="1D40AF"/>
                </a:solidFill>
                <a:latin typeface="Arial Unicode MS"/>
                <a:cs typeface="Arial Unicode MS"/>
              </a:rPr>
              <a:t>은</a:t>
            </a:r>
            <a:r>
              <a:rPr sz="850" dirty="0">
                <a:solidFill>
                  <a:srgbClr val="1D40AF"/>
                </a:solidFill>
                <a:latin typeface="Arial Unicode MS"/>
                <a:cs typeface="Arial Unicode MS"/>
              </a:rPr>
              <a:t> </a:t>
            </a:r>
            <a:r>
              <a:rPr sz="850" spc="-60" dirty="0">
                <a:solidFill>
                  <a:srgbClr val="1D40AF"/>
                </a:solidFill>
                <a:latin typeface="Arial Unicode MS"/>
                <a:cs typeface="Arial Unicode MS"/>
              </a:rPr>
              <a:t>개발자의</a:t>
            </a:r>
            <a:r>
              <a:rPr sz="850" dirty="0">
                <a:solidFill>
                  <a:srgbClr val="1D40AF"/>
                </a:solidFill>
                <a:latin typeface="Arial Unicode MS"/>
                <a:cs typeface="Arial Unicode MS"/>
              </a:rPr>
              <a:t> </a:t>
            </a:r>
            <a:r>
              <a:rPr sz="850" spc="-60" dirty="0">
                <a:solidFill>
                  <a:srgbClr val="1D40AF"/>
                </a:solidFill>
                <a:latin typeface="Arial Unicode MS"/>
                <a:cs typeface="Arial Unicode MS"/>
              </a:rPr>
              <a:t>개별</a:t>
            </a:r>
            <a:r>
              <a:rPr sz="850" dirty="0">
                <a:solidFill>
                  <a:srgbClr val="1D40AF"/>
                </a:solidFill>
                <a:latin typeface="Arial Unicode MS"/>
                <a:cs typeface="Arial Unicode MS"/>
              </a:rPr>
              <a:t> </a:t>
            </a:r>
            <a:r>
              <a:rPr sz="850" spc="-60" dirty="0">
                <a:solidFill>
                  <a:srgbClr val="1D40AF"/>
                </a:solidFill>
                <a:latin typeface="Arial Unicode MS"/>
                <a:cs typeface="Arial Unicode MS"/>
              </a:rPr>
              <a:t>로직</a:t>
            </a:r>
            <a:r>
              <a:rPr sz="850" dirty="0">
                <a:solidFill>
                  <a:srgbClr val="1D40AF"/>
                </a:solidFill>
                <a:latin typeface="Arial Unicode MS"/>
                <a:cs typeface="Arial Unicode MS"/>
              </a:rPr>
              <a:t> </a:t>
            </a:r>
            <a:r>
              <a:rPr sz="850" spc="-60" dirty="0">
                <a:solidFill>
                  <a:srgbClr val="1D40AF"/>
                </a:solidFill>
                <a:latin typeface="Arial Unicode MS"/>
                <a:cs typeface="Arial Unicode MS"/>
              </a:rPr>
              <a:t>수정이</a:t>
            </a:r>
            <a:r>
              <a:rPr sz="850" dirty="0">
                <a:solidFill>
                  <a:srgbClr val="1D40AF"/>
                </a:solidFill>
                <a:latin typeface="Arial Unicode MS"/>
                <a:cs typeface="Arial Unicode MS"/>
              </a:rPr>
              <a:t> </a:t>
            </a:r>
            <a:r>
              <a:rPr sz="850" spc="-60" dirty="0">
                <a:solidFill>
                  <a:srgbClr val="1D40AF"/>
                </a:solidFill>
                <a:latin typeface="Arial Unicode MS"/>
                <a:cs typeface="Arial Unicode MS"/>
              </a:rPr>
              <a:t>필수적이므로</a:t>
            </a:r>
            <a:r>
              <a:rPr sz="850" dirty="0">
                <a:solidFill>
                  <a:srgbClr val="1D40AF"/>
                </a:solidFill>
                <a:latin typeface="Arial Unicode MS"/>
                <a:cs typeface="Arial Unicode MS"/>
              </a:rPr>
              <a:t> </a:t>
            </a:r>
            <a:r>
              <a:rPr sz="850" spc="-60" dirty="0">
                <a:solidFill>
                  <a:srgbClr val="1D40AF"/>
                </a:solidFill>
                <a:latin typeface="Arial Unicode MS"/>
                <a:cs typeface="Arial Unicode MS"/>
              </a:rPr>
              <a:t>단기</a:t>
            </a:r>
            <a:r>
              <a:rPr sz="850" dirty="0">
                <a:solidFill>
                  <a:srgbClr val="1D40AF"/>
                </a:solidFill>
                <a:latin typeface="Arial Unicode MS"/>
                <a:cs typeface="Arial Unicode MS"/>
              </a:rPr>
              <a:t> </a:t>
            </a:r>
            <a:r>
              <a:rPr sz="850" spc="-60" dirty="0">
                <a:solidFill>
                  <a:srgbClr val="1D40AF"/>
                </a:solidFill>
                <a:latin typeface="Arial Unicode MS"/>
                <a:cs typeface="Arial Unicode MS"/>
              </a:rPr>
              <a:t>집</a:t>
            </a:r>
            <a:endParaRPr sz="850">
              <a:latin typeface="Arial Unicode MS"/>
              <a:cs typeface="Arial Unicode MS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774192" y="1520952"/>
            <a:ext cx="4182110" cy="4456430"/>
            <a:chOff x="774192" y="1520952"/>
            <a:chExt cx="4182110" cy="4456430"/>
          </a:xfrm>
        </p:grpSpPr>
        <p:sp>
          <p:nvSpPr>
            <p:cNvPr id="48" name="object 48"/>
            <p:cNvSpPr/>
            <p:nvPr/>
          </p:nvSpPr>
          <p:spPr>
            <a:xfrm>
              <a:off x="774192" y="1520952"/>
              <a:ext cx="4182110" cy="4456430"/>
            </a:xfrm>
            <a:custGeom>
              <a:avLst/>
              <a:gdLst/>
              <a:ahLst/>
              <a:cxnLst/>
              <a:rect l="l" t="t" r="r" b="b"/>
              <a:pathLst>
                <a:path w="4182110" h="4456430">
                  <a:moveTo>
                    <a:pt x="63472" y="4455985"/>
                  </a:moveTo>
                  <a:lnTo>
                    <a:pt x="0" y="4455985"/>
                  </a:lnTo>
                  <a:lnTo>
                    <a:pt x="0" y="0"/>
                  </a:lnTo>
                  <a:lnTo>
                    <a:pt x="4181856" y="0"/>
                  </a:lnTo>
                  <a:lnTo>
                    <a:pt x="4181856" y="34183"/>
                  </a:lnTo>
                  <a:lnTo>
                    <a:pt x="149256" y="34183"/>
                  </a:lnTo>
                  <a:lnTo>
                    <a:pt x="140806" y="34591"/>
                  </a:lnTo>
                  <a:lnTo>
                    <a:pt x="101588" y="48626"/>
                  </a:lnTo>
                  <a:lnTo>
                    <a:pt x="73612" y="79487"/>
                  </a:lnTo>
                  <a:lnTo>
                    <a:pt x="63472" y="119967"/>
                  </a:lnTo>
                  <a:lnTo>
                    <a:pt x="63472" y="4455985"/>
                  </a:lnTo>
                  <a:close/>
                </a:path>
                <a:path w="4182110" h="4456430">
                  <a:moveTo>
                    <a:pt x="4181856" y="4455985"/>
                  </a:moveTo>
                  <a:lnTo>
                    <a:pt x="4118740" y="4455985"/>
                  </a:lnTo>
                  <a:lnTo>
                    <a:pt x="4118740" y="119967"/>
                  </a:lnTo>
                  <a:lnTo>
                    <a:pt x="4118332" y="111516"/>
                  </a:lnTo>
                  <a:lnTo>
                    <a:pt x="4104296" y="72299"/>
                  </a:lnTo>
                  <a:lnTo>
                    <a:pt x="4073434" y="44323"/>
                  </a:lnTo>
                  <a:lnTo>
                    <a:pt x="4032956" y="34183"/>
                  </a:lnTo>
                  <a:lnTo>
                    <a:pt x="4181856" y="34183"/>
                  </a:lnTo>
                  <a:lnTo>
                    <a:pt x="4181856" y="4455985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829865" y="1547336"/>
              <a:ext cx="4070985" cy="4429760"/>
            </a:xfrm>
            <a:custGeom>
              <a:avLst/>
              <a:gdLst/>
              <a:ahLst/>
              <a:cxnLst/>
              <a:rect l="l" t="t" r="r" b="b"/>
              <a:pathLst>
                <a:path w="4070985" h="4429760">
                  <a:moveTo>
                    <a:pt x="4070865" y="4429601"/>
                  </a:moveTo>
                  <a:lnTo>
                    <a:pt x="0" y="4429601"/>
                  </a:lnTo>
                  <a:lnTo>
                    <a:pt x="0" y="87438"/>
                  </a:lnTo>
                  <a:lnTo>
                    <a:pt x="12357" y="46700"/>
                  </a:lnTo>
                  <a:lnTo>
                    <a:pt x="46700" y="12357"/>
                  </a:lnTo>
                  <a:lnTo>
                    <a:pt x="87438" y="0"/>
                  </a:lnTo>
                  <a:lnTo>
                    <a:pt x="3983427" y="0"/>
                  </a:lnTo>
                  <a:lnTo>
                    <a:pt x="4024164" y="12357"/>
                  </a:lnTo>
                  <a:lnTo>
                    <a:pt x="4058507" y="46700"/>
                  </a:lnTo>
                  <a:lnTo>
                    <a:pt x="4070865" y="87438"/>
                  </a:lnTo>
                  <a:lnTo>
                    <a:pt x="4070865" y="442960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2361287" y="2252106"/>
            <a:ext cx="100838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spc="-85" dirty="0">
                <a:solidFill>
                  <a:srgbClr val="1F2937"/>
                </a:solidFill>
                <a:latin typeface="맑은 고딕"/>
                <a:cs typeface="맑은 고딕"/>
              </a:rPr>
              <a:t>유형별</a:t>
            </a:r>
            <a:r>
              <a:rPr sz="1100" b="1" spc="-80" dirty="0">
                <a:solidFill>
                  <a:srgbClr val="1F2937"/>
                </a:solidFill>
                <a:latin typeface="맑은 고딕"/>
                <a:cs typeface="맑은 고딕"/>
              </a:rPr>
              <a:t> </a:t>
            </a:r>
            <a:r>
              <a:rPr sz="1100" b="1" spc="-85" dirty="0">
                <a:solidFill>
                  <a:srgbClr val="1F2937"/>
                </a:solidFill>
                <a:latin typeface="맑은 고딕"/>
                <a:cs typeface="맑은 고딕"/>
              </a:rPr>
              <a:t>결함</a:t>
            </a:r>
            <a:r>
              <a:rPr sz="1100" b="1" spc="-80" dirty="0">
                <a:solidFill>
                  <a:srgbClr val="1F2937"/>
                </a:solidFill>
                <a:latin typeface="맑은 고딕"/>
                <a:cs typeface="맑은 고딕"/>
              </a:rPr>
              <a:t> </a:t>
            </a:r>
            <a:r>
              <a:rPr sz="1100" b="1" spc="-85" dirty="0">
                <a:solidFill>
                  <a:srgbClr val="1F2937"/>
                </a:solidFill>
                <a:latin typeface="맑은 고딕"/>
                <a:cs typeface="맑은 고딕"/>
              </a:rPr>
              <a:t>분포</a:t>
            </a:r>
            <a:endParaRPr sz="1100">
              <a:latin typeface="맑은 고딕"/>
              <a:cs typeface="맑은 고딕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361949" y="1227593"/>
            <a:ext cx="9973310" cy="4531360"/>
            <a:chOff x="361949" y="1227593"/>
            <a:chExt cx="9973310" cy="4531360"/>
          </a:xfrm>
        </p:grpSpPr>
        <p:pic>
          <p:nvPicPr>
            <p:cNvPr id="52" name="object 5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91364" y="5664993"/>
              <a:ext cx="93583" cy="93582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506563" y="5664993"/>
              <a:ext cx="93583" cy="93582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63823" y="2514361"/>
              <a:ext cx="3602950" cy="2963465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361949" y="1227593"/>
              <a:ext cx="9973310" cy="8255"/>
            </a:xfrm>
            <a:custGeom>
              <a:avLst/>
              <a:gdLst/>
              <a:ahLst/>
              <a:cxnLst/>
              <a:rect l="l" t="t" r="r" b="b"/>
              <a:pathLst>
                <a:path w="9973310" h="8255">
                  <a:moveTo>
                    <a:pt x="0" y="7798"/>
                  </a:moveTo>
                  <a:lnTo>
                    <a:pt x="0" y="0"/>
                  </a:lnTo>
                  <a:lnTo>
                    <a:pt x="9973120" y="0"/>
                  </a:lnTo>
                  <a:lnTo>
                    <a:pt x="9973120" y="7798"/>
                  </a:lnTo>
                  <a:lnTo>
                    <a:pt x="0" y="7798"/>
                  </a:lnTo>
                  <a:close/>
                </a:path>
              </a:pathLst>
            </a:custGeom>
            <a:solidFill>
              <a:srgbClr val="E4E7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1531346" y="5631455"/>
            <a:ext cx="82867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4A5462"/>
                </a:solidFill>
                <a:latin typeface="Noto Sans KR"/>
                <a:cs typeface="Noto Sans KR"/>
              </a:rPr>
              <a:t>[S]</a:t>
            </a:r>
            <a:r>
              <a:rPr sz="900" spc="35" dirty="0">
                <a:solidFill>
                  <a:srgbClr val="4A5462"/>
                </a:solidFill>
                <a:latin typeface="Noto Sans KR"/>
                <a:cs typeface="Noto Sans KR"/>
              </a:rPr>
              <a:t> </a:t>
            </a:r>
            <a:r>
              <a:rPr sz="850" spc="-60" dirty="0">
                <a:solidFill>
                  <a:srgbClr val="4A5462"/>
                </a:solidFill>
                <a:latin typeface="Arial Unicode MS"/>
                <a:cs typeface="Arial Unicode MS"/>
              </a:rPr>
              <a:t>기능</a:t>
            </a:r>
            <a:r>
              <a:rPr sz="850" dirty="0">
                <a:solidFill>
                  <a:srgbClr val="4A5462"/>
                </a:solidFill>
                <a:latin typeface="Arial Unicode MS"/>
                <a:cs typeface="Arial Unicode MS"/>
              </a:rPr>
              <a:t> </a:t>
            </a:r>
            <a:r>
              <a:rPr sz="850" spc="-60" dirty="0">
                <a:solidFill>
                  <a:srgbClr val="4A5462"/>
                </a:solidFill>
                <a:latin typeface="Arial Unicode MS"/>
                <a:cs typeface="Arial Unicode MS"/>
              </a:rPr>
              <a:t>시나리오</a:t>
            </a:r>
            <a:endParaRPr sz="850">
              <a:latin typeface="Arial Unicode MS"/>
              <a:cs typeface="Arial Unicode MS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2646057" y="5631455"/>
            <a:ext cx="78549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4A5462"/>
                </a:solidFill>
                <a:latin typeface="Noto Sans KR"/>
                <a:cs typeface="Noto Sans KR"/>
              </a:rPr>
              <a:t>[C]</a:t>
            </a:r>
            <a:r>
              <a:rPr sz="900" spc="5" dirty="0">
                <a:solidFill>
                  <a:srgbClr val="4A5462"/>
                </a:solidFill>
                <a:latin typeface="Noto Sans KR"/>
                <a:cs typeface="Noto Sans KR"/>
              </a:rPr>
              <a:t> </a:t>
            </a:r>
            <a:r>
              <a:rPr sz="850" spc="-35" dirty="0">
                <a:solidFill>
                  <a:srgbClr val="4A5462"/>
                </a:solidFill>
                <a:latin typeface="Arial Unicode MS"/>
                <a:cs typeface="Arial Unicode MS"/>
              </a:rPr>
              <a:t>공통</a:t>
            </a:r>
            <a:r>
              <a:rPr sz="900" spc="-35" dirty="0">
                <a:solidFill>
                  <a:srgbClr val="4A5462"/>
                </a:solidFill>
                <a:latin typeface="Noto Sans KR"/>
                <a:cs typeface="Noto Sans KR"/>
              </a:rPr>
              <a:t>/UI</a:t>
            </a:r>
            <a:r>
              <a:rPr sz="900" spc="5" dirty="0">
                <a:solidFill>
                  <a:srgbClr val="4A5462"/>
                </a:solidFill>
                <a:latin typeface="Noto Sans KR"/>
                <a:cs typeface="Noto Sans KR"/>
              </a:rPr>
              <a:t> </a:t>
            </a:r>
            <a:r>
              <a:rPr sz="850" spc="-60" dirty="0">
                <a:solidFill>
                  <a:srgbClr val="4A5462"/>
                </a:solidFill>
                <a:latin typeface="Arial Unicode MS"/>
                <a:cs typeface="Arial Unicode MS"/>
              </a:rPr>
              <a:t>표준</a:t>
            </a:r>
            <a:endParaRPr sz="850">
              <a:latin typeface="Arial Unicode MS"/>
              <a:cs typeface="Arial Unicode MS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3718120" y="5631455"/>
            <a:ext cx="63754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4A5462"/>
                </a:solidFill>
                <a:latin typeface="Noto Sans KR"/>
                <a:cs typeface="Noto Sans KR"/>
              </a:rPr>
              <a:t>[X]</a:t>
            </a:r>
            <a:r>
              <a:rPr sz="900" dirty="0">
                <a:solidFill>
                  <a:srgbClr val="4A5462"/>
                </a:solidFill>
                <a:latin typeface="Noto Sans KR"/>
                <a:cs typeface="Noto Sans KR"/>
              </a:rPr>
              <a:t> </a:t>
            </a:r>
            <a:r>
              <a:rPr sz="850" spc="-55" dirty="0">
                <a:solidFill>
                  <a:srgbClr val="4A5462"/>
                </a:solidFill>
                <a:latin typeface="Arial Unicode MS"/>
                <a:cs typeface="Arial Unicode MS"/>
              </a:rPr>
              <a:t>예외</a:t>
            </a:r>
            <a:r>
              <a:rPr sz="900" spc="-55" dirty="0">
                <a:solidFill>
                  <a:srgbClr val="4A5462"/>
                </a:solidFill>
                <a:latin typeface="Noto Sans KR"/>
                <a:cs typeface="Noto Sans KR"/>
              </a:rPr>
              <a:t>/</a:t>
            </a:r>
            <a:r>
              <a:rPr sz="850" spc="-55" dirty="0">
                <a:solidFill>
                  <a:srgbClr val="4A5462"/>
                </a:solidFill>
                <a:latin typeface="Arial Unicode MS"/>
                <a:cs typeface="Arial Unicode MS"/>
              </a:rPr>
              <a:t>기타</a:t>
            </a:r>
            <a:endParaRPr sz="850">
              <a:latin typeface="Arial Unicode MS"/>
              <a:cs typeface="Arial Unicode MS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3974986" y="1665715"/>
            <a:ext cx="814069" cy="1397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50" spc="-20" dirty="0">
                <a:solidFill>
                  <a:srgbClr val="9CA2AF"/>
                </a:solidFill>
                <a:latin typeface="Sitka Display"/>
                <a:cs typeface="Sitka Display"/>
              </a:rPr>
              <a:t>*</a:t>
            </a:r>
            <a:r>
              <a:rPr sz="700" spc="-20" dirty="0">
                <a:solidFill>
                  <a:srgbClr val="9CA2AF"/>
                </a:solidFill>
                <a:latin typeface="Arial Unicode MS"/>
                <a:cs typeface="Arial Unicode MS"/>
              </a:rPr>
              <a:t>단위</a:t>
            </a:r>
            <a:r>
              <a:rPr sz="750" spc="-20" dirty="0">
                <a:solidFill>
                  <a:srgbClr val="9CA2AF"/>
                </a:solidFill>
                <a:latin typeface="Sitka Display"/>
                <a:cs typeface="Sitka Display"/>
              </a:rPr>
              <a:t>:</a:t>
            </a:r>
            <a:r>
              <a:rPr sz="750" spc="10" dirty="0">
                <a:solidFill>
                  <a:srgbClr val="9CA2AF"/>
                </a:solidFill>
                <a:latin typeface="Sitka Display"/>
                <a:cs typeface="Sitka Display"/>
              </a:rPr>
              <a:t> </a:t>
            </a:r>
            <a:r>
              <a:rPr sz="700" spc="-25" dirty="0">
                <a:solidFill>
                  <a:srgbClr val="9CA2AF"/>
                </a:solidFill>
                <a:latin typeface="Arial Unicode MS"/>
                <a:cs typeface="Arial Unicode MS"/>
              </a:rPr>
              <a:t>건수</a:t>
            </a:r>
            <a:r>
              <a:rPr sz="700" spc="-5" dirty="0">
                <a:solidFill>
                  <a:srgbClr val="9CA2AF"/>
                </a:solidFill>
                <a:latin typeface="Arial Unicode MS"/>
                <a:cs typeface="Arial Unicode MS"/>
              </a:rPr>
              <a:t> </a:t>
            </a:r>
            <a:r>
              <a:rPr sz="750" spc="-70" dirty="0">
                <a:solidFill>
                  <a:srgbClr val="9CA2AF"/>
                </a:solidFill>
                <a:latin typeface="Sitka Display"/>
                <a:cs typeface="Sitka Display"/>
              </a:rPr>
              <a:t>(</a:t>
            </a:r>
            <a:r>
              <a:rPr sz="700" spc="-70" dirty="0">
                <a:solidFill>
                  <a:srgbClr val="9CA2AF"/>
                </a:solidFill>
                <a:latin typeface="Arial Unicode MS"/>
                <a:cs typeface="Arial Unicode MS"/>
              </a:rPr>
              <a:t>비중</a:t>
            </a:r>
            <a:r>
              <a:rPr sz="750" spc="-70" dirty="0">
                <a:solidFill>
                  <a:srgbClr val="9CA2AF"/>
                </a:solidFill>
                <a:latin typeface="Sitka Display"/>
                <a:cs typeface="Sitka Display"/>
              </a:rPr>
              <a:t>%)</a:t>
            </a:r>
            <a:endParaRPr sz="750">
              <a:latin typeface="Sitka Display"/>
              <a:cs typeface="Sitka Display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817165" y="598805"/>
            <a:ext cx="1709420" cy="1568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b="1" spc="70" dirty="0">
                <a:solidFill>
                  <a:srgbClr val="1D3A8A"/>
                </a:solidFill>
                <a:latin typeface="Noto Sans KR"/>
                <a:cs typeface="Noto Sans KR"/>
              </a:rPr>
              <a:t>ITERATION</a:t>
            </a:r>
            <a:r>
              <a:rPr sz="850" b="1" spc="195" dirty="0">
                <a:solidFill>
                  <a:srgbClr val="1D3A8A"/>
                </a:solidFill>
                <a:latin typeface="Noto Sans KR"/>
                <a:cs typeface="Noto Sans KR"/>
              </a:rPr>
              <a:t> </a:t>
            </a:r>
            <a:r>
              <a:rPr sz="850" b="1" spc="5" dirty="0">
                <a:solidFill>
                  <a:srgbClr val="1D3A8A"/>
                </a:solidFill>
                <a:latin typeface="Noto Sans KR"/>
                <a:cs typeface="Noto Sans KR"/>
              </a:rPr>
              <a:t>2</a:t>
            </a:r>
            <a:r>
              <a:rPr sz="850" b="1" spc="10" dirty="0">
                <a:solidFill>
                  <a:srgbClr val="1D3A8A"/>
                </a:solidFill>
                <a:latin typeface="Noto Sans KR"/>
                <a:cs typeface="Noto Sans KR"/>
              </a:rPr>
              <a:t> </a:t>
            </a:r>
            <a:r>
              <a:rPr sz="850" b="1" spc="-20" dirty="0">
                <a:solidFill>
                  <a:srgbClr val="1D3A8A"/>
                </a:solidFill>
                <a:latin typeface="맑은 고딕"/>
                <a:cs typeface="맑은 고딕"/>
              </a:rPr>
              <a:t>결함</a:t>
            </a:r>
            <a:r>
              <a:rPr sz="850" b="1" spc="95" dirty="0">
                <a:solidFill>
                  <a:srgbClr val="1D3A8A"/>
                </a:solidFill>
                <a:latin typeface="맑은 고딕"/>
                <a:cs typeface="맑은 고딕"/>
              </a:rPr>
              <a:t> </a:t>
            </a:r>
            <a:r>
              <a:rPr sz="850" b="1" spc="-20" dirty="0">
                <a:solidFill>
                  <a:srgbClr val="1D3A8A"/>
                </a:solidFill>
                <a:latin typeface="맑은 고딕"/>
                <a:cs typeface="맑은 고딕"/>
              </a:rPr>
              <a:t>분석</a:t>
            </a:r>
            <a:r>
              <a:rPr sz="850" b="1" spc="95" dirty="0">
                <a:solidFill>
                  <a:srgbClr val="1D3A8A"/>
                </a:solidFill>
                <a:latin typeface="맑은 고딕"/>
                <a:cs typeface="맑은 고딕"/>
              </a:rPr>
              <a:t> </a:t>
            </a:r>
            <a:r>
              <a:rPr sz="850" b="1" spc="-5" dirty="0">
                <a:solidFill>
                  <a:srgbClr val="1D3A8A"/>
                </a:solidFill>
                <a:latin typeface="맑은 고딕"/>
                <a:cs typeface="맑은 고딕"/>
              </a:rPr>
              <a:t>보고서</a:t>
            </a:r>
            <a:endParaRPr sz="850">
              <a:latin typeface="맑은 고딕"/>
              <a:cs typeface="맑은 고딕"/>
            </a:endParaRPr>
          </a:p>
        </p:txBody>
      </p:sp>
      <p:sp>
        <p:nvSpPr>
          <p:cNvPr id="61" name="object 61"/>
          <p:cNvSpPr txBox="1">
            <a:spLocks noGrp="1"/>
          </p:cNvSpPr>
          <p:nvPr>
            <p:ph type="title"/>
          </p:nvPr>
        </p:nvSpPr>
        <p:spPr>
          <a:xfrm>
            <a:off x="817165" y="778172"/>
            <a:ext cx="2945765" cy="3067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5" dirty="0"/>
              <a:t>2.</a:t>
            </a:r>
            <a:r>
              <a:rPr spc="75" dirty="0"/>
              <a:t> </a:t>
            </a:r>
            <a:r>
              <a:rPr spc="-10" dirty="0"/>
              <a:t>유효</a:t>
            </a:r>
            <a:r>
              <a:rPr spc="80" dirty="0"/>
              <a:t> </a:t>
            </a:r>
            <a:r>
              <a:rPr spc="-10" dirty="0"/>
              <a:t>결함</a:t>
            </a:r>
            <a:r>
              <a:rPr spc="80" dirty="0"/>
              <a:t> </a:t>
            </a:r>
            <a:r>
              <a:rPr spc="-10" dirty="0"/>
              <a:t>유형별</a:t>
            </a:r>
            <a:r>
              <a:rPr spc="80" dirty="0"/>
              <a:t> </a:t>
            </a:r>
            <a:r>
              <a:rPr spc="-10" dirty="0"/>
              <a:t>심층</a:t>
            </a:r>
            <a:r>
              <a:rPr spc="80" dirty="0"/>
              <a:t> </a:t>
            </a:r>
            <a:r>
              <a:rPr spc="-10" dirty="0"/>
              <a:t>분석</a:t>
            </a:r>
          </a:p>
        </p:txBody>
      </p:sp>
      <p:sp>
        <p:nvSpPr>
          <p:cNvPr id="62" name="object 62"/>
          <p:cNvSpPr txBox="1"/>
          <p:nvPr/>
        </p:nvSpPr>
        <p:spPr>
          <a:xfrm>
            <a:off x="3865440" y="824964"/>
            <a:ext cx="1049020" cy="250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450" b="0" spc="10" dirty="0">
                <a:solidFill>
                  <a:srgbClr val="9CA2AF"/>
                </a:solidFill>
                <a:latin typeface="Noto Sans KR Medium"/>
                <a:cs typeface="Noto Sans KR Medium"/>
              </a:rPr>
              <a:t>[C/S/X</a:t>
            </a:r>
            <a:r>
              <a:rPr sz="1450" b="0" spc="50" dirty="0">
                <a:solidFill>
                  <a:srgbClr val="9CA2AF"/>
                </a:solidFill>
                <a:latin typeface="Noto Sans KR Medium"/>
                <a:cs typeface="Noto Sans KR Medium"/>
              </a:rPr>
              <a:t> </a:t>
            </a:r>
            <a:r>
              <a:rPr sz="1450" spc="-65" dirty="0">
                <a:solidFill>
                  <a:srgbClr val="9CA2AF"/>
                </a:solidFill>
                <a:latin typeface="Arial Unicode MS"/>
                <a:cs typeface="Arial Unicode MS"/>
              </a:rPr>
              <a:t>체계</a:t>
            </a:r>
            <a:r>
              <a:rPr sz="1450" b="0" spc="-65" dirty="0">
                <a:solidFill>
                  <a:srgbClr val="9CA2AF"/>
                </a:solidFill>
                <a:latin typeface="Noto Sans KR Medium"/>
                <a:cs typeface="Noto Sans KR Medium"/>
              </a:rPr>
              <a:t>]</a:t>
            </a:r>
            <a:endParaRPr sz="1450">
              <a:latin typeface="Noto Sans KR Medium"/>
              <a:cs typeface="Noto Sans KR Medium"/>
            </a:endParaRPr>
          </a:p>
        </p:txBody>
      </p:sp>
      <p:pic>
        <p:nvPicPr>
          <p:cNvPr id="63" name="object 6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839826" y="945177"/>
            <a:ext cx="107949" cy="111124"/>
          </a:xfrm>
          <a:prstGeom prst="rect">
            <a:avLst/>
          </a:prstGeom>
        </p:spPr>
      </p:pic>
      <p:sp>
        <p:nvSpPr>
          <p:cNvPr id="64" name="object 64"/>
          <p:cNvSpPr txBox="1"/>
          <p:nvPr/>
        </p:nvSpPr>
        <p:spPr>
          <a:xfrm>
            <a:off x="7998695" y="904354"/>
            <a:ext cx="789305" cy="1739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50" spc="-130" dirty="0">
                <a:solidFill>
                  <a:srgbClr val="6A7280"/>
                </a:solidFill>
                <a:latin typeface="Noto Sans KR"/>
                <a:cs typeface="Noto Sans KR"/>
              </a:rPr>
              <a:t>T</a:t>
            </a:r>
            <a:r>
              <a:rPr sz="950" spc="-50" dirty="0">
                <a:solidFill>
                  <a:srgbClr val="6A7280"/>
                </a:solidFill>
                <a:latin typeface="Noto Sans KR"/>
                <a:cs typeface="Noto Sans KR"/>
              </a:rPr>
              <a:t>ar</a:t>
            </a:r>
            <a:r>
              <a:rPr sz="950" spc="-70" dirty="0">
                <a:solidFill>
                  <a:srgbClr val="6A7280"/>
                </a:solidFill>
                <a:latin typeface="Noto Sans KR"/>
                <a:cs typeface="Noto Sans KR"/>
              </a:rPr>
              <a:t>g</a:t>
            </a:r>
            <a:r>
              <a:rPr sz="950" spc="-65" dirty="0">
                <a:solidFill>
                  <a:srgbClr val="6A7280"/>
                </a:solidFill>
                <a:latin typeface="Noto Sans KR"/>
                <a:cs typeface="Noto Sans KR"/>
              </a:rPr>
              <a:t>e</a:t>
            </a:r>
            <a:r>
              <a:rPr sz="950" spc="-35" dirty="0">
                <a:solidFill>
                  <a:srgbClr val="6A7280"/>
                </a:solidFill>
                <a:latin typeface="Noto Sans KR"/>
                <a:cs typeface="Noto Sans KR"/>
              </a:rPr>
              <a:t>t</a:t>
            </a:r>
            <a:r>
              <a:rPr sz="950" spc="25" dirty="0">
                <a:solidFill>
                  <a:srgbClr val="6A7280"/>
                </a:solidFill>
                <a:latin typeface="Noto Sans KR"/>
                <a:cs typeface="Noto Sans KR"/>
              </a:rPr>
              <a:t> </a:t>
            </a:r>
            <a:r>
              <a:rPr sz="950" spc="-40" dirty="0">
                <a:solidFill>
                  <a:srgbClr val="6A7280"/>
                </a:solidFill>
                <a:latin typeface="Noto Sans KR"/>
                <a:cs typeface="Noto Sans KR"/>
              </a:rPr>
              <a:t>Analysis</a:t>
            </a:r>
            <a:endParaRPr sz="950">
              <a:latin typeface="Noto Sans KR"/>
              <a:cs typeface="Noto Sans KR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8886882" y="904354"/>
            <a:ext cx="1002030" cy="1739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50" spc="-60" dirty="0">
                <a:solidFill>
                  <a:srgbClr val="6A7280"/>
                </a:solidFill>
                <a:latin typeface="Arial Unicode MS"/>
                <a:cs typeface="Arial Unicode MS"/>
              </a:rPr>
              <a:t>유효 결함 </a:t>
            </a:r>
            <a:r>
              <a:rPr sz="950" spc="-50" dirty="0">
                <a:solidFill>
                  <a:srgbClr val="6A7280"/>
                </a:solidFill>
                <a:latin typeface="Noto Sans KR"/>
                <a:cs typeface="Noto Sans KR"/>
              </a:rPr>
              <a:t>192</a:t>
            </a:r>
            <a:r>
              <a:rPr sz="850" spc="-60" dirty="0">
                <a:solidFill>
                  <a:srgbClr val="6A7280"/>
                </a:solidFill>
                <a:latin typeface="Arial Unicode MS"/>
                <a:cs typeface="Arial Unicode MS"/>
              </a:rPr>
              <a:t>건 대상</a:t>
            </a:r>
            <a:endParaRPr sz="850">
              <a:latin typeface="Arial Unicode MS"/>
              <a:cs typeface="Arial Unicode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61949" y="1227593"/>
            <a:ext cx="9974580" cy="5974080"/>
            <a:chOff x="361949" y="1227593"/>
            <a:chExt cx="9974580" cy="5974080"/>
          </a:xfrm>
        </p:grpSpPr>
        <p:sp>
          <p:nvSpPr>
            <p:cNvPr id="3" name="object 3"/>
            <p:cNvSpPr/>
            <p:nvPr/>
          </p:nvSpPr>
          <p:spPr>
            <a:xfrm>
              <a:off x="361949" y="1227593"/>
              <a:ext cx="9973310" cy="4749800"/>
            </a:xfrm>
            <a:custGeom>
              <a:avLst/>
              <a:gdLst/>
              <a:ahLst/>
              <a:cxnLst/>
              <a:rect l="l" t="t" r="r" b="b"/>
              <a:pathLst>
                <a:path w="9973310" h="4749800">
                  <a:moveTo>
                    <a:pt x="0" y="0"/>
                  </a:moveTo>
                  <a:lnTo>
                    <a:pt x="9973120" y="0"/>
                  </a:lnTo>
                  <a:lnTo>
                    <a:pt x="9973120" y="4749343"/>
                  </a:lnTo>
                  <a:lnTo>
                    <a:pt x="0" y="47493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117312" y="1742301"/>
              <a:ext cx="3759200" cy="15875"/>
            </a:xfrm>
            <a:custGeom>
              <a:avLst/>
              <a:gdLst/>
              <a:ahLst/>
              <a:cxnLst/>
              <a:rect l="l" t="t" r="r" b="b"/>
              <a:pathLst>
                <a:path w="3759200" h="15875">
                  <a:moveTo>
                    <a:pt x="3758922" y="15597"/>
                  </a:moveTo>
                  <a:lnTo>
                    <a:pt x="0" y="15597"/>
                  </a:lnTo>
                  <a:lnTo>
                    <a:pt x="0" y="0"/>
                  </a:lnTo>
                  <a:lnTo>
                    <a:pt x="3758922" y="0"/>
                  </a:lnTo>
                  <a:lnTo>
                    <a:pt x="3758922" y="15597"/>
                  </a:lnTo>
                  <a:close/>
                </a:path>
              </a:pathLst>
            </a:custGeom>
            <a:solidFill>
              <a:srgbClr val="E4E7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6104611" y="1464043"/>
            <a:ext cx="1612265" cy="2133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00" spc="459" dirty="0">
                <a:solidFill>
                  <a:srgbClr val="1F2937"/>
                </a:solidFill>
                <a:latin typeface="Segoe UI Symbol"/>
                <a:cs typeface="Segoe UI Symbol"/>
              </a:rPr>
              <a:t>🚨</a:t>
            </a:r>
            <a:r>
              <a:rPr sz="900" spc="60" dirty="0">
                <a:solidFill>
                  <a:srgbClr val="1F2937"/>
                </a:solidFill>
                <a:latin typeface="Segoe UI Symbol"/>
                <a:cs typeface="Segoe UI Symbol"/>
              </a:rPr>
              <a:t> </a:t>
            </a:r>
            <a:r>
              <a:rPr sz="1100" b="1" spc="-85" dirty="0">
                <a:solidFill>
                  <a:srgbClr val="1F2937"/>
                </a:solidFill>
                <a:latin typeface="맑은 고딕"/>
                <a:cs typeface="맑은 고딕"/>
              </a:rPr>
              <a:t>집중</a:t>
            </a:r>
            <a:r>
              <a:rPr sz="1100" b="1" spc="-80" dirty="0">
                <a:solidFill>
                  <a:srgbClr val="1F2937"/>
                </a:solidFill>
                <a:latin typeface="맑은 고딕"/>
                <a:cs typeface="맑은 고딕"/>
              </a:rPr>
              <a:t> </a:t>
            </a:r>
            <a:r>
              <a:rPr sz="1100" b="1" spc="-85" dirty="0">
                <a:solidFill>
                  <a:srgbClr val="1F2937"/>
                </a:solidFill>
                <a:latin typeface="맑은 고딕"/>
                <a:cs typeface="맑은 고딕"/>
              </a:rPr>
              <a:t>관리</a:t>
            </a:r>
            <a:r>
              <a:rPr sz="1100" b="1" spc="-80" dirty="0">
                <a:solidFill>
                  <a:srgbClr val="1F2937"/>
                </a:solidFill>
                <a:latin typeface="맑은 고딕"/>
                <a:cs typeface="맑은 고딕"/>
              </a:rPr>
              <a:t> </a:t>
            </a:r>
            <a:r>
              <a:rPr sz="1100" b="1" spc="-85" dirty="0">
                <a:solidFill>
                  <a:srgbClr val="1F2937"/>
                </a:solidFill>
                <a:latin typeface="맑은 고딕"/>
                <a:cs typeface="맑은 고딕"/>
              </a:rPr>
              <a:t>대상</a:t>
            </a:r>
            <a:r>
              <a:rPr sz="1100" b="1" spc="-80" dirty="0">
                <a:solidFill>
                  <a:srgbClr val="1F2937"/>
                </a:solidFill>
                <a:latin typeface="맑은 고딕"/>
                <a:cs typeface="맑은 고딕"/>
              </a:rPr>
              <a:t> </a:t>
            </a:r>
            <a:r>
              <a:rPr sz="1200" b="1" spc="-35" dirty="0">
                <a:solidFill>
                  <a:srgbClr val="1F2937"/>
                </a:solidFill>
                <a:latin typeface="Kalinga"/>
                <a:cs typeface="Kalinga"/>
              </a:rPr>
              <a:t>(</a:t>
            </a:r>
            <a:r>
              <a:rPr sz="1200" b="1" spc="-150" dirty="0">
                <a:solidFill>
                  <a:srgbClr val="1F2937"/>
                </a:solidFill>
                <a:latin typeface="Kalinga"/>
                <a:cs typeface="Kalinga"/>
              </a:rPr>
              <a:t>T</a:t>
            </a:r>
            <a:r>
              <a:rPr sz="1200" b="1" spc="-70" dirty="0">
                <a:solidFill>
                  <a:srgbClr val="1F2937"/>
                </a:solidFill>
                <a:latin typeface="Kalinga"/>
                <a:cs typeface="Kalinga"/>
              </a:rPr>
              <a:t>o</a:t>
            </a:r>
            <a:r>
              <a:rPr sz="1200" b="1" spc="-65" dirty="0">
                <a:solidFill>
                  <a:srgbClr val="1F2937"/>
                </a:solidFill>
                <a:latin typeface="Kalinga"/>
                <a:cs typeface="Kalinga"/>
              </a:rPr>
              <a:t>p</a:t>
            </a:r>
            <a:r>
              <a:rPr sz="1200" b="1" spc="-5" dirty="0">
                <a:solidFill>
                  <a:srgbClr val="1F2937"/>
                </a:solidFill>
                <a:latin typeface="Kalinga"/>
                <a:cs typeface="Kalinga"/>
              </a:rPr>
              <a:t> </a:t>
            </a:r>
            <a:r>
              <a:rPr sz="1200" b="1" spc="-50" dirty="0">
                <a:solidFill>
                  <a:srgbClr val="1F2937"/>
                </a:solidFill>
                <a:latin typeface="Kalinga"/>
                <a:cs typeface="Kalinga"/>
              </a:rPr>
              <a:t>3</a:t>
            </a:r>
            <a:r>
              <a:rPr sz="1200" b="1" spc="-35" dirty="0">
                <a:solidFill>
                  <a:srgbClr val="1F2937"/>
                </a:solidFill>
                <a:latin typeface="Kalinga"/>
                <a:cs typeface="Kalinga"/>
              </a:rPr>
              <a:t>)</a:t>
            </a:r>
            <a:endParaRPr sz="1200">
              <a:latin typeface="Kalinga"/>
              <a:cs typeface="Kaling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4192" y="1435608"/>
            <a:ext cx="9089390" cy="4541520"/>
            <a:chOff x="774192" y="1435608"/>
            <a:chExt cx="9089390" cy="4541520"/>
          </a:xfrm>
        </p:grpSpPr>
        <p:sp>
          <p:nvSpPr>
            <p:cNvPr id="7" name="object 7"/>
            <p:cNvSpPr/>
            <p:nvPr/>
          </p:nvSpPr>
          <p:spPr>
            <a:xfrm>
              <a:off x="6130460" y="5953541"/>
              <a:ext cx="3733165" cy="23495"/>
            </a:xfrm>
            <a:custGeom>
              <a:avLst/>
              <a:gdLst/>
              <a:ahLst/>
              <a:cxnLst/>
              <a:rect l="l" t="t" r="r" b="b"/>
              <a:pathLst>
                <a:path w="3733165" h="23495">
                  <a:moveTo>
                    <a:pt x="3732621" y="23395"/>
                  </a:moveTo>
                  <a:lnTo>
                    <a:pt x="0" y="23395"/>
                  </a:lnTo>
                  <a:lnTo>
                    <a:pt x="10973" y="12422"/>
                  </a:lnTo>
                  <a:lnTo>
                    <a:pt x="17720" y="7914"/>
                  </a:lnTo>
                  <a:lnTo>
                    <a:pt x="33007" y="1582"/>
                  </a:lnTo>
                  <a:lnTo>
                    <a:pt x="40966" y="0"/>
                  </a:lnTo>
                  <a:lnTo>
                    <a:pt x="3691656" y="0"/>
                  </a:lnTo>
                  <a:lnTo>
                    <a:pt x="3699614" y="1582"/>
                  </a:lnTo>
                  <a:lnTo>
                    <a:pt x="3714900" y="7914"/>
                  </a:lnTo>
                  <a:lnTo>
                    <a:pt x="3721647" y="12422"/>
                  </a:lnTo>
                  <a:lnTo>
                    <a:pt x="3732621" y="23395"/>
                  </a:lnTo>
                  <a:close/>
                </a:path>
              </a:pathLst>
            </a:custGeom>
            <a:solidFill>
              <a:srgbClr val="FE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137249" y="5953543"/>
              <a:ext cx="3726179" cy="23495"/>
            </a:xfrm>
            <a:custGeom>
              <a:avLst/>
              <a:gdLst/>
              <a:ahLst/>
              <a:cxnLst/>
              <a:rect l="l" t="t" r="r" b="b"/>
              <a:pathLst>
                <a:path w="3726179" h="23495">
                  <a:moveTo>
                    <a:pt x="22707" y="11518"/>
                  </a:moveTo>
                  <a:lnTo>
                    <a:pt x="19875" y="4216"/>
                  </a:lnTo>
                  <a:lnTo>
                    <a:pt x="10922" y="7924"/>
                  </a:lnTo>
                  <a:lnTo>
                    <a:pt x="4178" y="12433"/>
                  </a:lnTo>
                  <a:lnTo>
                    <a:pt x="0" y="16611"/>
                  </a:lnTo>
                  <a:lnTo>
                    <a:pt x="5511" y="22555"/>
                  </a:lnTo>
                  <a:lnTo>
                    <a:pt x="9893" y="18402"/>
                  </a:lnTo>
                  <a:lnTo>
                    <a:pt x="19672" y="12509"/>
                  </a:lnTo>
                  <a:lnTo>
                    <a:pt x="22707" y="11518"/>
                  </a:lnTo>
                  <a:close/>
                </a:path>
                <a:path w="3726179" h="23495">
                  <a:moveTo>
                    <a:pt x="65836" y="0"/>
                  </a:moveTo>
                  <a:lnTo>
                    <a:pt x="35331" y="0"/>
                  </a:lnTo>
                  <a:lnTo>
                    <a:pt x="36283" y="8407"/>
                  </a:lnTo>
                  <a:lnTo>
                    <a:pt x="42443" y="7797"/>
                  </a:lnTo>
                  <a:lnTo>
                    <a:pt x="65836" y="7797"/>
                  </a:lnTo>
                  <a:lnTo>
                    <a:pt x="65836" y="0"/>
                  </a:lnTo>
                  <a:close/>
                </a:path>
                <a:path w="3726179" h="23495">
                  <a:moveTo>
                    <a:pt x="104863" y="0"/>
                  </a:moveTo>
                  <a:lnTo>
                    <a:pt x="81470" y="0"/>
                  </a:lnTo>
                  <a:lnTo>
                    <a:pt x="81470" y="7797"/>
                  </a:lnTo>
                  <a:lnTo>
                    <a:pt x="104863" y="7797"/>
                  </a:lnTo>
                  <a:lnTo>
                    <a:pt x="104863" y="0"/>
                  </a:lnTo>
                  <a:close/>
                </a:path>
                <a:path w="3726179" h="23495">
                  <a:moveTo>
                    <a:pt x="143891" y="0"/>
                  </a:moveTo>
                  <a:lnTo>
                    <a:pt x="120497" y="0"/>
                  </a:lnTo>
                  <a:lnTo>
                    <a:pt x="120497" y="7797"/>
                  </a:lnTo>
                  <a:lnTo>
                    <a:pt x="143891" y="7797"/>
                  </a:lnTo>
                  <a:lnTo>
                    <a:pt x="143891" y="0"/>
                  </a:lnTo>
                  <a:close/>
                </a:path>
                <a:path w="3726179" h="23495">
                  <a:moveTo>
                    <a:pt x="182918" y="0"/>
                  </a:moveTo>
                  <a:lnTo>
                    <a:pt x="159524" y="0"/>
                  </a:lnTo>
                  <a:lnTo>
                    <a:pt x="159524" y="7797"/>
                  </a:lnTo>
                  <a:lnTo>
                    <a:pt x="182918" y="7797"/>
                  </a:lnTo>
                  <a:lnTo>
                    <a:pt x="182918" y="0"/>
                  </a:lnTo>
                  <a:close/>
                </a:path>
                <a:path w="3726179" h="23495">
                  <a:moveTo>
                    <a:pt x="221945" y="0"/>
                  </a:moveTo>
                  <a:lnTo>
                    <a:pt x="198551" y="0"/>
                  </a:lnTo>
                  <a:lnTo>
                    <a:pt x="198551" y="7797"/>
                  </a:lnTo>
                  <a:lnTo>
                    <a:pt x="221945" y="7797"/>
                  </a:lnTo>
                  <a:lnTo>
                    <a:pt x="221945" y="0"/>
                  </a:lnTo>
                  <a:close/>
                </a:path>
                <a:path w="3726179" h="23495">
                  <a:moveTo>
                    <a:pt x="260972" y="0"/>
                  </a:moveTo>
                  <a:lnTo>
                    <a:pt x="237578" y="0"/>
                  </a:lnTo>
                  <a:lnTo>
                    <a:pt x="237578" y="7797"/>
                  </a:lnTo>
                  <a:lnTo>
                    <a:pt x="260972" y="7797"/>
                  </a:lnTo>
                  <a:lnTo>
                    <a:pt x="260972" y="0"/>
                  </a:lnTo>
                  <a:close/>
                </a:path>
                <a:path w="3726179" h="23495">
                  <a:moveTo>
                    <a:pt x="299999" y="0"/>
                  </a:moveTo>
                  <a:lnTo>
                    <a:pt x="276606" y="0"/>
                  </a:lnTo>
                  <a:lnTo>
                    <a:pt x="276606" y="7797"/>
                  </a:lnTo>
                  <a:lnTo>
                    <a:pt x="299999" y="7797"/>
                  </a:lnTo>
                  <a:lnTo>
                    <a:pt x="299999" y="0"/>
                  </a:lnTo>
                  <a:close/>
                </a:path>
                <a:path w="3726179" h="23495">
                  <a:moveTo>
                    <a:pt x="339039" y="0"/>
                  </a:moveTo>
                  <a:lnTo>
                    <a:pt x="315633" y="0"/>
                  </a:lnTo>
                  <a:lnTo>
                    <a:pt x="315633" y="7797"/>
                  </a:lnTo>
                  <a:lnTo>
                    <a:pt x="339039" y="7797"/>
                  </a:lnTo>
                  <a:lnTo>
                    <a:pt x="339039" y="0"/>
                  </a:lnTo>
                  <a:close/>
                </a:path>
                <a:path w="3726179" h="23495">
                  <a:moveTo>
                    <a:pt x="378066" y="0"/>
                  </a:moveTo>
                  <a:lnTo>
                    <a:pt x="354660" y="0"/>
                  </a:lnTo>
                  <a:lnTo>
                    <a:pt x="354660" y="7797"/>
                  </a:lnTo>
                  <a:lnTo>
                    <a:pt x="378066" y="7797"/>
                  </a:lnTo>
                  <a:lnTo>
                    <a:pt x="378066" y="0"/>
                  </a:lnTo>
                  <a:close/>
                </a:path>
                <a:path w="3726179" h="23495">
                  <a:moveTo>
                    <a:pt x="417093" y="0"/>
                  </a:moveTo>
                  <a:lnTo>
                    <a:pt x="393687" y="0"/>
                  </a:lnTo>
                  <a:lnTo>
                    <a:pt x="393687" y="7797"/>
                  </a:lnTo>
                  <a:lnTo>
                    <a:pt x="417093" y="7797"/>
                  </a:lnTo>
                  <a:lnTo>
                    <a:pt x="417093" y="0"/>
                  </a:lnTo>
                  <a:close/>
                </a:path>
                <a:path w="3726179" h="23495">
                  <a:moveTo>
                    <a:pt x="456120" y="0"/>
                  </a:moveTo>
                  <a:lnTo>
                    <a:pt x="432714" y="0"/>
                  </a:lnTo>
                  <a:lnTo>
                    <a:pt x="432714" y="7797"/>
                  </a:lnTo>
                  <a:lnTo>
                    <a:pt x="456120" y="7797"/>
                  </a:lnTo>
                  <a:lnTo>
                    <a:pt x="456120" y="0"/>
                  </a:lnTo>
                  <a:close/>
                </a:path>
                <a:path w="3726179" h="23495">
                  <a:moveTo>
                    <a:pt x="495147" y="0"/>
                  </a:moveTo>
                  <a:lnTo>
                    <a:pt x="471741" y="0"/>
                  </a:lnTo>
                  <a:lnTo>
                    <a:pt x="471741" y="7797"/>
                  </a:lnTo>
                  <a:lnTo>
                    <a:pt x="495147" y="7797"/>
                  </a:lnTo>
                  <a:lnTo>
                    <a:pt x="495147" y="0"/>
                  </a:lnTo>
                  <a:close/>
                </a:path>
                <a:path w="3726179" h="23495">
                  <a:moveTo>
                    <a:pt x="534174" y="0"/>
                  </a:moveTo>
                  <a:lnTo>
                    <a:pt x="510768" y="0"/>
                  </a:lnTo>
                  <a:lnTo>
                    <a:pt x="510768" y="7797"/>
                  </a:lnTo>
                  <a:lnTo>
                    <a:pt x="534174" y="7797"/>
                  </a:lnTo>
                  <a:lnTo>
                    <a:pt x="534174" y="0"/>
                  </a:lnTo>
                  <a:close/>
                </a:path>
                <a:path w="3726179" h="23495">
                  <a:moveTo>
                    <a:pt x="573201" y="0"/>
                  </a:moveTo>
                  <a:lnTo>
                    <a:pt x="549808" y="0"/>
                  </a:lnTo>
                  <a:lnTo>
                    <a:pt x="549808" y="7797"/>
                  </a:lnTo>
                  <a:lnTo>
                    <a:pt x="573201" y="7797"/>
                  </a:lnTo>
                  <a:lnTo>
                    <a:pt x="573201" y="0"/>
                  </a:lnTo>
                  <a:close/>
                </a:path>
                <a:path w="3726179" h="23495">
                  <a:moveTo>
                    <a:pt x="612228" y="0"/>
                  </a:moveTo>
                  <a:lnTo>
                    <a:pt x="588835" y="0"/>
                  </a:lnTo>
                  <a:lnTo>
                    <a:pt x="588835" y="7797"/>
                  </a:lnTo>
                  <a:lnTo>
                    <a:pt x="612228" y="7797"/>
                  </a:lnTo>
                  <a:lnTo>
                    <a:pt x="612228" y="0"/>
                  </a:lnTo>
                  <a:close/>
                </a:path>
                <a:path w="3726179" h="23495">
                  <a:moveTo>
                    <a:pt x="651256" y="0"/>
                  </a:moveTo>
                  <a:lnTo>
                    <a:pt x="627862" y="0"/>
                  </a:lnTo>
                  <a:lnTo>
                    <a:pt x="627862" y="7797"/>
                  </a:lnTo>
                  <a:lnTo>
                    <a:pt x="651256" y="7797"/>
                  </a:lnTo>
                  <a:lnTo>
                    <a:pt x="651256" y="0"/>
                  </a:lnTo>
                  <a:close/>
                </a:path>
                <a:path w="3726179" h="23495">
                  <a:moveTo>
                    <a:pt x="690283" y="0"/>
                  </a:moveTo>
                  <a:lnTo>
                    <a:pt x="666889" y="0"/>
                  </a:lnTo>
                  <a:lnTo>
                    <a:pt x="666889" y="7797"/>
                  </a:lnTo>
                  <a:lnTo>
                    <a:pt x="690283" y="7797"/>
                  </a:lnTo>
                  <a:lnTo>
                    <a:pt x="690283" y="0"/>
                  </a:lnTo>
                  <a:close/>
                </a:path>
                <a:path w="3726179" h="23495">
                  <a:moveTo>
                    <a:pt x="729310" y="0"/>
                  </a:moveTo>
                  <a:lnTo>
                    <a:pt x="705916" y="0"/>
                  </a:lnTo>
                  <a:lnTo>
                    <a:pt x="705916" y="7797"/>
                  </a:lnTo>
                  <a:lnTo>
                    <a:pt x="729310" y="7797"/>
                  </a:lnTo>
                  <a:lnTo>
                    <a:pt x="729310" y="0"/>
                  </a:lnTo>
                  <a:close/>
                </a:path>
                <a:path w="3726179" h="23495">
                  <a:moveTo>
                    <a:pt x="768337" y="0"/>
                  </a:moveTo>
                  <a:lnTo>
                    <a:pt x="744943" y="0"/>
                  </a:lnTo>
                  <a:lnTo>
                    <a:pt x="744943" y="7797"/>
                  </a:lnTo>
                  <a:lnTo>
                    <a:pt x="768337" y="7797"/>
                  </a:lnTo>
                  <a:lnTo>
                    <a:pt x="768337" y="0"/>
                  </a:lnTo>
                  <a:close/>
                </a:path>
                <a:path w="3726179" h="23495">
                  <a:moveTo>
                    <a:pt x="807364" y="0"/>
                  </a:moveTo>
                  <a:lnTo>
                    <a:pt x="783971" y="0"/>
                  </a:lnTo>
                  <a:lnTo>
                    <a:pt x="783971" y="7797"/>
                  </a:lnTo>
                  <a:lnTo>
                    <a:pt x="807364" y="7797"/>
                  </a:lnTo>
                  <a:lnTo>
                    <a:pt x="807364" y="0"/>
                  </a:lnTo>
                  <a:close/>
                </a:path>
                <a:path w="3726179" h="23495">
                  <a:moveTo>
                    <a:pt x="846391" y="0"/>
                  </a:moveTo>
                  <a:lnTo>
                    <a:pt x="822998" y="0"/>
                  </a:lnTo>
                  <a:lnTo>
                    <a:pt x="822998" y="7797"/>
                  </a:lnTo>
                  <a:lnTo>
                    <a:pt x="846391" y="7797"/>
                  </a:lnTo>
                  <a:lnTo>
                    <a:pt x="846391" y="0"/>
                  </a:lnTo>
                  <a:close/>
                </a:path>
                <a:path w="3726179" h="23495">
                  <a:moveTo>
                    <a:pt x="885418" y="0"/>
                  </a:moveTo>
                  <a:lnTo>
                    <a:pt x="862025" y="0"/>
                  </a:lnTo>
                  <a:lnTo>
                    <a:pt x="862025" y="7797"/>
                  </a:lnTo>
                  <a:lnTo>
                    <a:pt x="885418" y="7797"/>
                  </a:lnTo>
                  <a:lnTo>
                    <a:pt x="885418" y="0"/>
                  </a:lnTo>
                  <a:close/>
                </a:path>
                <a:path w="3726179" h="23495">
                  <a:moveTo>
                    <a:pt x="924445" y="0"/>
                  </a:moveTo>
                  <a:lnTo>
                    <a:pt x="901052" y="0"/>
                  </a:lnTo>
                  <a:lnTo>
                    <a:pt x="901052" y="7797"/>
                  </a:lnTo>
                  <a:lnTo>
                    <a:pt x="924445" y="7797"/>
                  </a:lnTo>
                  <a:lnTo>
                    <a:pt x="924445" y="0"/>
                  </a:lnTo>
                  <a:close/>
                </a:path>
                <a:path w="3726179" h="23495">
                  <a:moveTo>
                    <a:pt x="963472" y="0"/>
                  </a:moveTo>
                  <a:lnTo>
                    <a:pt x="940079" y="0"/>
                  </a:lnTo>
                  <a:lnTo>
                    <a:pt x="940079" y="7797"/>
                  </a:lnTo>
                  <a:lnTo>
                    <a:pt x="963472" y="7797"/>
                  </a:lnTo>
                  <a:lnTo>
                    <a:pt x="963472" y="0"/>
                  </a:lnTo>
                  <a:close/>
                </a:path>
                <a:path w="3726179" h="23495">
                  <a:moveTo>
                    <a:pt x="1002499" y="0"/>
                  </a:moveTo>
                  <a:lnTo>
                    <a:pt x="979106" y="0"/>
                  </a:lnTo>
                  <a:lnTo>
                    <a:pt x="979106" y="7797"/>
                  </a:lnTo>
                  <a:lnTo>
                    <a:pt x="1002499" y="7797"/>
                  </a:lnTo>
                  <a:lnTo>
                    <a:pt x="1002499" y="0"/>
                  </a:lnTo>
                  <a:close/>
                </a:path>
                <a:path w="3726179" h="23495">
                  <a:moveTo>
                    <a:pt x="1041527" y="0"/>
                  </a:moveTo>
                  <a:lnTo>
                    <a:pt x="1018133" y="0"/>
                  </a:lnTo>
                  <a:lnTo>
                    <a:pt x="1018133" y="7797"/>
                  </a:lnTo>
                  <a:lnTo>
                    <a:pt x="1041527" y="7797"/>
                  </a:lnTo>
                  <a:lnTo>
                    <a:pt x="1041527" y="0"/>
                  </a:lnTo>
                  <a:close/>
                </a:path>
                <a:path w="3726179" h="23495">
                  <a:moveTo>
                    <a:pt x="1080554" y="0"/>
                  </a:moveTo>
                  <a:lnTo>
                    <a:pt x="1057160" y="0"/>
                  </a:lnTo>
                  <a:lnTo>
                    <a:pt x="1057160" y="7797"/>
                  </a:lnTo>
                  <a:lnTo>
                    <a:pt x="1080554" y="7797"/>
                  </a:lnTo>
                  <a:lnTo>
                    <a:pt x="1080554" y="0"/>
                  </a:lnTo>
                  <a:close/>
                </a:path>
                <a:path w="3726179" h="23495">
                  <a:moveTo>
                    <a:pt x="1119581" y="0"/>
                  </a:moveTo>
                  <a:lnTo>
                    <a:pt x="1096187" y="0"/>
                  </a:lnTo>
                  <a:lnTo>
                    <a:pt x="1096187" y="7797"/>
                  </a:lnTo>
                  <a:lnTo>
                    <a:pt x="1119581" y="7797"/>
                  </a:lnTo>
                  <a:lnTo>
                    <a:pt x="1119581" y="0"/>
                  </a:lnTo>
                  <a:close/>
                </a:path>
                <a:path w="3726179" h="23495">
                  <a:moveTo>
                    <a:pt x="1158608" y="0"/>
                  </a:moveTo>
                  <a:lnTo>
                    <a:pt x="1135214" y="0"/>
                  </a:lnTo>
                  <a:lnTo>
                    <a:pt x="1135214" y="7797"/>
                  </a:lnTo>
                  <a:lnTo>
                    <a:pt x="1158608" y="7797"/>
                  </a:lnTo>
                  <a:lnTo>
                    <a:pt x="1158608" y="0"/>
                  </a:lnTo>
                  <a:close/>
                </a:path>
                <a:path w="3726179" h="23495">
                  <a:moveTo>
                    <a:pt x="1197635" y="0"/>
                  </a:moveTo>
                  <a:lnTo>
                    <a:pt x="1174242" y="0"/>
                  </a:lnTo>
                  <a:lnTo>
                    <a:pt x="1174242" y="7797"/>
                  </a:lnTo>
                  <a:lnTo>
                    <a:pt x="1197635" y="7797"/>
                  </a:lnTo>
                  <a:lnTo>
                    <a:pt x="1197635" y="0"/>
                  </a:lnTo>
                  <a:close/>
                </a:path>
                <a:path w="3726179" h="23495">
                  <a:moveTo>
                    <a:pt x="1236662" y="0"/>
                  </a:moveTo>
                  <a:lnTo>
                    <a:pt x="1213269" y="0"/>
                  </a:lnTo>
                  <a:lnTo>
                    <a:pt x="1213269" y="7797"/>
                  </a:lnTo>
                  <a:lnTo>
                    <a:pt x="1236662" y="7797"/>
                  </a:lnTo>
                  <a:lnTo>
                    <a:pt x="1236662" y="0"/>
                  </a:lnTo>
                  <a:close/>
                </a:path>
                <a:path w="3726179" h="23495">
                  <a:moveTo>
                    <a:pt x="1275689" y="0"/>
                  </a:moveTo>
                  <a:lnTo>
                    <a:pt x="1252296" y="0"/>
                  </a:lnTo>
                  <a:lnTo>
                    <a:pt x="1252296" y="7797"/>
                  </a:lnTo>
                  <a:lnTo>
                    <a:pt x="1275689" y="7797"/>
                  </a:lnTo>
                  <a:lnTo>
                    <a:pt x="1275689" y="0"/>
                  </a:lnTo>
                  <a:close/>
                </a:path>
                <a:path w="3726179" h="23495">
                  <a:moveTo>
                    <a:pt x="1314716" y="0"/>
                  </a:moveTo>
                  <a:lnTo>
                    <a:pt x="1291323" y="0"/>
                  </a:lnTo>
                  <a:lnTo>
                    <a:pt x="1291323" y="7797"/>
                  </a:lnTo>
                  <a:lnTo>
                    <a:pt x="1314716" y="7797"/>
                  </a:lnTo>
                  <a:lnTo>
                    <a:pt x="1314716" y="0"/>
                  </a:lnTo>
                  <a:close/>
                </a:path>
                <a:path w="3726179" h="23495">
                  <a:moveTo>
                    <a:pt x="1353743" y="0"/>
                  </a:moveTo>
                  <a:lnTo>
                    <a:pt x="1330350" y="0"/>
                  </a:lnTo>
                  <a:lnTo>
                    <a:pt x="1330350" y="7797"/>
                  </a:lnTo>
                  <a:lnTo>
                    <a:pt x="1353743" y="7797"/>
                  </a:lnTo>
                  <a:lnTo>
                    <a:pt x="1353743" y="0"/>
                  </a:lnTo>
                  <a:close/>
                </a:path>
                <a:path w="3726179" h="23495">
                  <a:moveTo>
                    <a:pt x="1392770" y="0"/>
                  </a:moveTo>
                  <a:lnTo>
                    <a:pt x="1369377" y="0"/>
                  </a:lnTo>
                  <a:lnTo>
                    <a:pt x="1369377" y="7797"/>
                  </a:lnTo>
                  <a:lnTo>
                    <a:pt x="1392770" y="7797"/>
                  </a:lnTo>
                  <a:lnTo>
                    <a:pt x="1392770" y="0"/>
                  </a:lnTo>
                  <a:close/>
                </a:path>
                <a:path w="3726179" h="23495">
                  <a:moveTo>
                    <a:pt x="1431798" y="0"/>
                  </a:moveTo>
                  <a:lnTo>
                    <a:pt x="1408404" y="0"/>
                  </a:lnTo>
                  <a:lnTo>
                    <a:pt x="1408404" y="7797"/>
                  </a:lnTo>
                  <a:lnTo>
                    <a:pt x="1431798" y="7797"/>
                  </a:lnTo>
                  <a:lnTo>
                    <a:pt x="1431798" y="0"/>
                  </a:lnTo>
                  <a:close/>
                </a:path>
                <a:path w="3726179" h="23495">
                  <a:moveTo>
                    <a:pt x="1470825" y="0"/>
                  </a:moveTo>
                  <a:lnTo>
                    <a:pt x="1447431" y="0"/>
                  </a:lnTo>
                  <a:lnTo>
                    <a:pt x="1447431" y="7797"/>
                  </a:lnTo>
                  <a:lnTo>
                    <a:pt x="1470825" y="7797"/>
                  </a:lnTo>
                  <a:lnTo>
                    <a:pt x="1470825" y="0"/>
                  </a:lnTo>
                  <a:close/>
                </a:path>
                <a:path w="3726179" h="23495">
                  <a:moveTo>
                    <a:pt x="1509852" y="0"/>
                  </a:moveTo>
                  <a:lnTo>
                    <a:pt x="1486458" y="0"/>
                  </a:lnTo>
                  <a:lnTo>
                    <a:pt x="1486458" y="7797"/>
                  </a:lnTo>
                  <a:lnTo>
                    <a:pt x="1509852" y="7797"/>
                  </a:lnTo>
                  <a:lnTo>
                    <a:pt x="1509852" y="0"/>
                  </a:lnTo>
                  <a:close/>
                </a:path>
                <a:path w="3726179" h="23495">
                  <a:moveTo>
                    <a:pt x="1548879" y="0"/>
                  </a:moveTo>
                  <a:lnTo>
                    <a:pt x="1525485" y="0"/>
                  </a:lnTo>
                  <a:lnTo>
                    <a:pt x="1525485" y="7797"/>
                  </a:lnTo>
                  <a:lnTo>
                    <a:pt x="1548879" y="7797"/>
                  </a:lnTo>
                  <a:lnTo>
                    <a:pt x="1548879" y="0"/>
                  </a:lnTo>
                  <a:close/>
                </a:path>
                <a:path w="3726179" h="23495">
                  <a:moveTo>
                    <a:pt x="1587906" y="0"/>
                  </a:moveTo>
                  <a:lnTo>
                    <a:pt x="1564513" y="0"/>
                  </a:lnTo>
                  <a:lnTo>
                    <a:pt x="1564513" y="7797"/>
                  </a:lnTo>
                  <a:lnTo>
                    <a:pt x="1587906" y="7797"/>
                  </a:lnTo>
                  <a:lnTo>
                    <a:pt x="1587906" y="0"/>
                  </a:lnTo>
                  <a:close/>
                </a:path>
                <a:path w="3726179" h="23495">
                  <a:moveTo>
                    <a:pt x="1626946" y="0"/>
                  </a:moveTo>
                  <a:lnTo>
                    <a:pt x="1603540" y="0"/>
                  </a:lnTo>
                  <a:lnTo>
                    <a:pt x="1603540" y="7797"/>
                  </a:lnTo>
                  <a:lnTo>
                    <a:pt x="1626946" y="7797"/>
                  </a:lnTo>
                  <a:lnTo>
                    <a:pt x="1626946" y="0"/>
                  </a:lnTo>
                  <a:close/>
                </a:path>
                <a:path w="3726179" h="23495">
                  <a:moveTo>
                    <a:pt x="1665973" y="0"/>
                  </a:moveTo>
                  <a:lnTo>
                    <a:pt x="1642567" y="0"/>
                  </a:lnTo>
                  <a:lnTo>
                    <a:pt x="1642567" y="7797"/>
                  </a:lnTo>
                  <a:lnTo>
                    <a:pt x="1665973" y="7797"/>
                  </a:lnTo>
                  <a:lnTo>
                    <a:pt x="1665973" y="0"/>
                  </a:lnTo>
                  <a:close/>
                </a:path>
                <a:path w="3726179" h="23495">
                  <a:moveTo>
                    <a:pt x="1705000" y="0"/>
                  </a:moveTo>
                  <a:lnTo>
                    <a:pt x="1681594" y="0"/>
                  </a:lnTo>
                  <a:lnTo>
                    <a:pt x="1681594" y="7797"/>
                  </a:lnTo>
                  <a:lnTo>
                    <a:pt x="1705000" y="7797"/>
                  </a:lnTo>
                  <a:lnTo>
                    <a:pt x="1705000" y="0"/>
                  </a:lnTo>
                  <a:close/>
                </a:path>
                <a:path w="3726179" h="23495">
                  <a:moveTo>
                    <a:pt x="1744027" y="0"/>
                  </a:moveTo>
                  <a:lnTo>
                    <a:pt x="1720621" y="0"/>
                  </a:lnTo>
                  <a:lnTo>
                    <a:pt x="1720621" y="7797"/>
                  </a:lnTo>
                  <a:lnTo>
                    <a:pt x="1744027" y="7797"/>
                  </a:lnTo>
                  <a:lnTo>
                    <a:pt x="1744027" y="0"/>
                  </a:lnTo>
                  <a:close/>
                </a:path>
                <a:path w="3726179" h="23495">
                  <a:moveTo>
                    <a:pt x="1783054" y="0"/>
                  </a:moveTo>
                  <a:lnTo>
                    <a:pt x="1759648" y="0"/>
                  </a:lnTo>
                  <a:lnTo>
                    <a:pt x="1759648" y="7797"/>
                  </a:lnTo>
                  <a:lnTo>
                    <a:pt x="1783054" y="7797"/>
                  </a:lnTo>
                  <a:lnTo>
                    <a:pt x="1783054" y="0"/>
                  </a:lnTo>
                  <a:close/>
                </a:path>
                <a:path w="3726179" h="23495">
                  <a:moveTo>
                    <a:pt x="1822081" y="0"/>
                  </a:moveTo>
                  <a:lnTo>
                    <a:pt x="1798675" y="0"/>
                  </a:lnTo>
                  <a:lnTo>
                    <a:pt x="1798675" y="7797"/>
                  </a:lnTo>
                  <a:lnTo>
                    <a:pt x="1822081" y="7797"/>
                  </a:lnTo>
                  <a:lnTo>
                    <a:pt x="1822081" y="0"/>
                  </a:lnTo>
                  <a:close/>
                </a:path>
                <a:path w="3726179" h="23495">
                  <a:moveTo>
                    <a:pt x="1861108" y="0"/>
                  </a:moveTo>
                  <a:lnTo>
                    <a:pt x="1837715" y="0"/>
                  </a:lnTo>
                  <a:lnTo>
                    <a:pt x="1837715" y="7797"/>
                  </a:lnTo>
                  <a:lnTo>
                    <a:pt x="1861108" y="7797"/>
                  </a:lnTo>
                  <a:lnTo>
                    <a:pt x="1861108" y="0"/>
                  </a:lnTo>
                  <a:close/>
                </a:path>
                <a:path w="3726179" h="23495">
                  <a:moveTo>
                    <a:pt x="1900135" y="0"/>
                  </a:moveTo>
                  <a:lnTo>
                    <a:pt x="1876742" y="0"/>
                  </a:lnTo>
                  <a:lnTo>
                    <a:pt x="1876742" y="7797"/>
                  </a:lnTo>
                  <a:lnTo>
                    <a:pt x="1900135" y="7797"/>
                  </a:lnTo>
                  <a:lnTo>
                    <a:pt x="1900135" y="0"/>
                  </a:lnTo>
                  <a:close/>
                </a:path>
                <a:path w="3726179" h="23495">
                  <a:moveTo>
                    <a:pt x="1939163" y="0"/>
                  </a:moveTo>
                  <a:lnTo>
                    <a:pt x="1915769" y="0"/>
                  </a:lnTo>
                  <a:lnTo>
                    <a:pt x="1915769" y="7797"/>
                  </a:lnTo>
                  <a:lnTo>
                    <a:pt x="1939163" y="7797"/>
                  </a:lnTo>
                  <a:lnTo>
                    <a:pt x="1939163" y="0"/>
                  </a:lnTo>
                  <a:close/>
                </a:path>
                <a:path w="3726179" h="23495">
                  <a:moveTo>
                    <a:pt x="1978190" y="0"/>
                  </a:moveTo>
                  <a:lnTo>
                    <a:pt x="1954796" y="0"/>
                  </a:lnTo>
                  <a:lnTo>
                    <a:pt x="1954796" y="7797"/>
                  </a:lnTo>
                  <a:lnTo>
                    <a:pt x="1978190" y="7797"/>
                  </a:lnTo>
                  <a:lnTo>
                    <a:pt x="1978190" y="0"/>
                  </a:lnTo>
                  <a:close/>
                </a:path>
                <a:path w="3726179" h="23495">
                  <a:moveTo>
                    <a:pt x="2017217" y="0"/>
                  </a:moveTo>
                  <a:lnTo>
                    <a:pt x="1993823" y="0"/>
                  </a:lnTo>
                  <a:lnTo>
                    <a:pt x="1993823" y="7797"/>
                  </a:lnTo>
                  <a:lnTo>
                    <a:pt x="2017217" y="7797"/>
                  </a:lnTo>
                  <a:lnTo>
                    <a:pt x="2017217" y="0"/>
                  </a:lnTo>
                  <a:close/>
                </a:path>
                <a:path w="3726179" h="23495">
                  <a:moveTo>
                    <a:pt x="2056244" y="0"/>
                  </a:moveTo>
                  <a:lnTo>
                    <a:pt x="2032850" y="0"/>
                  </a:lnTo>
                  <a:lnTo>
                    <a:pt x="2032850" y="7797"/>
                  </a:lnTo>
                  <a:lnTo>
                    <a:pt x="2056244" y="7797"/>
                  </a:lnTo>
                  <a:lnTo>
                    <a:pt x="2056244" y="0"/>
                  </a:lnTo>
                  <a:close/>
                </a:path>
                <a:path w="3726179" h="23495">
                  <a:moveTo>
                    <a:pt x="2095271" y="0"/>
                  </a:moveTo>
                  <a:lnTo>
                    <a:pt x="2071878" y="0"/>
                  </a:lnTo>
                  <a:lnTo>
                    <a:pt x="2071878" y="7797"/>
                  </a:lnTo>
                  <a:lnTo>
                    <a:pt x="2095271" y="7797"/>
                  </a:lnTo>
                  <a:lnTo>
                    <a:pt x="2095271" y="0"/>
                  </a:lnTo>
                  <a:close/>
                </a:path>
                <a:path w="3726179" h="23495">
                  <a:moveTo>
                    <a:pt x="2134298" y="0"/>
                  </a:moveTo>
                  <a:lnTo>
                    <a:pt x="2110905" y="0"/>
                  </a:lnTo>
                  <a:lnTo>
                    <a:pt x="2110905" y="7797"/>
                  </a:lnTo>
                  <a:lnTo>
                    <a:pt x="2134298" y="7797"/>
                  </a:lnTo>
                  <a:lnTo>
                    <a:pt x="2134298" y="0"/>
                  </a:lnTo>
                  <a:close/>
                </a:path>
                <a:path w="3726179" h="23495">
                  <a:moveTo>
                    <a:pt x="2173325" y="0"/>
                  </a:moveTo>
                  <a:lnTo>
                    <a:pt x="2149932" y="0"/>
                  </a:lnTo>
                  <a:lnTo>
                    <a:pt x="2149932" y="7797"/>
                  </a:lnTo>
                  <a:lnTo>
                    <a:pt x="2173325" y="7797"/>
                  </a:lnTo>
                  <a:lnTo>
                    <a:pt x="2173325" y="0"/>
                  </a:lnTo>
                  <a:close/>
                </a:path>
                <a:path w="3726179" h="23495">
                  <a:moveTo>
                    <a:pt x="2212352" y="0"/>
                  </a:moveTo>
                  <a:lnTo>
                    <a:pt x="2188959" y="0"/>
                  </a:lnTo>
                  <a:lnTo>
                    <a:pt x="2188959" y="7797"/>
                  </a:lnTo>
                  <a:lnTo>
                    <a:pt x="2212352" y="7797"/>
                  </a:lnTo>
                  <a:lnTo>
                    <a:pt x="2212352" y="0"/>
                  </a:lnTo>
                  <a:close/>
                </a:path>
                <a:path w="3726179" h="23495">
                  <a:moveTo>
                    <a:pt x="2251379" y="0"/>
                  </a:moveTo>
                  <a:lnTo>
                    <a:pt x="2227986" y="0"/>
                  </a:lnTo>
                  <a:lnTo>
                    <a:pt x="2227986" y="7797"/>
                  </a:lnTo>
                  <a:lnTo>
                    <a:pt x="2251379" y="7797"/>
                  </a:lnTo>
                  <a:lnTo>
                    <a:pt x="2251379" y="0"/>
                  </a:lnTo>
                  <a:close/>
                </a:path>
                <a:path w="3726179" h="23495">
                  <a:moveTo>
                    <a:pt x="2290407" y="0"/>
                  </a:moveTo>
                  <a:lnTo>
                    <a:pt x="2267013" y="0"/>
                  </a:lnTo>
                  <a:lnTo>
                    <a:pt x="2267013" y="7797"/>
                  </a:lnTo>
                  <a:lnTo>
                    <a:pt x="2290407" y="7797"/>
                  </a:lnTo>
                  <a:lnTo>
                    <a:pt x="2290407" y="0"/>
                  </a:lnTo>
                  <a:close/>
                </a:path>
                <a:path w="3726179" h="23495">
                  <a:moveTo>
                    <a:pt x="2329434" y="0"/>
                  </a:moveTo>
                  <a:lnTo>
                    <a:pt x="2306040" y="0"/>
                  </a:lnTo>
                  <a:lnTo>
                    <a:pt x="2306040" y="7797"/>
                  </a:lnTo>
                  <a:lnTo>
                    <a:pt x="2329434" y="7797"/>
                  </a:lnTo>
                  <a:lnTo>
                    <a:pt x="2329434" y="0"/>
                  </a:lnTo>
                  <a:close/>
                </a:path>
                <a:path w="3726179" h="23495">
                  <a:moveTo>
                    <a:pt x="2368461" y="0"/>
                  </a:moveTo>
                  <a:lnTo>
                    <a:pt x="2345067" y="0"/>
                  </a:lnTo>
                  <a:lnTo>
                    <a:pt x="2345067" y="7797"/>
                  </a:lnTo>
                  <a:lnTo>
                    <a:pt x="2368461" y="7797"/>
                  </a:lnTo>
                  <a:lnTo>
                    <a:pt x="2368461" y="0"/>
                  </a:lnTo>
                  <a:close/>
                </a:path>
                <a:path w="3726179" h="23495">
                  <a:moveTo>
                    <a:pt x="2407488" y="0"/>
                  </a:moveTo>
                  <a:lnTo>
                    <a:pt x="2384094" y="0"/>
                  </a:lnTo>
                  <a:lnTo>
                    <a:pt x="2384094" y="7797"/>
                  </a:lnTo>
                  <a:lnTo>
                    <a:pt x="2407488" y="7797"/>
                  </a:lnTo>
                  <a:lnTo>
                    <a:pt x="2407488" y="0"/>
                  </a:lnTo>
                  <a:close/>
                </a:path>
                <a:path w="3726179" h="23495">
                  <a:moveTo>
                    <a:pt x="2446515" y="0"/>
                  </a:moveTo>
                  <a:lnTo>
                    <a:pt x="2423122" y="0"/>
                  </a:lnTo>
                  <a:lnTo>
                    <a:pt x="2423122" y="7797"/>
                  </a:lnTo>
                  <a:lnTo>
                    <a:pt x="2446515" y="7797"/>
                  </a:lnTo>
                  <a:lnTo>
                    <a:pt x="2446515" y="0"/>
                  </a:lnTo>
                  <a:close/>
                </a:path>
                <a:path w="3726179" h="23495">
                  <a:moveTo>
                    <a:pt x="2485542" y="0"/>
                  </a:moveTo>
                  <a:lnTo>
                    <a:pt x="2462149" y="0"/>
                  </a:lnTo>
                  <a:lnTo>
                    <a:pt x="2462149" y="7797"/>
                  </a:lnTo>
                  <a:lnTo>
                    <a:pt x="2485542" y="7797"/>
                  </a:lnTo>
                  <a:lnTo>
                    <a:pt x="2485542" y="0"/>
                  </a:lnTo>
                  <a:close/>
                </a:path>
                <a:path w="3726179" h="23495">
                  <a:moveTo>
                    <a:pt x="2524569" y="0"/>
                  </a:moveTo>
                  <a:lnTo>
                    <a:pt x="2501176" y="0"/>
                  </a:lnTo>
                  <a:lnTo>
                    <a:pt x="2501176" y="7797"/>
                  </a:lnTo>
                  <a:lnTo>
                    <a:pt x="2524569" y="7797"/>
                  </a:lnTo>
                  <a:lnTo>
                    <a:pt x="2524569" y="0"/>
                  </a:lnTo>
                  <a:close/>
                </a:path>
                <a:path w="3726179" h="23495">
                  <a:moveTo>
                    <a:pt x="2563596" y="0"/>
                  </a:moveTo>
                  <a:lnTo>
                    <a:pt x="2540203" y="0"/>
                  </a:lnTo>
                  <a:lnTo>
                    <a:pt x="2540203" y="7797"/>
                  </a:lnTo>
                  <a:lnTo>
                    <a:pt x="2563596" y="7797"/>
                  </a:lnTo>
                  <a:lnTo>
                    <a:pt x="2563596" y="0"/>
                  </a:lnTo>
                  <a:close/>
                </a:path>
                <a:path w="3726179" h="23495">
                  <a:moveTo>
                    <a:pt x="2602623" y="0"/>
                  </a:moveTo>
                  <a:lnTo>
                    <a:pt x="2579230" y="0"/>
                  </a:lnTo>
                  <a:lnTo>
                    <a:pt x="2579230" y="7797"/>
                  </a:lnTo>
                  <a:lnTo>
                    <a:pt x="2602623" y="7797"/>
                  </a:lnTo>
                  <a:lnTo>
                    <a:pt x="2602623" y="0"/>
                  </a:lnTo>
                  <a:close/>
                </a:path>
                <a:path w="3726179" h="23495">
                  <a:moveTo>
                    <a:pt x="2641650" y="0"/>
                  </a:moveTo>
                  <a:lnTo>
                    <a:pt x="2618257" y="0"/>
                  </a:lnTo>
                  <a:lnTo>
                    <a:pt x="2618257" y="7797"/>
                  </a:lnTo>
                  <a:lnTo>
                    <a:pt x="2641650" y="7797"/>
                  </a:lnTo>
                  <a:lnTo>
                    <a:pt x="2641650" y="0"/>
                  </a:lnTo>
                  <a:close/>
                </a:path>
                <a:path w="3726179" h="23495">
                  <a:moveTo>
                    <a:pt x="2680678" y="0"/>
                  </a:moveTo>
                  <a:lnTo>
                    <a:pt x="2657284" y="0"/>
                  </a:lnTo>
                  <a:lnTo>
                    <a:pt x="2657284" y="7797"/>
                  </a:lnTo>
                  <a:lnTo>
                    <a:pt x="2680678" y="7797"/>
                  </a:lnTo>
                  <a:lnTo>
                    <a:pt x="2680678" y="0"/>
                  </a:lnTo>
                  <a:close/>
                </a:path>
                <a:path w="3726179" h="23495">
                  <a:moveTo>
                    <a:pt x="2719705" y="0"/>
                  </a:moveTo>
                  <a:lnTo>
                    <a:pt x="2696311" y="0"/>
                  </a:lnTo>
                  <a:lnTo>
                    <a:pt x="2696311" y="7797"/>
                  </a:lnTo>
                  <a:lnTo>
                    <a:pt x="2719705" y="7797"/>
                  </a:lnTo>
                  <a:lnTo>
                    <a:pt x="2719705" y="0"/>
                  </a:lnTo>
                  <a:close/>
                </a:path>
                <a:path w="3726179" h="23495">
                  <a:moveTo>
                    <a:pt x="2758732" y="0"/>
                  </a:moveTo>
                  <a:lnTo>
                    <a:pt x="2735338" y="0"/>
                  </a:lnTo>
                  <a:lnTo>
                    <a:pt x="2735338" y="7797"/>
                  </a:lnTo>
                  <a:lnTo>
                    <a:pt x="2758732" y="7797"/>
                  </a:lnTo>
                  <a:lnTo>
                    <a:pt x="2758732" y="0"/>
                  </a:lnTo>
                  <a:close/>
                </a:path>
                <a:path w="3726179" h="23495">
                  <a:moveTo>
                    <a:pt x="2797759" y="0"/>
                  </a:moveTo>
                  <a:lnTo>
                    <a:pt x="2774365" y="0"/>
                  </a:lnTo>
                  <a:lnTo>
                    <a:pt x="2774365" y="7797"/>
                  </a:lnTo>
                  <a:lnTo>
                    <a:pt x="2797759" y="7797"/>
                  </a:lnTo>
                  <a:lnTo>
                    <a:pt x="2797759" y="0"/>
                  </a:lnTo>
                  <a:close/>
                </a:path>
                <a:path w="3726179" h="23495">
                  <a:moveTo>
                    <a:pt x="2836786" y="0"/>
                  </a:moveTo>
                  <a:lnTo>
                    <a:pt x="2813393" y="0"/>
                  </a:lnTo>
                  <a:lnTo>
                    <a:pt x="2813393" y="7797"/>
                  </a:lnTo>
                  <a:lnTo>
                    <a:pt x="2836786" y="7797"/>
                  </a:lnTo>
                  <a:lnTo>
                    <a:pt x="2836786" y="0"/>
                  </a:lnTo>
                  <a:close/>
                </a:path>
                <a:path w="3726179" h="23495">
                  <a:moveTo>
                    <a:pt x="2875813" y="0"/>
                  </a:moveTo>
                  <a:lnTo>
                    <a:pt x="2852420" y="0"/>
                  </a:lnTo>
                  <a:lnTo>
                    <a:pt x="2852420" y="7797"/>
                  </a:lnTo>
                  <a:lnTo>
                    <a:pt x="2875813" y="7797"/>
                  </a:lnTo>
                  <a:lnTo>
                    <a:pt x="2875813" y="0"/>
                  </a:lnTo>
                  <a:close/>
                </a:path>
                <a:path w="3726179" h="23495">
                  <a:moveTo>
                    <a:pt x="2914840" y="0"/>
                  </a:moveTo>
                  <a:lnTo>
                    <a:pt x="2891447" y="0"/>
                  </a:lnTo>
                  <a:lnTo>
                    <a:pt x="2891447" y="7797"/>
                  </a:lnTo>
                  <a:lnTo>
                    <a:pt x="2914840" y="7797"/>
                  </a:lnTo>
                  <a:lnTo>
                    <a:pt x="2914840" y="0"/>
                  </a:lnTo>
                  <a:close/>
                </a:path>
                <a:path w="3726179" h="23495">
                  <a:moveTo>
                    <a:pt x="2953867" y="0"/>
                  </a:moveTo>
                  <a:lnTo>
                    <a:pt x="2930474" y="0"/>
                  </a:lnTo>
                  <a:lnTo>
                    <a:pt x="2930474" y="7797"/>
                  </a:lnTo>
                  <a:lnTo>
                    <a:pt x="2953867" y="7797"/>
                  </a:lnTo>
                  <a:lnTo>
                    <a:pt x="2953867" y="0"/>
                  </a:lnTo>
                  <a:close/>
                </a:path>
                <a:path w="3726179" h="23495">
                  <a:moveTo>
                    <a:pt x="2992907" y="0"/>
                  </a:moveTo>
                  <a:lnTo>
                    <a:pt x="2969501" y="0"/>
                  </a:lnTo>
                  <a:lnTo>
                    <a:pt x="2969501" y="7797"/>
                  </a:lnTo>
                  <a:lnTo>
                    <a:pt x="2992907" y="7797"/>
                  </a:lnTo>
                  <a:lnTo>
                    <a:pt x="2992907" y="0"/>
                  </a:lnTo>
                  <a:close/>
                </a:path>
                <a:path w="3726179" h="23495">
                  <a:moveTo>
                    <a:pt x="3031934" y="0"/>
                  </a:moveTo>
                  <a:lnTo>
                    <a:pt x="3008528" y="0"/>
                  </a:lnTo>
                  <a:lnTo>
                    <a:pt x="3008528" y="7797"/>
                  </a:lnTo>
                  <a:lnTo>
                    <a:pt x="3031934" y="7797"/>
                  </a:lnTo>
                  <a:lnTo>
                    <a:pt x="3031934" y="0"/>
                  </a:lnTo>
                  <a:close/>
                </a:path>
                <a:path w="3726179" h="23495">
                  <a:moveTo>
                    <a:pt x="3070961" y="0"/>
                  </a:moveTo>
                  <a:lnTo>
                    <a:pt x="3047555" y="0"/>
                  </a:lnTo>
                  <a:lnTo>
                    <a:pt x="3047555" y="7797"/>
                  </a:lnTo>
                  <a:lnTo>
                    <a:pt x="3070961" y="7797"/>
                  </a:lnTo>
                  <a:lnTo>
                    <a:pt x="3070961" y="0"/>
                  </a:lnTo>
                  <a:close/>
                </a:path>
                <a:path w="3726179" h="23495">
                  <a:moveTo>
                    <a:pt x="3109988" y="0"/>
                  </a:moveTo>
                  <a:lnTo>
                    <a:pt x="3086582" y="0"/>
                  </a:lnTo>
                  <a:lnTo>
                    <a:pt x="3086582" y="7797"/>
                  </a:lnTo>
                  <a:lnTo>
                    <a:pt x="3109988" y="7797"/>
                  </a:lnTo>
                  <a:lnTo>
                    <a:pt x="3109988" y="0"/>
                  </a:lnTo>
                  <a:close/>
                </a:path>
                <a:path w="3726179" h="23495">
                  <a:moveTo>
                    <a:pt x="3149015" y="0"/>
                  </a:moveTo>
                  <a:lnTo>
                    <a:pt x="3125622" y="0"/>
                  </a:lnTo>
                  <a:lnTo>
                    <a:pt x="3125622" y="7797"/>
                  </a:lnTo>
                  <a:lnTo>
                    <a:pt x="3149015" y="7797"/>
                  </a:lnTo>
                  <a:lnTo>
                    <a:pt x="3149015" y="0"/>
                  </a:lnTo>
                  <a:close/>
                </a:path>
                <a:path w="3726179" h="23495">
                  <a:moveTo>
                    <a:pt x="3188043" y="0"/>
                  </a:moveTo>
                  <a:lnTo>
                    <a:pt x="3164649" y="0"/>
                  </a:lnTo>
                  <a:lnTo>
                    <a:pt x="3164649" y="7797"/>
                  </a:lnTo>
                  <a:lnTo>
                    <a:pt x="3188043" y="7797"/>
                  </a:lnTo>
                  <a:lnTo>
                    <a:pt x="3188043" y="0"/>
                  </a:lnTo>
                  <a:close/>
                </a:path>
                <a:path w="3726179" h="23495">
                  <a:moveTo>
                    <a:pt x="3227070" y="0"/>
                  </a:moveTo>
                  <a:lnTo>
                    <a:pt x="3203676" y="0"/>
                  </a:lnTo>
                  <a:lnTo>
                    <a:pt x="3203676" y="7797"/>
                  </a:lnTo>
                  <a:lnTo>
                    <a:pt x="3227070" y="7797"/>
                  </a:lnTo>
                  <a:lnTo>
                    <a:pt x="3227070" y="0"/>
                  </a:lnTo>
                  <a:close/>
                </a:path>
                <a:path w="3726179" h="23495">
                  <a:moveTo>
                    <a:pt x="3266097" y="0"/>
                  </a:moveTo>
                  <a:lnTo>
                    <a:pt x="3242703" y="0"/>
                  </a:lnTo>
                  <a:lnTo>
                    <a:pt x="3242703" y="7797"/>
                  </a:lnTo>
                  <a:lnTo>
                    <a:pt x="3266097" y="7797"/>
                  </a:lnTo>
                  <a:lnTo>
                    <a:pt x="3266097" y="0"/>
                  </a:lnTo>
                  <a:close/>
                </a:path>
                <a:path w="3726179" h="23495">
                  <a:moveTo>
                    <a:pt x="3305124" y="0"/>
                  </a:moveTo>
                  <a:lnTo>
                    <a:pt x="3281730" y="0"/>
                  </a:lnTo>
                  <a:lnTo>
                    <a:pt x="3281730" y="7797"/>
                  </a:lnTo>
                  <a:lnTo>
                    <a:pt x="3305124" y="7797"/>
                  </a:lnTo>
                  <a:lnTo>
                    <a:pt x="3305124" y="0"/>
                  </a:lnTo>
                  <a:close/>
                </a:path>
                <a:path w="3726179" h="23495">
                  <a:moveTo>
                    <a:pt x="3344151" y="0"/>
                  </a:moveTo>
                  <a:lnTo>
                    <a:pt x="3320758" y="0"/>
                  </a:lnTo>
                  <a:lnTo>
                    <a:pt x="3320758" y="7797"/>
                  </a:lnTo>
                  <a:lnTo>
                    <a:pt x="3344151" y="7797"/>
                  </a:lnTo>
                  <a:lnTo>
                    <a:pt x="3344151" y="0"/>
                  </a:lnTo>
                  <a:close/>
                </a:path>
                <a:path w="3726179" h="23495">
                  <a:moveTo>
                    <a:pt x="3383178" y="0"/>
                  </a:moveTo>
                  <a:lnTo>
                    <a:pt x="3359785" y="0"/>
                  </a:lnTo>
                  <a:lnTo>
                    <a:pt x="3359785" y="7797"/>
                  </a:lnTo>
                  <a:lnTo>
                    <a:pt x="3383178" y="7797"/>
                  </a:lnTo>
                  <a:lnTo>
                    <a:pt x="3383178" y="0"/>
                  </a:lnTo>
                  <a:close/>
                </a:path>
                <a:path w="3726179" h="23495">
                  <a:moveTo>
                    <a:pt x="3422205" y="0"/>
                  </a:moveTo>
                  <a:lnTo>
                    <a:pt x="3398812" y="0"/>
                  </a:lnTo>
                  <a:lnTo>
                    <a:pt x="3398812" y="7797"/>
                  </a:lnTo>
                  <a:lnTo>
                    <a:pt x="3422205" y="7797"/>
                  </a:lnTo>
                  <a:lnTo>
                    <a:pt x="3422205" y="0"/>
                  </a:lnTo>
                  <a:close/>
                </a:path>
                <a:path w="3726179" h="23495">
                  <a:moveTo>
                    <a:pt x="3461232" y="0"/>
                  </a:moveTo>
                  <a:lnTo>
                    <a:pt x="3437839" y="0"/>
                  </a:lnTo>
                  <a:lnTo>
                    <a:pt x="3437839" y="7797"/>
                  </a:lnTo>
                  <a:lnTo>
                    <a:pt x="3461232" y="7797"/>
                  </a:lnTo>
                  <a:lnTo>
                    <a:pt x="3461232" y="0"/>
                  </a:lnTo>
                  <a:close/>
                </a:path>
                <a:path w="3726179" h="23495">
                  <a:moveTo>
                    <a:pt x="3500259" y="0"/>
                  </a:moveTo>
                  <a:lnTo>
                    <a:pt x="3476866" y="0"/>
                  </a:lnTo>
                  <a:lnTo>
                    <a:pt x="3476866" y="7797"/>
                  </a:lnTo>
                  <a:lnTo>
                    <a:pt x="3500259" y="7797"/>
                  </a:lnTo>
                  <a:lnTo>
                    <a:pt x="3500259" y="0"/>
                  </a:lnTo>
                  <a:close/>
                </a:path>
                <a:path w="3726179" h="23495">
                  <a:moveTo>
                    <a:pt x="3539286" y="0"/>
                  </a:moveTo>
                  <a:lnTo>
                    <a:pt x="3515893" y="0"/>
                  </a:lnTo>
                  <a:lnTo>
                    <a:pt x="3515893" y="7797"/>
                  </a:lnTo>
                  <a:lnTo>
                    <a:pt x="3539286" y="7797"/>
                  </a:lnTo>
                  <a:lnTo>
                    <a:pt x="3539286" y="0"/>
                  </a:lnTo>
                  <a:close/>
                </a:path>
                <a:path w="3726179" h="23495">
                  <a:moveTo>
                    <a:pt x="3578314" y="0"/>
                  </a:moveTo>
                  <a:lnTo>
                    <a:pt x="3554920" y="0"/>
                  </a:lnTo>
                  <a:lnTo>
                    <a:pt x="3554920" y="7797"/>
                  </a:lnTo>
                  <a:lnTo>
                    <a:pt x="3578314" y="7797"/>
                  </a:lnTo>
                  <a:lnTo>
                    <a:pt x="3578314" y="0"/>
                  </a:lnTo>
                  <a:close/>
                </a:path>
                <a:path w="3726179" h="23495">
                  <a:moveTo>
                    <a:pt x="3617341" y="0"/>
                  </a:moveTo>
                  <a:lnTo>
                    <a:pt x="3593947" y="0"/>
                  </a:lnTo>
                  <a:lnTo>
                    <a:pt x="3593947" y="7797"/>
                  </a:lnTo>
                  <a:lnTo>
                    <a:pt x="3617341" y="7797"/>
                  </a:lnTo>
                  <a:lnTo>
                    <a:pt x="3617341" y="0"/>
                  </a:lnTo>
                  <a:close/>
                </a:path>
                <a:path w="3726179" h="23495">
                  <a:moveTo>
                    <a:pt x="3656368" y="0"/>
                  </a:moveTo>
                  <a:lnTo>
                    <a:pt x="3632974" y="0"/>
                  </a:lnTo>
                  <a:lnTo>
                    <a:pt x="3632974" y="7797"/>
                  </a:lnTo>
                  <a:lnTo>
                    <a:pt x="3656368" y="7797"/>
                  </a:lnTo>
                  <a:lnTo>
                    <a:pt x="3656368" y="0"/>
                  </a:lnTo>
                  <a:close/>
                </a:path>
                <a:path w="3726179" h="23495">
                  <a:moveTo>
                    <a:pt x="3695103" y="2527"/>
                  </a:moveTo>
                  <a:lnTo>
                    <a:pt x="3692817" y="1587"/>
                  </a:lnTo>
                  <a:lnTo>
                    <a:pt x="3684867" y="0"/>
                  </a:lnTo>
                  <a:lnTo>
                    <a:pt x="3672001" y="0"/>
                  </a:lnTo>
                  <a:lnTo>
                    <a:pt x="3672001" y="7797"/>
                  </a:lnTo>
                  <a:lnTo>
                    <a:pt x="3676586" y="7797"/>
                  </a:lnTo>
                  <a:lnTo>
                    <a:pt x="3688511" y="8978"/>
                  </a:lnTo>
                  <a:lnTo>
                    <a:pt x="3692690" y="10337"/>
                  </a:lnTo>
                  <a:lnTo>
                    <a:pt x="3695103" y="2527"/>
                  </a:lnTo>
                  <a:close/>
                </a:path>
                <a:path w="3726179" h="23495">
                  <a:moveTo>
                    <a:pt x="3725824" y="23406"/>
                  </a:moveTo>
                  <a:lnTo>
                    <a:pt x="3720706" y="18275"/>
                  </a:lnTo>
                  <a:lnTo>
                    <a:pt x="3714851" y="12433"/>
                  </a:lnTo>
                  <a:lnTo>
                    <a:pt x="3709606" y="8928"/>
                  </a:lnTo>
                  <a:lnTo>
                    <a:pt x="3705212" y="16040"/>
                  </a:lnTo>
                  <a:lnTo>
                    <a:pt x="3709136" y="18402"/>
                  </a:lnTo>
                  <a:lnTo>
                    <a:pt x="3714419" y="23406"/>
                  </a:lnTo>
                  <a:lnTo>
                    <a:pt x="3715588" y="23406"/>
                  </a:lnTo>
                  <a:lnTo>
                    <a:pt x="3725824" y="23406"/>
                  </a:lnTo>
                  <a:close/>
                </a:path>
              </a:pathLst>
            </a:custGeom>
            <a:solidFill>
              <a:srgbClr val="FBA5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74192" y="1435608"/>
              <a:ext cx="5087620" cy="4541520"/>
            </a:xfrm>
            <a:custGeom>
              <a:avLst/>
              <a:gdLst/>
              <a:ahLst/>
              <a:cxnLst/>
              <a:rect l="l" t="t" r="r" b="b"/>
              <a:pathLst>
                <a:path w="5087620" h="4541520">
                  <a:moveTo>
                    <a:pt x="63472" y="4541329"/>
                  </a:moveTo>
                  <a:lnTo>
                    <a:pt x="0" y="4541329"/>
                  </a:lnTo>
                  <a:lnTo>
                    <a:pt x="0" y="0"/>
                  </a:lnTo>
                  <a:lnTo>
                    <a:pt x="5087112" y="0"/>
                  </a:lnTo>
                  <a:lnTo>
                    <a:pt x="5087112" y="33742"/>
                  </a:lnTo>
                  <a:lnTo>
                    <a:pt x="149256" y="33742"/>
                  </a:lnTo>
                  <a:lnTo>
                    <a:pt x="140806" y="34150"/>
                  </a:lnTo>
                  <a:lnTo>
                    <a:pt x="101588" y="48186"/>
                  </a:lnTo>
                  <a:lnTo>
                    <a:pt x="73612" y="79047"/>
                  </a:lnTo>
                  <a:lnTo>
                    <a:pt x="63472" y="119527"/>
                  </a:lnTo>
                  <a:lnTo>
                    <a:pt x="63472" y="4541329"/>
                  </a:lnTo>
                  <a:close/>
                </a:path>
                <a:path w="5087620" h="4541520">
                  <a:moveTo>
                    <a:pt x="5087112" y="4541329"/>
                  </a:moveTo>
                  <a:lnTo>
                    <a:pt x="5023377" y="4541329"/>
                  </a:lnTo>
                  <a:lnTo>
                    <a:pt x="5023377" y="119527"/>
                  </a:lnTo>
                  <a:lnTo>
                    <a:pt x="5022969" y="111076"/>
                  </a:lnTo>
                  <a:lnTo>
                    <a:pt x="5008932" y="71858"/>
                  </a:lnTo>
                  <a:lnTo>
                    <a:pt x="4978071" y="43883"/>
                  </a:lnTo>
                  <a:lnTo>
                    <a:pt x="4937593" y="33742"/>
                  </a:lnTo>
                  <a:lnTo>
                    <a:pt x="5087112" y="33742"/>
                  </a:lnTo>
                  <a:lnTo>
                    <a:pt x="5087112" y="4541329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29865" y="1461551"/>
              <a:ext cx="4975860" cy="4515485"/>
            </a:xfrm>
            <a:custGeom>
              <a:avLst/>
              <a:gdLst/>
              <a:ahLst/>
              <a:cxnLst/>
              <a:rect l="l" t="t" r="r" b="b"/>
              <a:pathLst>
                <a:path w="4975860" h="4515485">
                  <a:moveTo>
                    <a:pt x="4975502" y="4515385"/>
                  </a:moveTo>
                  <a:lnTo>
                    <a:pt x="0" y="4515385"/>
                  </a:lnTo>
                  <a:lnTo>
                    <a:pt x="0" y="87438"/>
                  </a:lnTo>
                  <a:lnTo>
                    <a:pt x="12357" y="46700"/>
                  </a:lnTo>
                  <a:lnTo>
                    <a:pt x="46700" y="12357"/>
                  </a:lnTo>
                  <a:lnTo>
                    <a:pt x="87438" y="0"/>
                  </a:lnTo>
                  <a:lnTo>
                    <a:pt x="4888064" y="0"/>
                  </a:lnTo>
                  <a:lnTo>
                    <a:pt x="4928802" y="12357"/>
                  </a:lnTo>
                  <a:lnTo>
                    <a:pt x="4963143" y="46700"/>
                  </a:lnTo>
                  <a:lnTo>
                    <a:pt x="4975502" y="87438"/>
                  </a:lnTo>
                  <a:lnTo>
                    <a:pt x="4975502" y="451538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1180" y="1704260"/>
              <a:ext cx="142874" cy="142874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232440" y="1675010"/>
            <a:ext cx="1306195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spc="-85" dirty="0">
                <a:solidFill>
                  <a:srgbClr val="1F2937"/>
                </a:solidFill>
                <a:latin typeface="맑은 고딕"/>
                <a:cs typeface="맑은 고딕"/>
              </a:rPr>
              <a:t>모듈별</a:t>
            </a:r>
            <a:r>
              <a:rPr sz="1100" b="1" spc="-80" dirty="0">
                <a:solidFill>
                  <a:srgbClr val="1F2937"/>
                </a:solidFill>
                <a:latin typeface="맑은 고딕"/>
                <a:cs typeface="맑은 고딕"/>
              </a:rPr>
              <a:t> </a:t>
            </a:r>
            <a:r>
              <a:rPr sz="1100" b="1" spc="-85" dirty="0">
                <a:solidFill>
                  <a:srgbClr val="1F2937"/>
                </a:solidFill>
                <a:latin typeface="맑은 고딕"/>
                <a:cs typeface="맑은 고딕"/>
              </a:rPr>
              <a:t>결함</a:t>
            </a:r>
            <a:r>
              <a:rPr sz="1100" b="1" spc="-80" dirty="0">
                <a:solidFill>
                  <a:srgbClr val="1F2937"/>
                </a:solidFill>
                <a:latin typeface="맑은 고딕"/>
                <a:cs typeface="맑은 고딕"/>
              </a:rPr>
              <a:t> </a:t>
            </a:r>
            <a:r>
              <a:rPr sz="1100" b="1" spc="-85" dirty="0">
                <a:solidFill>
                  <a:srgbClr val="1F2937"/>
                </a:solidFill>
                <a:latin typeface="맑은 고딕"/>
                <a:cs typeface="맑은 고딕"/>
              </a:rPr>
              <a:t>유형</a:t>
            </a:r>
            <a:r>
              <a:rPr sz="1100" b="1" spc="-80" dirty="0">
                <a:solidFill>
                  <a:srgbClr val="1F2937"/>
                </a:solidFill>
                <a:latin typeface="맑은 고딕"/>
                <a:cs typeface="맑은 고딕"/>
              </a:rPr>
              <a:t> </a:t>
            </a:r>
            <a:r>
              <a:rPr sz="1100" b="1" spc="-85" dirty="0">
                <a:solidFill>
                  <a:srgbClr val="1F2937"/>
                </a:solidFill>
                <a:latin typeface="맑은 고딕"/>
                <a:cs typeface="맑은 고딕"/>
              </a:rPr>
              <a:t>분포</a:t>
            </a:r>
            <a:endParaRPr sz="1100">
              <a:latin typeface="맑은 고딕"/>
              <a:cs typeface="맑은 고딕"/>
            </a:endParaRPr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97476" y="1718905"/>
            <a:ext cx="93583" cy="93582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4206629" y="1698406"/>
            <a:ext cx="342900" cy="1377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700" spc="10" dirty="0">
                <a:latin typeface="Noto Sans KR"/>
                <a:cs typeface="Noto Sans KR"/>
              </a:rPr>
              <a:t>[S]</a:t>
            </a:r>
            <a:r>
              <a:rPr sz="700" dirty="0">
                <a:latin typeface="Noto Sans KR"/>
                <a:cs typeface="Noto Sans KR"/>
              </a:rPr>
              <a:t> </a:t>
            </a:r>
            <a:r>
              <a:rPr sz="700" spc="-25" dirty="0">
                <a:latin typeface="Arial Unicode MS"/>
                <a:cs typeface="Arial Unicode MS"/>
              </a:rPr>
              <a:t>기능</a:t>
            </a:r>
            <a:endParaRPr sz="700">
              <a:latin typeface="Arial Unicode MS"/>
              <a:cs typeface="Arial Unicode MS"/>
            </a:endParaRPr>
          </a:p>
        </p:txBody>
      </p:sp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627780" y="1718905"/>
            <a:ext cx="93583" cy="93582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4742538" y="1698406"/>
            <a:ext cx="347345" cy="1377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700" spc="15" dirty="0">
                <a:latin typeface="Noto Sans KR"/>
                <a:cs typeface="Noto Sans KR"/>
              </a:rPr>
              <a:t>[C]</a:t>
            </a:r>
            <a:r>
              <a:rPr sz="700" spc="-5" dirty="0">
                <a:latin typeface="Noto Sans KR"/>
                <a:cs typeface="Noto Sans KR"/>
              </a:rPr>
              <a:t> </a:t>
            </a:r>
            <a:r>
              <a:rPr sz="700" spc="-25" dirty="0">
                <a:latin typeface="Arial Unicode MS"/>
                <a:cs typeface="Arial Unicode MS"/>
              </a:rPr>
              <a:t>공통</a:t>
            </a:r>
            <a:endParaRPr sz="700">
              <a:latin typeface="Arial Unicode MS"/>
              <a:cs typeface="Arial Unicode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282347" y="1698406"/>
            <a:ext cx="340995" cy="1377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700" spc="10" dirty="0">
                <a:latin typeface="Noto Sans KR"/>
                <a:cs typeface="Noto Sans KR"/>
              </a:rPr>
              <a:t>[X]</a:t>
            </a:r>
            <a:r>
              <a:rPr sz="700" dirty="0">
                <a:latin typeface="Noto Sans KR"/>
                <a:cs typeface="Noto Sans KR"/>
              </a:rPr>
              <a:t> </a:t>
            </a:r>
            <a:r>
              <a:rPr sz="700" spc="-25" dirty="0">
                <a:latin typeface="Arial Unicode MS"/>
                <a:cs typeface="Arial Unicode MS"/>
              </a:rPr>
              <a:t>기타</a:t>
            </a:r>
            <a:endParaRPr sz="700">
              <a:latin typeface="Arial Unicode MS"/>
              <a:cs typeface="Arial Unicode MS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024830" y="1944624"/>
            <a:ext cx="8896985" cy="4032885"/>
            <a:chOff x="1024830" y="1944624"/>
            <a:chExt cx="8896985" cy="4032885"/>
          </a:xfrm>
        </p:grpSpPr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24830" y="1999654"/>
              <a:ext cx="4585572" cy="3977282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071616" y="1944624"/>
              <a:ext cx="3850004" cy="1262380"/>
            </a:xfrm>
            <a:custGeom>
              <a:avLst/>
              <a:gdLst/>
              <a:ahLst/>
              <a:cxnLst/>
              <a:rect l="l" t="t" r="r" b="b"/>
              <a:pathLst>
                <a:path w="3850004" h="1262380">
                  <a:moveTo>
                    <a:pt x="3849624" y="1261872"/>
                  </a:moveTo>
                  <a:lnTo>
                    <a:pt x="0" y="1261872"/>
                  </a:lnTo>
                  <a:lnTo>
                    <a:pt x="0" y="0"/>
                  </a:lnTo>
                  <a:lnTo>
                    <a:pt x="3849624" y="0"/>
                  </a:lnTo>
                  <a:lnTo>
                    <a:pt x="3849624" y="39433"/>
                  </a:lnTo>
                  <a:lnTo>
                    <a:pt x="123681" y="39433"/>
                  </a:lnTo>
                  <a:lnTo>
                    <a:pt x="116767" y="39767"/>
                  </a:lnTo>
                  <a:lnTo>
                    <a:pt x="79175" y="55338"/>
                  </a:lnTo>
                  <a:lnTo>
                    <a:pt x="56498" y="89276"/>
                  </a:lnTo>
                  <a:lnTo>
                    <a:pt x="53494" y="109621"/>
                  </a:lnTo>
                  <a:lnTo>
                    <a:pt x="53494" y="1123438"/>
                  </a:lnTo>
                  <a:lnTo>
                    <a:pt x="65310" y="1162439"/>
                  </a:lnTo>
                  <a:lnTo>
                    <a:pt x="96821" y="1188282"/>
                  </a:lnTo>
                  <a:lnTo>
                    <a:pt x="123681" y="1193625"/>
                  </a:lnTo>
                  <a:lnTo>
                    <a:pt x="3849624" y="1193625"/>
                  </a:lnTo>
                  <a:lnTo>
                    <a:pt x="3849624" y="1261872"/>
                  </a:lnTo>
                  <a:close/>
                </a:path>
                <a:path w="3850004" h="1262380">
                  <a:moveTo>
                    <a:pt x="3849624" y="1193625"/>
                  </a:moveTo>
                  <a:lnTo>
                    <a:pt x="3726631" y="1193625"/>
                  </a:lnTo>
                  <a:lnTo>
                    <a:pt x="3733545" y="1193291"/>
                  </a:lnTo>
                  <a:lnTo>
                    <a:pt x="3740326" y="1192289"/>
                  </a:lnTo>
                  <a:lnTo>
                    <a:pt x="3776261" y="1173068"/>
                  </a:lnTo>
                  <a:lnTo>
                    <a:pt x="3795482" y="1137133"/>
                  </a:lnTo>
                  <a:lnTo>
                    <a:pt x="3796819" y="1123438"/>
                  </a:lnTo>
                  <a:lnTo>
                    <a:pt x="3796819" y="109621"/>
                  </a:lnTo>
                  <a:lnTo>
                    <a:pt x="3785000" y="70619"/>
                  </a:lnTo>
                  <a:lnTo>
                    <a:pt x="3753490" y="44776"/>
                  </a:lnTo>
                  <a:lnTo>
                    <a:pt x="3726631" y="39433"/>
                  </a:lnTo>
                  <a:lnTo>
                    <a:pt x="3849624" y="39433"/>
                  </a:lnTo>
                  <a:lnTo>
                    <a:pt x="3849624" y="1193625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136808" y="1976258"/>
              <a:ext cx="3739515" cy="1170305"/>
            </a:xfrm>
            <a:custGeom>
              <a:avLst/>
              <a:gdLst/>
              <a:ahLst/>
              <a:cxnLst/>
              <a:rect l="l" t="t" r="r" b="b"/>
              <a:pathLst>
                <a:path w="3739515" h="1170305">
                  <a:moveTo>
                    <a:pt x="3666560" y="1169788"/>
                  </a:moveTo>
                  <a:lnTo>
                    <a:pt x="54648" y="1169788"/>
                  </a:lnTo>
                  <a:lnTo>
                    <a:pt x="50844" y="1169289"/>
                  </a:lnTo>
                  <a:lnTo>
                    <a:pt x="14414" y="1143326"/>
                  </a:lnTo>
                  <a:lnTo>
                    <a:pt x="374" y="1101994"/>
                  </a:lnTo>
                  <a:lnTo>
                    <a:pt x="0" y="1096923"/>
                  </a:lnTo>
                  <a:lnTo>
                    <a:pt x="0" y="1091803"/>
                  </a:lnTo>
                  <a:lnTo>
                    <a:pt x="0" y="72865"/>
                  </a:lnTo>
                  <a:lnTo>
                    <a:pt x="11990" y="30401"/>
                  </a:lnTo>
                  <a:lnTo>
                    <a:pt x="39654" y="3976"/>
                  </a:lnTo>
                  <a:lnTo>
                    <a:pt x="54648" y="0"/>
                  </a:lnTo>
                  <a:lnTo>
                    <a:pt x="3666560" y="0"/>
                  </a:lnTo>
                  <a:lnTo>
                    <a:pt x="3709022" y="15987"/>
                  </a:lnTo>
                  <a:lnTo>
                    <a:pt x="3735448" y="52872"/>
                  </a:lnTo>
                  <a:lnTo>
                    <a:pt x="3739425" y="72865"/>
                  </a:lnTo>
                  <a:lnTo>
                    <a:pt x="3739425" y="1096923"/>
                  </a:lnTo>
                  <a:lnTo>
                    <a:pt x="3723436" y="1139387"/>
                  </a:lnTo>
                  <a:lnTo>
                    <a:pt x="3686552" y="1165811"/>
                  </a:lnTo>
                  <a:lnTo>
                    <a:pt x="3671632" y="1169289"/>
                  </a:lnTo>
                  <a:lnTo>
                    <a:pt x="3666560" y="11697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117312" y="1976543"/>
              <a:ext cx="72390" cy="1169670"/>
            </a:xfrm>
            <a:custGeom>
              <a:avLst/>
              <a:gdLst/>
              <a:ahLst/>
              <a:cxnLst/>
              <a:rect l="l" t="t" r="r" b="b"/>
              <a:pathLst>
                <a:path w="72389" h="1169670">
                  <a:moveTo>
                    <a:pt x="72100" y="1169220"/>
                  </a:moveTo>
                  <a:lnTo>
                    <a:pt x="34649" y="1156373"/>
                  </a:lnTo>
                  <a:lnTo>
                    <a:pt x="5935" y="1121362"/>
                  </a:lnTo>
                  <a:lnTo>
                    <a:pt x="0" y="1091524"/>
                  </a:lnTo>
                  <a:lnTo>
                    <a:pt x="0" y="77695"/>
                  </a:lnTo>
                  <a:lnTo>
                    <a:pt x="13129" y="34366"/>
                  </a:lnTo>
                  <a:lnTo>
                    <a:pt x="48140" y="5651"/>
                  </a:lnTo>
                  <a:lnTo>
                    <a:pt x="72099" y="0"/>
                  </a:lnTo>
                  <a:lnTo>
                    <a:pt x="67839" y="1694"/>
                  </a:lnTo>
                  <a:lnTo>
                    <a:pt x="58285" y="9609"/>
                  </a:lnTo>
                  <a:lnTo>
                    <a:pt x="41960" y="47857"/>
                  </a:lnTo>
                  <a:lnTo>
                    <a:pt x="38992" y="77695"/>
                  </a:lnTo>
                  <a:lnTo>
                    <a:pt x="38992" y="1091524"/>
                  </a:lnTo>
                  <a:lnTo>
                    <a:pt x="45556" y="1134853"/>
                  </a:lnTo>
                  <a:lnTo>
                    <a:pt x="67839" y="1167525"/>
                  </a:lnTo>
                  <a:lnTo>
                    <a:pt x="72100" y="1169220"/>
                  </a:lnTo>
                  <a:close/>
                </a:path>
              </a:pathLst>
            </a:custGeom>
            <a:solidFill>
              <a:srgbClr val="DB25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6299576" y="2104021"/>
            <a:ext cx="991235" cy="37973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1100" b="1" dirty="0">
                <a:solidFill>
                  <a:srgbClr val="111726"/>
                </a:solidFill>
                <a:latin typeface="Noto Sans KR Black"/>
                <a:cs typeface="Noto Sans KR Black"/>
              </a:rPr>
              <a:t>운항계획</a:t>
            </a:r>
            <a:r>
              <a:rPr sz="1100" b="1" spc="20" dirty="0">
                <a:solidFill>
                  <a:srgbClr val="111726"/>
                </a:solidFill>
                <a:latin typeface="Noto Sans KR Black"/>
                <a:cs typeface="Noto Sans KR Black"/>
              </a:rPr>
              <a:t> </a:t>
            </a:r>
            <a:r>
              <a:rPr sz="1150" b="1" spc="-20" dirty="0">
                <a:solidFill>
                  <a:srgbClr val="111726"/>
                </a:solidFill>
                <a:latin typeface="Noto Sans KR Black"/>
                <a:cs typeface="Noto Sans KR Black"/>
              </a:rPr>
              <a:t>(FP)</a:t>
            </a:r>
            <a:endParaRPr sz="1150">
              <a:latin typeface="Noto Sans KR Black"/>
              <a:cs typeface="Noto Sans KR Black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700" b="1" spc="-25" dirty="0">
                <a:solidFill>
                  <a:srgbClr val="DB2525"/>
                </a:solidFill>
                <a:latin typeface="맑은 고딕"/>
                <a:cs typeface="맑은 고딕"/>
              </a:rPr>
              <a:t>기능</a:t>
            </a:r>
            <a:r>
              <a:rPr sz="700" b="1" spc="-40" dirty="0">
                <a:solidFill>
                  <a:srgbClr val="DB2525"/>
                </a:solidFill>
                <a:latin typeface="맑은 고딕"/>
                <a:cs typeface="맑은 고딕"/>
              </a:rPr>
              <a:t> </a:t>
            </a:r>
            <a:r>
              <a:rPr sz="700" b="1" spc="-25" dirty="0">
                <a:solidFill>
                  <a:srgbClr val="DB2525"/>
                </a:solidFill>
                <a:latin typeface="맑은 고딕"/>
                <a:cs typeface="맑은 고딕"/>
              </a:rPr>
              <a:t>로직</a:t>
            </a:r>
            <a:r>
              <a:rPr sz="700" b="1" spc="-40" dirty="0">
                <a:solidFill>
                  <a:srgbClr val="DB2525"/>
                </a:solidFill>
                <a:latin typeface="맑은 고딕"/>
                <a:cs typeface="맑은 고딕"/>
              </a:rPr>
              <a:t> </a:t>
            </a:r>
            <a:r>
              <a:rPr sz="700" b="1" spc="-25" dirty="0">
                <a:solidFill>
                  <a:srgbClr val="DB2525"/>
                </a:solidFill>
                <a:latin typeface="맑은 고딕"/>
                <a:cs typeface="맑은 고딕"/>
              </a:rPr>
              <a:t>결함</a:t>
            </a:r>
            <a:r>
              <a:rPr sz="700" b="1" spc="-40" dirty="0">
                <a:solidFill>
                  <a:srgbClr val="DB2525"/>
                </a:solidFill>
                <a:latin typeface="맑은 고딕"/>
                <a:cs typeface="맑은 고딕"/>
              </a:rPr>
              <a:t> </a:t>
            </a:r>
            <a:r>
              <a:rPr sz="700" b="1" spc="-25" dirty="0">
                <a:solidFill>
                  <a:srgbClr val="DB2525"/>
                </a:solidFill>
                <a:latin typeface="맑은 고딕"/>
                <a:cs typeface="맑은 고딕"/>
              </a:rPr>
              <a:t>집중</a:t>
            </a:r>
            <a:r>
              <a:rPr sz="700" b="1" spc="-40" dirty="0">
                <a:solidFill>
                  <a:srgbClr val="DB2525"/>
                </a:solidFill>
                <a:latin typeface="맑은 고딕"/>
                <a:cs typeface="맑은 고딕"/>
              </a:rPr>
              <a:t> </a:t>
            </a:r>
            <a:r>
              <a:rPr sz="700" b="1" spc="-25" dirty="0">
                <a:solidFill>
                  <a:srgbClr val="DB2525"/>
                </a:solidFill>
                <a:latin typeface="맑은 고딕"/>
                <a:cs typeface="맑은 고딕"/>
              </a:rPr>
              <a:t>발생</a:t>
            </a:r>
            <a:endParaRPr sz="700">
              <a:latin typeface="맑은 고딕"/>
              <a:cs typeface="맑은 고딕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312276" y="2662535"/>
            <a:ext cx="3408045" cy="327660"/>
            <a:chOff x="6312276" y="2662535"/>
            <a:chExt cx="3408045" cy="327660"/>
          </a:xfrm>
        </p:grpSpPr>
        <p:sp>
          <p:nvSpPr>
            <p:cNvPr id="25" name="object 25"/>
            <p:cNvSpPr/>
            <p:nvPr/>
          </p:nvSpPr>
          <p:spPr>
            <a:xfrm>
              <a:off x="6312276" y="2662535"/>
              <a:ext cx="3408045" cy="46990"/>
            </a:xfrm>
            <a:custGeom>
              <a:avLst/>
              <a:gdLst/>
              <a:ahLst/>
              <a:cxnLst/>
              <a:rect l="l" t="t" r="r" b="b"/>
              <a:pathLst>
                <a:path w="3408045" h="46989">
                  <a:moveTo>
                    <a:pt x="3387691" y="46791"/>
                  </a:moveTo>
                  <a:lnTo>
                    <a:pt x="20293" y="46791"/>
                  </a:lnTo>
                  <a:lnTo>
                    <a:pt x="17308" y="46197"/>
                  </a:lnTo>
                  <a:lnTo>
                    <a:pt x="0" y="26498"/>
                  </a:lnTo>
                  <a:lnTo>
                    <a:pt x="0" y="23395"/>
                  </a:lnTo>
                  <a:lnTo>
                    <a:pt x="0" y="20293"/>
                  </a:lnTo>
                  <a:lnTo>
                    <a:pt x="20293" y="0"/>
                  </a:lnTo>
                  <a:lnTo>
                    <a:pt x="3387691" y="0"/>
                  </a:lnTo>
                  <a:lnTo>
                    <a:pt x="3407984" y="20293"/>
                  </a:lnTo>
                  <a:lnTo>
                    <a:pt x="3407984" y="26498"/>
                  </a:lnTo>
                  <a:lnTo>
                    <a:pt x="3390676" y="46197"/>
                  </a:lnTo>
                  <a:lnTo>
                    <a:pt x="3387691" y="46791"/>
                  </a:lnTo>
                  <a:close/>
                </a:path>
              </a:pathLst>
            </a:custGeom>
            <a:solidFill>
              <a:srgbClr val="F2F4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312276" y="2662535"/>
              <a:ext cx="2589530" cy="46990"/>
            </a:xfrm>
            <a:custGeom>
              <a:avLst/>
              <a:gdLst/>
              <a:ahLst/>
              <a:cxnLst/>
              <a:rect l="l" t="t" r="r" b="b"/>
              <a:pathLst>
                <a:path w="2589529" h="46989">
                  <a:moveTo>
                    <a:pt x="2568839" y="46790"/>
                  </a:moveTo>
                  <a:lnTo>
                    <a:pt x="20293" y="46790"/>
                  </a:lnTo>
                  <a:lnTo>
                    <a:pt x="17308" y="46197"/>
                  </a:lnTo>
                  <a:lnTo>
                    <a:pt x="0" y="26497"/>
                  </a:lnTo>
                  <a:lnTo>
                    <a:pt x="0" y="20292"/>
                  </a:lnTo>
                  <a:lnTo>
                    <a:pt x="20291" y="0"/>
                  </a:lnTo>
                  <a:lnTo>
                    <a:pt x="2568841" y="0"/>
                  </a:lnTo>
                  <a:lnTo>
                    <a:pt x="2589133" y="20292"/>
                  </a:lnTo>
                  <a:lnTo>
                    <a:pt x="2589133" y="26497"/>
                  </a:lnTo>
                  <a:lnTo>
                    <a:pt x="2568839" y="46790"/>
                  </a:lnTo>
                  <a:close/>
                </a:path>
              </a:pathLst>
            </a:custGeom>
            <a:solidFill>
              <a:srgbClr val="DB25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312276" y="2787312"/>
              <a:ext cx="1474470" cy="203200"/>
            </a:xfrm>
            <a:custGeom>
              <a:avLst/>
              <a:gdLst/>
              <a:ahLst/>
              <a:cxnLst/>
              <a:rect l="l" t="t" r="r" b="b"/>
              <a:pathLst>
                <a:path w="1474470" h="203200">
                  <a:moveTo>
                    <a:pt x="1446876" y="202763"/>
                  </a:moveTo>
                  <a:lnTo>
                    <a:pt x="27058" y="202763"/>
                  </a:lnTo>
                  <a:lnTo>
                    <a:pt x="23078" y="201971"/>
                  </a:lnTo>
                  <a:lnTo>
                    <a:pt x="0" y="175705"/>
                  </a:lnTo>
                  <a:lnTo>
                    <a:pt x="0" y="171569"/>
                  </a:lnTo>
                  <a:lnTo>
                    <a:pt x="0" y="27057"/>
                  </a:lnTo>
                  <a:lnTo>
                    <a:pt x="27058" y="0"/>
                  </a:lnTo>
                  <a:lnTo>
                    <a:pt x="1446876" y="0"/>
                  </a:lnTo>
                  <a:lnTo>
                    <a:pt x="1473934" y="27057"/>
                  </a:lnTo>
                  <a:lnTo>
                    <a:pt x="1473934" y="175705"/>
                  </a:lnTo>
                  <a:lnTo>
                    <a:pt x="1450855" y="201971"/>
                  </a:lnTo>
                  <a:lnTo>
                    <a:pt x="1446876" y="202763"/>
                  </a:lnTo>
                  <a:close/>
                </a:path>
              </a:pathLst>
            </a:custGeom>
            <a:solidFill>
              <a:srgbClr val="F2F4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74665" y="2837338"/>
              <a:ext cx="92074" cy="95249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218369" y="2851487"/>
              <a:ext cx="19049" cy="82549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6517937" y="2821404"/>
            <a:ext cx="1216025" cy="1377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700" b="1" spc="-25" dirty="0">
                <a:solidFill>
                  <a:srgbClr val="4A5462"/>
                </a:solidFill>
                <a:latin typeface="맑은 고딕"/>
                <a:cs typeface="맑은 고딕"/>
              </a:rPr>
              <a:t>담당</a:t>
            </a:r>
            <a:r>
              <a:rPr sz="700" b="1" spc="5" dirty="0">
                <a:solidFill>
                  <a:srgbClr val="4A5462"/>
                </a:solidFill>
                <a:latin typeface="Arial"/>
                <a:cs typeface="Arial"/>
              </a:rPr>
              <a:t>:</a:t>
            </a:r>
            <a:r>
              <a:rPr sz="700" b="1" spc="50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700" spc="-25" dirty="0">
                <a:solidFill>
                  <a:srgbClr val="4A5462"/>
                </a:solidFill>
                <a:latin typeface="Arial Unicode MS"/>
                <a:cs typeface="Arial Unicode MS"/>
              </a:rPr>
              <a:t>현영광</a:t>
            </a:r>
            <a:r>
              <a:rPr sz="700" spc="10" dirty="0">
                <a:solidFill>
                  <a:srgbClr val="4A5462"/>
                </a:solidFill>
                <a:latin typeface="Arial Unicode MS"/>
                <a:cs typeface="Arial Unicode MS"/>
              </a:rPr>
              <a:t> </a:t>
            </a:r>
            <a:r>
              <a:rPr sz="700" spc="20" dirty="0">
                <a:solidFill>
                  <a:srgbClr val="4A5462"/>
                </a:solidFill>
                <a:latin typeface="Noto Sans KR"/>
                <a:cs typeface="Noto Sans KR"/>
              </a:rPr>
              <a:t>PL</a:t>
            </a:r>
            <a:r>
              <a:rPr sz="700" dirty="0">
                <a:solidFill>
                  <a:srgbClr val="4A5462"/>
                </a:solidFill>
                <a:latin typeface="Noto Sans KR"/>
                <a:cs typeface="Noto Sans KR"/>
              </a:rPr>
              <a:t>    </a:t>
            </a:r>
            <a:r>
              <a:rPr sz="700" spc="45" dirty="0">
                <a:solidFill>
                  <a:srgbClr val="4A5462"/>
                </a:solidFill>
                <a:latin typeface="Noto Sans KR"/>
                <a:cs typeface="Noto Sans KR"/>
              </a:rPr>
              <a:t> </a:t>
            </a:r>
            <a:r>
              <a:rPr sz="700" b="1" spc="-25" dirty="0">
                <a:solidFill>
                  <a:srgbClr val="EF4444"/>
                </a:solidFill>
                <a:latin typeface="맑은 고딕"/>
                <a:cs typeface="맑은 고딕"/>
              </a:rPr>
              <a:t>리소스</a:t>
            </a:r>
            <a:r>
              <a:rPr sz="700" b="1" spc="-40" dirty="0">
                <a:solidFill>
                  <a:srgbClr val="EF4444"/>
                </a:solidFill>
                <a:latin typeface="맑은 고딕"/>
                <a:cs typeface="맑은 고딕"/>
              </a:rPr>
              <a:t> </a:t>
            </a:r>
            <a:r>
              <a:rPr sz="700" b="1" spc="-25" dirty="0">
                <a:solidFill>
                  <a:srgbClr val="EF4444"/>
                </a:solidFill>
                <a:latin typeface="맑은 고딕"/>
                <a:cs typeface="맑은 고딕"/>
              </a:rPr>
              <a:t>병목</a:t>
            </a:r>
            <a:endParaRPr sz="700">
              <a:latin typeface="맑은 고딕"/>
              <a:cs typeface="맑은 고딕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9236521" y="2093009"/>
            <a:ext cx="523240" cy="180340"/>
            <a:chOff x="9236521" y="2093009"/>
            <a:chExt cx="523240" cy="180340"/>
          </a:xfrm>
        </p:grpSpPr>
        <p:sp>
          <p:nvSpPr>
            <p:cNvPr id="32" name="object 32"/>
            <p:cNvSpPr/>
            <p:nvPr/>
          </p:nvSpPr>
          <p:spPr>
            <a:xfrm>
              <a:off x="9240648" y="2097137"/>
              <a:ext cx="514984" cy="172085"/>
            </a:xfrm>
            <a:custGeom>
              <a:avLst/>
              <a:gdLst/>
              <a:ahLst/>
              <a:cxnLst/>
              <a:rect l="l" t="t" r="r" b="b"/>
              <a:pathLst>
                <a:path w="514984" h="172085">
                  <a:moveTo>
                    <a:pt x="445484" y="171569"/>
                  </a:moveTo>
                  <a:lnTo>
                    <a:pt x="69221" y="171569"/>
                  </a:lnTo>
                  <a:lnTo>
                    <a:pt x="64403" y="171094"/>
                  </a:lnTo>
                  <a:lnTo>
                    <a:pt x="28880" y="156380"/>
                  </a:lnTo>
                  <a:lnTo>
                    <a:pt x="3776" y="121339"/>
                  </a:lnTo>
                  <a:lnTo>
                    <a:pt x="0" y="102346"/>
                  </a:lnTo>
                  <a:lnTo>
                    <a:pt x="0" y="97482"/>
                  </a:lnTo>
                  <a:lnTo>
                    <a:pt x="0" y="69221"/>
                  </a:lnTo>
                  <a:lnTo>
                    <a:pt x="15186" y="28881"/>
                  </a:lnTo>
                  <a:lnTo>
                    <a:pt x="50228" y="3777"/>
                  </a:lnTo>
                  <a:lnTo>
                    <a:pt x="69221" y="0"/>
                  </a:lnTo>
                  <a:lnTo>
                    <a:pt x="445484" y="0"/>
                  </a:lnTo>
                  <a:lnTo>
                    <a:pt x="485824" y="15188"/>
                  </a:lnTo>
                  <a:lnTo>
                    <a:pt x="510928" y="50229"/>
                  </a:lnTo>
                  <a:lnTo>
                    <a:pt x="514707" y="69221"/>
                  </a:lnTo>
                  <a:lnTo>
                    <a:pt x="514707" y="102346"/>
                  </a:lnTo>
                  <a:lnTo>
                    <a:pt x="499517" y="142687"/>
                  </a:lnTo>
                  <a:lnTo>
                    <a:pt x="464477" y="167790"/>
                  </a:lnTo>
                  <a:lnTo>
                    <a:pt x="450302" y="171094"/>
                  </a:lnTo>
                  <a:lnTo>
                    <a:pt x="445484" y="171569"/>
                  </a:lnTo>
                  <a:close/>
                </a:path>
              </a:pathLst>
            </a:custGeom>
            <a:solidFill>
              <a:srgbClr val="FE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9240648" y="2097137"/>
              <a:ext cx="514984" cy="172085"/>
            </a:xfrm>
            <a:custGeom>
              <a:avLst/>
              <a:gdLst/>
              <a:ahLst/>
              <a:cxnLst/>
              <a:rect l="l" t="t" r="r" b="b"/>
              <a:pathLst>
                <a:path w="514984" h="172085">
                  <a:moveTo>
                    <a:pt x="0" y="97482"/>
                  </a:moveTo>
                  <a:lnTo>
                    <a:pt x="0" y="74086"/>
                  </a:lnTo>
                  <a:lnTo>
                    <a:pt x="0" y="69221"/>
                  </a:lnTo>
                  <a:lnTo>
                    <a:pt x="474" y="64403"/>
                  </a:lnTo>
                  <a:lnTo>
                    <a:pt x="1422" y="59632"/>
                  </a:lnTo>
                  <a:lnTo>
                    <a:pt x="2371" y="54861"/>
                  </a:lnTo>
                  <a:lnTo>
                    <a:pt x="3776" y="50229"/>
                  </a:lnTo>
                  <a:lnTo>
                    <a:pt x="5638" y="45734"/>
                  </a:lnTo>
                  <a:lnTo>
                    <a:pt x="7499" y="41240"/>
                  </a:lnTo>
                  <a:lnTo>
                    <a:pt x="9781" y="36970"/>
                  </a:lnTo>
                  <a:lnTo>
                    <a:pt x="12484" y="32926"/>
                  </a:lnTo>
                  <a:lnTo>
                    <a:pt x="15186" y="28881"/>
                  </a:lnTo>
                  <a:lnTo>
                    <a:pt x="18258" y="25139"/>
                  </a:lnTo>
                  <a:lnTo>
                    <a:pt x="21698" y="21699"/>
                  </a:lnTo>
                  <a:lnTo>
                    <a:pt x="25137" y="18259"/>
                  </a:lnTo>
                  <a:lnTo>
                    <a:pt x="59632" y="1423"/>
                  </a:lnTo>
                  <a:lnTo>
                    <a:pt x="64403" y="474"/>
                  </a:lnTo>
                  <a:lnTo>
                    <a:pt x="69221" y="0"/>
                  </a:lnTo>
                  <a:lnTo>
                    <a:pt x="74086" y="0"/>
                  </a:lnTo>
                  <a:lnTo>
                    <a:pt x="440620" y="0"/>
                  </a:lnTo>
                  <a:lnTo>
                    <a:pt x="445484" y="0"/>
                  </a:lnTo>
                  <a:lnTo>
                    <a:pt x="450302" y="474"/>
                  </a:lnTo>
                  <a:lnTo>
                    <a:pt x="455073" y="1423"/>
                  </a:lnTo>
                  <a:lnTo>
                    <a:pt x="459844" y="2372"/>
                  </a:lnTo>
                  <a:lnTo>
                    <a:pt x="481779" y="12485"/>
                  </a:lnTo>
                  <a:lnTo>
                    <a:pt x="485824" y="15188"/>
                  </a:lnTo>
                  <a:lnTo>
                    <a:pt x="489567" y="18259"/>
                  </a:lnTo>
                  <a:lnTo>
                    <a:pt x="493006" y="21699"/>
                  </a:lnTo>
                  <a:lnTo>
                    <a:pt x="496446" y="25139"/>
                  </a:lnTo>
                  <a:lnTo>
                    <a:pt x="499517" y="28881"/>
                  </a:lnTo>
                  <a:lnTo>
                    <a:pt x="502220" y="32926"/>
                  </a:lnTo>
                  <a:lnTo>
                    <a:pt x="504922" y="36970"/>
                  </a:lnTo>
                  <a:lnTo>
                    <a:pt x="513283" y="59632"/>
                  </a:lnTo>
                  <a:lnTo>
                    <a:pt x="514233" y="64403"/>
                  </a:lnTo>
                  <a:lnTo>
                    <a:pt x="514707" y="69221"/>
                  </a:lnTo>
                  <a:lnTo>
                    <a:pt x="514707" y="74086"/>
                  </a:lnTo>
                  <a:lnTo>
                    <a:pt x="514707" y="97482"/>
                  </a:lnTo>
                  <a:lnTo>
                    <a:pt x="514707" y="102346"/>
                  </a:lnTo>
                  <a:lnTo>
                    <a:pt x="514233" y="107164"/>
                  </a:lnTo>
                  <a:lnTo>
                    <a:pt x="513283" y="111935"/>
                  </a:lnTo>
                  <a:lnTo>
                    <a:pt x="512334" y="116707"/>
                  </a:lnTo>
                  <a:lnTo>
                    <a:pt x="502220" y="138642"/>
                  </a:lnTo>
                  <a:lnTo>
                    <a:pt x="499517" y="142687"/>
                  </a:lnTo>
                  <a:lnTo>
                    <a:pt x="481779" y="159082"/>
                  </a:lnTo>
                  <a:lnTo>
                    <a:pt x="477735" y="161785"/>
                  </a:lnTo>
                  <a:lnTo>
                    <a:pt x="455073" y="170145"/>
                  </a:lnTo>
                  <a:lnTo>
                    <a:pt x="450302" y="171094"/>
                  </a:lnTo>
                  <a:lnTo>
                    <a:pt x="445484" y="171569"/>
                  </a:lnTo>
                  <a:lnTo>
                    <a:pt x="440620" y="171569"/>
                  </a:lnTo>
                  <a:lnTo>
                    <a:pt x="74086" y="171569"/>
                  </a:lnTo>
                  <a:lnTo>
                    <a:pt x="69221" y="171569"/>
                  </a:lnTo>
                  <a:lnTo>
                    <a:pt x="64403" y="171094"/>
                  </a:lnTo>
                  <a:lnTo>
                    <a:pt x="59632" y="170145"/>
                  </a:lnTo>
                  <a:lnTo>
                    <a:pt x="54860" y="169196"/>
                  </a:lnTo>
                  <a:lnTo>
                    <a:pt x="21698" y="149869"/>
                  </a:lnTo>
                  <a:lnTo>
                    <a:pt x="12485" y="138642"/>
                  </a:lnTo>
                  <a:lnTo>
                    <a:pt x="9782" y="134597"/>
                  </a:lnTo>
                  <a:lnTo>
                    <a:pt x="7499" y="130328"/>
                  </a:lnTo>
                  <a:lnTo>
                    <a:pt x="5638" y="125833"/>
                  </a:lnTo>
                  <a:lnTo>
                    <a:pt x="3776" y="121339"/>
                  </a:lnTo>
                  <a:lnTo>
                    <a:pt x="2371" y="116706"/>
                  </a:lnTo>
                  <a:lnTo>
                    <a:pt x="1422" y="111935"/>
                  </a:lnTo>
                  <a:lnTo>
                    <a:pt x="474" y="107164"/>
                  </a:lnTo>
                  <a:lnTo>
                    <a:pt x="0" y="102346"/>
                  </a:lnTo>
                  <a:lnTo>
                    <a:pt x="0" y="97482"/>
                  </a:lnTo>
                  <a:close/>
                </a:path>
              </a:pathLst>
            </a:custGeom>
            <a:ln w="7798">
              <a:solidFill>
                <a:srgbClr val="FECA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9290459" y="2119530"/>
            <a:ext cx="442595" cy="3124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635"/>
              </a:lnSpc>
              <a:spcBef>
                <a:spcPts val="125"/>
              </a:spcBef>
            </a:pPr>
            <a:r>
              <a:rPr sz="650" b="1" spc="10" dirty="0">
                <a:solidFill>
                  <a:srgbClr val="DB2525"/>
                </a:solidFill>
                <a:latin typeface="Noto Sans KR"/>
                <a:cs typeface="Noto Sans KR"/>
              </a:rPr>
              <a:t>CRITICAL</a:t>
            </a:r>
            <a:endParaRPr sz="650">
              <a:latin typeface="Noto Sans KR"/>
              <a:cs typeface="Noto Sans KR"/>
            </a:endParaRPr>
          </a:p>
          <a:p>
            <a:pPr marL="69850">
              <a:lnSpc>
                <a:spcPts val="1595"/>
              </a:lnSpc>
            </a:pPr>
            <a:r>
              <a:rPr sz="1450" b="1" spc="10" dirty="0">
                <a:solidFill>
                  <a:srgbClr val="DB2525"/>
                </a:solidFill>
                <a:latin typeface="Comic Sans MS"/>
                <a:cs typeface="Comic Sans MS"/>
              </a:rPr>
              <a:t>52</a:t>
            </a:r>
            <a:r>
              <a:rPr sz="1450" b="1" spc="-385" dirty="0">
                <a:solidFill>
                  <a:srgbClr val="DB2525"/>
                </a:solidFill>
                <a:latin typeface="Comic Sans MS"/>
                <a:cs typeface="Comic Sans MS"/>
              </a:rPr>
              <a:t> </a:t>
            </a:r>
            <a:r>
              <a:rPr sz="850" spc="-60" dirty="0">
                <a:solidFill>
                  <a:srgbClr val="6A7280"/>
                </a:solidFill>
                <a:latin typeface="Arial Unicode MS"/>
                <a:cs typeface="Arial Unicode MS"/>
              </a:rPr>
              <a:t>건</a:t>
            </a:r>
            <a:endParaRPr sz="850">
              <a:latin typeface="Arial Unicode MS"/>
              <a:cs typeface="Arial Unicode MS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6071616" y="3270504"/>
            <a:ext cx="3850004" cy="1262380"/>
            <a:chOff x="6071616" y="3270504"/>
            <a:chExt cx="3850004" cy="1262380"/>
          </a:xfrm>
        </p:grpSpPr>
        <p:sp>
          <p:nvSpPr>
            <p:cNvPr id="36" name="object 36"/>
            <p:cNvSpPr/>
            <p:nvPr/>
          </p:nvSpPr>
          <p:spPr>
            <a:xfrm>
              <a:off x="6071616" y="3270504"/>
              <a:ext cx="3850004" cy="1262380"/>
            </a:xfrm>
            <a:custGeom>
              <a:avLst/>
              <a:gdLst/>
              <a:ahLst/>
              <a:cxnLst/>
              <a:rect l="l" t="t" r="r" b="b"/>
              <a:pathLst>
                <a:path w="3850004" h="1262379">
                  <a:moveTo>
                    <a:pt x="3849624" y="1261872"/>
                  </a:moveTo>
                  <a:lnTo>
                    <a:pt x="0" y="1261872"/>
                  </a:lnTo>
                  <a:lnTo>
                    <a:pt x="0" y="0"/>
                  </a:lnTo>
                  <a:lnTo>
                    <a:pt x="3849624" y="0"/>
                  </a:lnTo>
                  <a:lnTo>
                    <a:pt x="3849624" y="39314"/>
                  </a:lnTo>
                  <a:lnTo>
                    <a:pt x="123681" y="39314"/>
                  </a:lnTo>
                  <a:lnTo>
                    <a:pt x="116767" y="39648"/>
                  </a:lnTo>
                  <a:lnTo>
                    <a:pt x="79175" y="55218"/>
                  </a:lnTo>
                  <a:lnTo>
                    <a:pt x="56498" y="89157"/>
                  </a:lnTo>
                  <a:lnTo>
                    <a:pt x="53494" y="109501"/>
                  </a:lnTo>
                  <a:lnTo>
                    <a:pt x="53494" y="1123319"/>
                  </a:lnTo>
                  <a:lnTo>
                    <a:pt x="65310" y="1162319"/>
                  </a:lnTo>
                  <a:lnTo>
                    <a:pt x="96822" y="1188163"/>
                  </a:lnTo>
                  <a:lnTo>
                    <a:pt x="123681" y="1193506"/>
                  </a:lnTo>
                  <a:lnTo>
                    <a:pt x="3849624" y="1193506"/>
                  </a:lnTo>
                  <a:lnTo>
                    <a:pt x="3849624" y="1261872"/>
                  </a:lnTo>
                  <a:close/>
                </a:path>
                <a:path w="3850004" h="1262379">
                  <a:moveTo>
                    <a:pt x="3849624" y="1193506"/>
                  </a:moveTo>
                  <a:lnTo>
                    <a:pt x="3726631" y="1193506"/>
                  </a:lnTo>
                  <a:lnTo>
                    <a:pt x="3733546" y="1193172"/>
                  </a:lnTo>
                  <a:lnTo>
                    <a:pt x="3740327" y="1192170"/>
                  </a:lnTo>
                  <a:lnTo>
                    <a:pt x="3776261" y="1172948"/>
                  </a:lnTo>
                  <a:lnTo>
                    <a:pt x="3795482" y="1137013"/>
                  </a:lnTo>
                  <a:lnTo>
                    <a:pt x="3796819" y="1123319"/>
                  </a:lnTo>
                  <a:lnTo>
                    <a:pt x="3796819" y="109501"/>
                  </a:lnTo>
                  <a:lnTo>
                    <a:pt x="3785000" y="70500"/>
                  </a:lnTo>
                  <a:lnTo>
                    <a:pt x="3753490" y="44656"/>
                  </a:lnTo>
                  <a:lnTo>
                    <a:pt x="3726631" y="39314"/>
                  </a:lnTo>
                  <a:lnTo>
                    <a:pt x="3849624" y="39314"/>
                  </a:lnTo>
                  <a:lnTo>
                    <a:pt x="3849624" y="1193506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136808" y="3302020"/>
              <a:ext cx="3739515" cy="1170305"/>
            </a:xfrm>
            <a:custGeom>
              <a:avLst/>
              <a:gdLst/>
              <a:ahLst/>
              <a:cxnLst/>
              <a:rect l="l" t="t" r="r" b="b"/>
              <a:pathLst>
                <a:path w="3739515" h="1170304">
                  <a:moveTo>
                    <a:pt x="3666560" y="1169788"/>
                  </a:moveTo>
                  <a:lnTo>
                    <a:pt x="54648" y="1169788"/>
                  </a:lnTo>
                  <a:lnTo>
                    <a:pt x="50844" y="1169288"/>
                  </a:lnTo>
                  <a:lnTo>
                    <a:pt x="14414" y="1143326"/>
                  </a:lnTo>
                  <a:lnTo>
                    <a:pt x="374" y="1101994"/>
                  </a:lnTo>
                  <a:lnTo>
                    <a:pt x="0" y="1096923"/>
                  </a:lnTo>
                  <a:lnTo>
                    <a:pt x="0" y="1091802"/>
                  </a:lnTo>
                  <a:lnTo>
                    <a:pt x="0" y="72864"/>
                  </a:lnTo>
                  <a:lnTo>
                    <a:pt x="11990" y="30400"/>
                  </a:lnTo>
                  <a:lnTo>
                    <a:pt x="39654" y="3976"/>
                  </a:lnTo>
                  <a:lnTo>
                    <a:pt x="54648" y="0"/>
                  </a:lnTo>
                  <a:lnTo>
                    <a:pt x="3666560" y="0"/>
                  </a:lnTo>
                  <a:lnTo>
                    <a:pt x="3709022" y="15987"/>
                  </a:lnTo>
                  <a:lnTo>
                    <a:pt x="3735448" y="52871"/>
                  </a:lnTo>
                  <a:lnTo>
                    <a:pt x="3739425" y="72864"/>
                  </a:lnTo>
                  <a:lnTo>
                    <a:pt x="3739425" y="1096923"/>
                  </a:lnTo>
                  <a:lnTo>
                    <a:pt x="3723436" y="1139386"/>
                  </a:lnTo>
                  <a:lnTo>
                    <a:pt x="3686552" y="1165811"/>
                  </a:lnTo>
                  <a:lnTo>
                    <a:pt x="3671632" y="1169288"/>
                  </a:lnTo>
                  <a:lnTo>
                    <a:pt x="3666560" y="11697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117312" y="3302304"/>
              <a:ext cx="72390" cy="1169670"/>
            </a:xfrm>
            <a:custGeom>
              <a:avLst/>
              <a:gdLst/>
              <a:ahLst/>
              <a:cxnLst/>
              <a:rect l="l" t="t" r="r" b="b"/>
              <a:pathLst>
                <a:path w="72389" h="1169670">
                  <a:moveTo>
                    <a:pt x="72100" y="1169220"/>
                  </a:moveTo>
                  <a:lnTo>
                    <a:pt x="34650" y="1156373"/>
                  </a:lnTo>
                  <a:lnTo>
                    <a:pt x="5935" y="1121362"/>
                  </a:lnTo>
                  <a:lnTo>
                    <a:pt x="0" y="1091524"/>
                  </a:lnTo>
                  <a:lnTo>
                    <a:pt x="0" y="77695"/>
                  </a:lnTo>
                  <a:lnTo>
                    <a:pt x="13129" y="34366"/>
                  </a:lnTo>
                  <a:lnTo>
                    <a:pt x="48140" y="5651"/>
                  </a:lnTo>
                  <a:lnTo>
                    <a:pt x="72099" y="0"/>
                  </a:lnTo>
                  <a:lnTo>
                    <a:pt x="67839" y="1694"/>
                  </a:lnTo>
                  <a:lnTo>
                    <a:pt x="58285" y="9609"/>
                  </a:lnTo>
                  <a:lnTo>
                    <a:pt x="41960" y="47857"/>
                  </a:lnTo>
                  <a:lnTo>
                    <a:pt x="38992" y="77695"/>
                  </a:lnTo>
                  <a:lnTo>
                    <a:pt x="38992" y="1091524"/>
                  </a:lnTo>
                  <a:lnTo>
                    <a:pt x="45556" y="1134853"/>
                  </a:lnTo>
                  <a:lnTo>
                    <a:pt x="67839" y="1167525"/>
                  </a:lnTo>
                  <a:lnTo>
                    <a:pt x="72100" y="1169220"/>
                  </a:lnTo>
                  <a:close/>
                </a:path>
              </a:pathLst>
            </a:custGeom>
            <a:solidFill>
              <a:srgbClr val="F59D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6299576" y="3429782"/>
            <a:ext cx="975360" cy="37973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1150" b="1" spc="-30" dirty="0">
                <a:solidFill>
                  <a:srgbClr val="111726"/>
                </a:solidFill>
                <a:latin typeface="Noto Sans KR Black"/>
                <a:cs typeface="Noto Sans KR Black"/>
              </a:rPr>
              <a:t>A-CDM</a:t>
            </a:r>
            <a:r>
              <a:rPr sz="1150" b="1" spc="15" dirty="0">
                <a:solidFill>
                  <a:srgbClr val="111726"/>
                </a:solidFill>
                <a:latin typeface="Noto Sans KR Black"/>
                <a:cs typeface="Noto Sans KR Black"/>
              </a:rPr>
              <a:t> </a:t>
            </a:r>
            <a:r>
              <a:rPr sz="1150" b="1" spc="-25" dirty="0">
                <a:solidFill>
                  <a:srgbClr val="111726"/>
                </a:solidFill>
                <a:latin typeface="Noto Sans KR Black"/>
                <a:cs typeface="Noto Sans KR Black"/>
              </a:rPr>
              <a:t>(CM)</a:t>
            </a:r>
            <a:endParaRPr sz="1150">
              <a:latin typeface="Noto Sans KR Black"/>
              <a:cs typeface="Noto Sans KR Black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700" b="1" spc="-25" dirty="0">
                <a:latin typeface="맑은 고딕"/>
                <a:cs typeface="맑은 고딕"/>
              </a:rPr>
              <a:t>데이터</a:t>
            </a:r>
            <a:r>
              <a:rPr sz="700" b="1" spc="-40" dirty="0">
                <a:latin typeface="맑은 고딕"/>
                <a:cs typeface="맑은 고딕"/>
              </a:rPr>
              <a:t> </a:t>
            </a:r>
            <a:r>
              <a:rPr sz="700" b="1" spc="-25" dirty="0">
                <a:latin typeface="맑은 고딕"/>
                <a:cs typeface="맑은 고딕"/>
              </a:rPr>
              <a:t>매핑</a:t>
            </a:r>
            <a:r>
              <a:rPr sz="700" b="1" spc="10" dirty="0">
                <a:latin typeface="Trebuchet MS"/>
                <a:cs typeface="Trebuchet MS"/>
              </a:rPr>
              <a:t>/</a:t>
            </a:r>
            <a:r>
              <a:rPr sz="700" b="1" spc="-25" dirty="0">
                <a:latin typeface="맑은 고딕"/>
                <a:cs typeface="맑은 고딕"/>
              </a:rPr>
              <a:t>리포트</a:t>
            </a:r>
            <a:r>
              <a:rPr sz="700" b="1" spc="-40" dirty="0">
                <a:latin typeface="맑은 고딕"/>
                <a:cs typeface="맑은 고딕"/>
              </a:rPr>
              <a:t> </a:t>
            </a:r>
            <a:r>
              <a:rPr sz="700" b="1" spc="-25" dirty="0">
                <a:latin typeface="맑은 고딕"/>
                <a:cs typeface="맑은 고딕"/>
              </a:rPr>
              <a:t>오류</a:t>
            </a:r>
            <a:endParaRPr sz="700">
              <a:latin typeface="맑은 고딕"/>
              <a:cs typeface="맑은 고딕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6312276" y="3988296"/>
            <a:ext cx="3408045" cy="327660"/>
            <a:chOff x="6312276" y="3988296"/>
            <a:chExt cx="3408045" cy="327660"/>
          </a:xfrm>
        </p:grpSpPr>
        <p:sp>
          <p:nvSpPr>
            <p:cNvPr id="41" name="object 41"/>
            <p:cNvSpPr/>
            <p:nvPr/>
          </p:nvSpPr>
          <p:spPr>
            <a:xfrm>
              <a:off x="6312268" y="3988307"/>
              <a:ext cx="3408045" cy="327660"/>
            </a:xfrm>
            <a:custGeom>
              <a:avLst/>
              <a:gdLst/>
              <a:ahLst/>
              <a:cxnLst/>
              <a:rect l="l" t="t" r="r" b="b"/>
              <a:pathLst>
                <a:path w="3408045" h="327660">
                  <a:moveTo>
                    <a:pt x="967028" y="151828"/>
                  </a:moveTo>
                  <a:lnTo>
                    <a:pt x="939965" y="124777"/>
                  </a:lnTo>
                  <a:lnTo>
                    <a:pt x="27063" y="124777"/>
                  </a:lnTo>
                  <a:lnTo>
                    <a:pt x="0" y="151828"/>
                  </a:lnTo>
                  <a:lnTo>
                    <a:pt x="0" y="296341"/>
                  </a:lnTo>
                  <a:lnTo>
                    <a:pt x="0" y="300482"/>
                  </a:lnTo>
                  <a:lnTo>
                    <a:pt x="27063" y="327533"/>
                  </a:lnTo>
                  <a:lnTo>
                    <a:pt x="939965" y="327533"/>
                  </a:lnTo>
                  <a:lnTo>
                    <a:pt x="967028" y="300482"/>
                  </a:lnTo>
                  <a:lnTo>
                    <a:pt x="967028" y="151828"/>
                  </a:lnTo>
                  <a:close/>
                </a:path>
                <a:path w="3408045" h="327660">
                  <a:moveTo>
                    <a:pt x="3407981" y="20281"/>
                  </a:moveTo>
                  <a:lnTo>
                    <a:pt x="3387699" y="0"/>
                  </a:lnTo>
                  <a:lnTo>
                    <a:pt x="20294" y="0"/>
                  </a:lnTo>
                  <a:lnTo>
                    <a:pt x="0" y="20281"/>
                  </a:lnTo>
                  <a:lnTo>
                    <a:pt x="0" y="23393"/>
                  </a:lnTo>
                  <a:lnTo>
                    <a:pt x="0" y="26492"/>
                  </a:lnTo>
                  <a:lnTo>
                    <a:pt x="20294" y="46786"/>
                  </a:lnTo>
                  <a:lnTo>
                    <a:pt x="3387699" y="46786"/>
                  </a:lnTo>
                  <a:lnTo>
                    <a:pt x="3407981" y="26492"/>
                  </a:lnTo>
                  <a:lnTo>
                    <a:pt x="3407981" y="20281"/>
                  </a:lnTo>
                  <a:close/>
                </a:path>
              </a:pathLst>
            </a:custGeom>
            <a:solidFill>
              <a:srgbClr val="F2F4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74665" y="4163099"/>
              <a:ext cx="92074" cy="95249"/>
            </a:xfrm>
            <a:prstGeom prst="rect">
              <a:avLst/>
            </a:prstGeom>
          </p:spPr>
        </p:pic>
      </p:grpSp>
      <p:sp>
        <p:nvSpPr>
          <p:cNvPr id="43" name="object 43"/>
          <p:cNvSpPr txBox="1"/>
          <p:nvPr/>
        </p:nvSpPr>
        <p:spPr>
          <a:xfrm>
            <a:off x="6517937" y="4147165"/>
            <a:ext cx="709295" cy="1377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700" b="1" spc="-15" dirty="0">
                <a:solidFill>
                  <a:srgbClr val="4A5462"/>
                </a:solidFill>
                <a:latin typeface="맑은 고딕"/>
                <a:cs typeface="맑은 고딕"/>
              </a:rPr>
              <a:t>담당</a:t>
            </a:r>
            <a:r>
              <a:rPr sz="700" b="1" spc="-15" dirty="0">
                <a:solidFill>
                  <a:srgbClr val="4A5462"/>
                </a:solidFill>
                <a:latin typeface="Arial"/>
                <a:cs typeface="Arial"/>
              </a:rPr>
              <a:t>:</a:t>
            </a:r>
            <a:r>
              <a:rPr sz="700" b="1" spc="15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700" spc="-25" dirty="0">
                <a:solidFill>
                  <a:srgbClr val="4A5462"/>
                </a:solidFill>
                <a:latin typeface="Arial Unicode MS"/>
                <a:cs typeface="Arial Unicode MS"/>
              </a:rPr>
              <a:t>김단호</a:t>
            </a:r>
            <a:r>
              <a:rPr sz="700" spc="-15" dirty="0">
                <a:solidFill>
                  <a:srgbClr val="4A5462"/>
                </a:solidFill>
                <a:latin typeface="Arial Unicode MS"/>
                <a:cs typeface="Arial Unicode MS"/>
              </a:rPr>
              <a:t> </a:t>
            </a:r>
            <a:r>
              <a:rPr sz="700" spc="20" dirty="0">
                <a:solidFill>
                  <a:srgbClr val="4A5462"/>
                </a:solidFill>
                <a:latin typeface="Noto Sans KR"/>
                <a:cs typeface="Noto Sans KR"/>
              </a:rPr>
              <a:t>Dev</a:t>
            </a:r>
            <a:endParaRPr sz="700">
              <a:latin typeface="Noto Sans KR"/>
              <a:cs typeface="Noto Sans KR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9174132" y="3418770"/>
            <a:ext cx="585470" cy="180340"/>
            <a:chOff x="9174132" y="3418770"/>
            <a:chExt cx="585470" cy="180340"/>
          </a:xfrm>
        </p:grpSpPr>
        <p:sp>
          <p:nvSpPr>
            <p:cNvPr id="45" name="object 45"/>
            <p:cNvSpPr/>
            <p:nvPr/>
          </p:nvSpPr>
          <p:spPr>
            <a:xfrm>
              <a:off x="9178259" y="3422897"/>
              <a:ext cx="577215" cy="172085"/>
            </a:xfrm>
            <a:custGeom>
              <a:avLst/>
              <a:gdLst/>
              <a:ahLst/>
              <a:cxnLst/>
              <a:rect l="l" t="t" r="r" b="b"/>
              <a:pathLst>
                <a:path w="577215" h="172085">
                  <a:moveTo>
                    <a:pt x="507872" y="171569"/>
                  </a:moveTo>
                  <a:lnTo>
                    <a:pt x="69221" y="171569"/>
                  </a:lnTo>
                  <a:lnTo>
                    <a:pt x="64403" y="171094"/>
                  </a:lnTo>
                  <a:lnTo>
                    <a:pt x="28880" y="156380"/>
                  </a:lnTo>
                  <a:lnTo>
                    <a:pt x="3777" y="121339"/>
                  </a:lnTo>
                  <a:lnTo>
                    <a:pt x="0" y="102346"/>
                  </a:lnTo>
                  <a:lnTo>
                    <a:pt x="0" y="97482"/>
                  </a:lnTo>
                  <a:lnTo>
                    <a:pt x="0" y="69222"/>
                  </a:lnTo>
                  <a:lnTo>
                    <a:pt x="15186" y="28881"/>
                  </a:lnTo>
                  <a:lnTo>
                    <a:pt x="50229" y="3777"/>
                  </a:lnTo>
                  <a:lnTo>
                    <a:pt x="69221" y="0"/>
                  </a:lnTo>
                  <a:lnTo>
                    <a:pt x="507872" y="0"/>
                  </a:lnTo>
                  <a:lnTo>
                    <a:pt x="548212" y="15188"/>
                  </a:lnTo>
                  <a:lnTo>
                    <a:pt x="573317" y="50229"/>
                  </a:lnTo>
                  <a:lnTo>
                    <a:pt x="577095" y="69222"/>
                  </a:lnTo>
                  <a:lnTo>
                    <a:pt x="577095" y="102346"/>
                  </a:lnTo>
                  <a:lnTo>
                    <a:pt x="561906" y="142687"/>
                  </a:lnTo>
                  <a:lnTo>
                    <a:pt x="526865" y="167790"/>
                  </a:lnTo>
                  <a:lnTo>
                    <a:pt x="512690" y="171094"/>
                  </a:lnTo>
                  <a:lnTo>
                    <a:pt x="507872" y="171569"/>
                  </a:lnTo>
                  <a:close/>
                </a:path>
              </a:pathLst>
            </a:custGeom>
            <a:solidFill>
              <a:srgbClr val="FEF2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9178259" y="3422897"/>
              <a:ext cx="577215" cy="172085"/>
            </a:xfrm>
            <a:custGeom>
              <a:avLst/>
              <a:gdLst/>
              <a:ahLst/>
              <a:cxnLst/>
              <a:rect l="l" t="t" r="r" b="b"/>
              <a:pathLst>
                <a:path w="577215" h="172085">
                  <a:moveTo>
                    <a:pt x="0" y="97482"/>
                  </a:moveTo>
                  <a:lnTo>
                    <a:pt x="0" y="74086"/>
                  </a:lnTo>
                  <a:lnTo>
                    <a:pt x="0" y="69222"/>
                  </a:lnTo>
                  <a:lnTo>
                    <a:pt x="474" y="64404"/>
                  </a:lnTo>
                  <a:lnTo>
                    <a:pt x="12484" y="32926"/>
                  </a:lnTo>
                  <a:lnTo>
                    <a:pt x="15186" y="28881"/>
                  </a:lnTo>
                  <a:lnTo>
                    <a:pt x="18258" y="25139"/>
                  </a:lnTo>
                  <a:lnTo>
                    <a:pt x="21699" y="21699"/>
                  </a:lnTo>
                  <a:lnTo>
                    <a:pt x="25138" y="18259"/>
                  </a:lnTo>
                  <a:lnTo>
                    <a:pt x="59632" y="1423"/>
                  </a:lnTo>
                  <a:lnTo>
                    <a:pt x="64403" y="474"/>
                  </a:lnTo>
                  <a:lnTo>
                    <a:pt x="69221" y="0"/>
                  </a:lnTo>
                  <a:lnTo>
                    <a:pt x="74086" y="0"/>
                  </a:lnTo>
                  <a:lnTo>
                    <a:pt x="503009" y="0"/>
                  </a:lnTo>
                  <a:lnTo>
                    <a:pt x="507872" y="0"/>
                  </a:lnTo>
                  <a:lnTo>
                    <a:pt x="512690" y="474"/>
                  </a:lnTo>
                  <a:lnTo>
                    <a:pt x="517462" y="1423"/>
                  </a:lnTo>
                  <a:lnTo>
                    <a:pt x="522233" y="2372"/>
                  </a:lnTo>
                  <a:lnTo>
                    <a:pt x="544168" y="12485"/>
                  </a:lnTo>
                  <a:lnTo>
                    <a:pt x="548212" y="15188"/>
                  </a:lnTo>
                  <a:lnTo>
                    <a:pt x="564608" y="32926"/>
                  </a:lnTo>
                  <a:lnTo>
                    <a:pt x="567311" y="36970"/>
                  </a:lnTo>
                  <a:lnTo>
                    <a:pt x="575672" y="59632"/>
                  </a:lnTo>
                  <a:lnTo>
                    <a:pt x="576621" y="64404"/>
                  </a:lnTo>
                  <a:lnTo>
                    <a:pt x="577095" y="69222"/>
                  </a:lnTo>
                  <a:lnTo>
                    <a:pt x="577095" y="74086"/>
                  </a:lnTo>
                  <a:lnTo>
                    <a:pt x="577095" y="97482"/>
                  </a:lnTo>
                  <a:lnTo>
                    <a:pt x="577095" y="102346"/>
                  </a:lnTo>
                  <a:lnTo>
                    <a:pt x="576621" y="107164"/>
                  </a:lnTo>
                  <a:lnTo>
                    <a:pt x="575672" y="111935"/>
                  </a:lnTo>
                  <a:lnTo>
                    <a:pt x="574723" y="116706"/>
                  </a:lnTo>
                  <a:lnTo>
                    <a:pt x="555395" y="149869"/>
                  </a:lnTo>
                  <a:lnTo>
                    <a:pt x="544168" y="159082"/>
                  </a:lnTo>
                  <a:lnTo>
                    <a:pt x="540124" y="161785"/>
                  </a:lnTo>
                  <a:lnTo>
                    <a:pt x="535854" y="164067"/>
                  </a:lnTo>
                  <a:lnTo>
                    <a:pt x="531360" y="165929"/>
                  </a:lnTo>
                  <a:lnTo>
                    <a:pt x="526865" y="167790"/>
                  </a:lnTo>
                  <a:lnTo>
                    <a:pt x="522233" y="169196"/>
                  </a:lnTo>
                  <a:lnTo>
                    <a:pt x="517462" y="170145"/>
                  </a:lnTo>
                  <a:lnTo>
                    <a:pt x="512690" y="171094"/>
                  </a:lnTo>
                  <a:lnTo>
                    <a:pt x="507872" y="171569"/>
                  </a:lnTo>
                  <a:lnTo>
                    <a:pt x="503009" y="171569"/>
                  </a:lnTo>
                  <a:lnTo>
                    <a:pt x="74086" y="171569"/>
                  </a:lnTo>
                  <a:lnTo>
                    <a:pt x="69221" y="171569"/>
                  </a:lnTo>
                  <a:lnTo>
                    <a:pt x="64403" y="171094"/>
                  </a:lnTo>
                  <a:lnTo>
                    <a:pt x="59632" y="170145"/>
                  </a:lnTo>
                  <a:lnTo>
                    <a:pt x="54862" y="169196"/>
                  </a:lnTo>
                  <a:lnTo>
                    <a:pt x="50229" y="167790"/>
                  </a:lnTo>
                  <a:lnTo>
                    <a:pt x="45734" y="165929"/>
                  </a:lnTo>
                  <a:lnTo>
                    <a:pt x="41240" y="164067"/>
                  </a:lnTo>
                  <a:lnTo>
                    <a:pt x="21699" y="149869"/>
                  </a:lnTo>
                  <a:lnTo>
                    <a:pt x="18258" y="146429"/>
                  </a:lnTo>
                  <a:lnTo>
                    <a:pt x="1422" y="111935"/>
                  </a:lnTo>
                  <a:lnTo>
                    <a:pt x="0" y="102346"/>
                  </a:lnTo>
                  <a:lnTo>
                    <a:pt x="0" y="97482"/>
                  </a:lnTo>
                  <a:close/>
                </a:path>
              </a:pathLst>
            </a:custGeom>
            <a:ln w="7798">
              <a:solidFill>
                <a:srgbClr val="FDE6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9233432" y="3445291"/>
            <a:ext cx="499745" cy="3124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635"/>
              </a:lnSpc>
              <a:spcBef>
                <a:spcPts val="125"/>
              </a:spcBef>
            </a:pPr>
            <a:r>
              <a:rPr sz="650" b="1" spc="10" dirty="0">
                <a:solidFill>
                  <a:srgbClr val="D97705"/>
                </a:solidFill>
                <a:latin typeface="Noto Sans KR"/>
                <a:cs typeface="Noto Sans KR"/>
              </a:rPr>
              <a:t>HIGH</a:t>
            </a:r>
            <a:r>
              <a:rPr sz="650" b="1" spc="5" dirty="0">
                <a:solidFill>
                  <a:srgbClr val="D97705"/>
                </a:solidFill>
                <a:latin typeface="Noto Sans KR"/>
                <a:cs typeface="Noto Sans KR"/>
              </a:rPr>
              <a:t> </a:t>
            </a:r>
            <a:r>
              <a:rPr sz="650" b="1" spc="10" dirty="0">
                <a:solidFill>
                  <a:srgbClr val="D97705"/>
                </a:solidFill>
                <a:latin typeface="Noto Sans KR"/>
                <a:cs typeface="Noto Sans KR"/>
              </a:rPr>
              <a:t>RISK</a:t>
            </a:r>
            <a:endParaRPr sz="650">
              <a:latin typeface="Noto Sans KR"/>
              <a:cs typeface="Noto Sans KR"/>
            </a:endParaRPr>
          </a:p>
          <a:p>
            <a:pPr marL="127000">
              <a:lnSpc>
                <a:spcPts val="1595"/>
              </a:lnSpc>
            </a:pPr>
            <a:r>
              <a:rPr sz="1450" b="1" spc="10" dirty="0">
                <a:latin typeface="Comic Sans MS"/>
                <a:cs typeface="Comic Sans MS"/>
              </a:rPr>
              <a:t>38</a:t>
            </a:r>
            <a:r>
              <a:rPr sz="1450" b="1" spc="-385" dirty="0">
                <a:latin typeface="Comic Sans MS"/>
                <a:cs typeface="Comic Sans MS"/>
              </a:rPr>
              <a:t> </a:t>
            </a:r>
            <a:r>
              <a:rPr sz="850" spc="-60" dirty="0">
                <a:solidFill>
                  <a:srgbClr val="6A7280"/>
                </a:solidFill>
                <a:latin typeface="Arial Unicode MS"/>
                <a:cs typeface="Arial Unicode MS"/>
              </a:rPr>
              <a:t>건</a:t>
            </a:r>
            <a:endParaRPr sz="850">
              <a:latin typeface="Arial Unicode MS"/>
              <a:cs typeface="Arial Unicode MS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6071616" y="4596384"/>
            <a:ext cx="3850004" cy="1262380"/>
            <a:chOff x="6071616" y="4596384"/>
            <a:chExt cx="3850004" cy="1262380"/>
          </a:xfrm>
        </p:grpSpPr>
        <p:sp>
          <p:nvSpPr>
            <p:cNvPr id="49" name="object 49"/>
            <p:cNvSpPr/>
            <p:nvPr/>
          </p:nvSpPr>
          <p:spPr>
            <a:xfrm>
              <a:off x="6071616" y="4596384"/>
              <a:ext cx="3850004" cy="1262380"/>
            </a:xfrm>
            <a:custGeom>
              <a:avLst/>
              <a:gdLst/>
              <a:ahLst/>
              <a:cxnLst/>
              <a:rect l="l" t="t" r="r" b="b"/>
              <a:pathLst>
                <a:path w="3850004" h="1262379">
                  <a:moveTo>
                    <a:pt x="3849624" y="1261872"/>
                  </a:moveTo>
                  <a:lnTo>
                    <a:pt x="0" y="1261872"/>
                  </a:lnTo>
                  <a:lnTo>
                    <a:pt x="0" y="0"/>
                  </a:lnTo>
                  <a:lnTo>
                    <a:pt x="3849624" y="0"/>
                  </a:lnTo>
                  <a:lnTo>
                    <a:pt x="3849624" y="39195"/>
                  </a:lnTo>
                  <a:lnTo>
                    <a:pt x="123681" y="39195"/>
                  </a:lnTo>
                  <a:lnTo>
                    <a:pt x="116767" y="39529"/>
                  </a:lnTo>
                  <a:lnTo>
                    <a:pt x="79175" y="55099"/>
                  </a:lnTo>
                  <a:lnTo>
                    <a:pt x="56498" y="89038"/>
                  </a:lnTo>
                  <a:lnTo>
                    <a:pt x="53494" y="109382"/>
                  </a:lnTo>
                  <a:lnTo>
                    <a:pt x="53494" y="1123199"/>
                  </a:lnTo>
                  <a:lnTo>
                    <a:pt x="65310" y="1162200"/>
                  </a:lnTo>
                  <a:lnTo>
                    <a:pt x="96821" y="1188044"/>
                  </a:lnTo>
                  <a:lnTo>
                    <a:pt x="123681" y="1193387"/>
                  </a:lnTo>
                  <a:lnTo>
                    <a:pt x="3849624" y="1193387"/>
                  </a:lnTo>
                  <a:lnTo>
                    <a:pt x="3849624" y="1261872"/>
                  </a:lnTo>
                  <a:close/>
                </a:path>
                <a:path w="3850004" h="1262379">
                  <a:moveTo>
                    <a:pt x="3849624" y="1193387"/>
                  </a:moveTo>
                  <a:lnTo>
                    <a:pt x="3726631" y="1193387"/>
                  </a:lnTo>
                  <a:lnTo>
                    <a:pt x="3733545" y="1193053"/>
                  </a:lnTo>
                  <a:lnTo>
                    <a:pt x="3740326" y="1192051"/>
                  </a:lnTo>
                  <a:lnTo>
                    <a:pt x="3776261" y="1172829"/>
                  </a:lnTo>
                  <a:lnTo>
                    <a:pt x="3795482" y="1136894"/>
                  </a:lnTo>
                  <a:lnTo>
                    <a:pt x="3796819" y="1123199"/>
                  </a:lnTo>
                  <a:lnTo>
                    <a:pt x="3796819" y="109382"/>
                  </a:lnTo>
                  <a:lnTo>
                    <a:pt x="3785000" y="70380"/>
                  </a:lnTo>
                  <a:lnTo>
                    <a:pt x="3753489" y="44537"/>
                  </a:lnTo>
                  <a:lnTo>
                    <a:pt x="3726631" y="39195"/>
                  </a:lnTo>
                  <a:lnTo>
                    <a:pt x="3849624" y="39195"/>
                  </a:lnTo>
                  <a:lnTo>
                    <a:pt x="3849624" y="1193387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136808" y="4627780"/>
              <a:ext cx="3739515" cy="1170305"/>
            </a:xfrm>
            <a:custGeom>
              <a:avLst/>
              <a:gdLst/>
              <a:ahLst/>
              <a:cxnLst/>
              <a:rect l="l" t="t" r="r" b="b"/>
              <a:pathLst>
                <a:path w="3739515" h="1170304">
                  <a:moveTo>
                    <a:pt x="3666560" y="1169788"/>
                  </a:moveTo>
                  <a:lnTo>
                    <a:pt x="54648" y="1169788"/>
                  </a:lnTo>
                  <a:lnTo>
                    <a:pt x="50844" y="1169288"/>
                  </a:lnTo>
                  <a:lnTo>
                    <a:pt x="14414" y="1143325"/>
                  </a:lnTo>
                  <a:lnTo>
                    <a:pt x="374" y="1101994"/>
                  </a:lnTo>
                  <a:lnTo>
                    <a:pt x="0" y="1096923"/>
                  </a:lnTo>
                  <a:lnTo>
                    <a:pt x="0" y="1091803"/>
                  </a:lnTo>
                  <a:lnTo>
                    <a:pt x="0" y="72864"/>
                  </a:lnTo>
                  <a:lnTo>
                    <a:pt x="11990" y="30400"/>
                  </a:lnTo>
                  <a:lnTo>
                    <a:pt x="39654" y="3976"/>
                  </a:lnTo>
                  <a:lnTo>
                    <a:pt x="54648" y="0"/>
                  </a:lnTo>
                  <a:lnTo>
                    <a:pt x="3666560" y="0"/>
                  </a:lnTo>
                  <a:lnTo>
                    <a:pt x="3709022" y="15987"/>
                  </a:lnTo>
                  <a:lnTo>
                    <a:pt x="3735448" y="52872"/>
                  </a:lnTo>
                  <a:lnTo>
                    <a:pt x="3739425" y="72864"/>
                  </a:lnTo>
                  <a:lnTo>
                    <a:pt x="3739425" y="1096923"/>
                  </a:lnTo>
                  <a:lnTo>
                    <a:pt x="3723436" y="1139386"/>
                  </a:lnTo>
                  <a:lnTo>
                    <a:pt x="3686552" y="1165811"/>
                  </a:lnTo>
                  <a:lnTo>
                    <a:pt x="3671632" y="1169288"/>
                  </a:lnTo>
                  <a:lnTo>
                    <a:pt x="3666560" y="11697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117312" y="4628065"/>
              <a:ext cx="72390" cy="1169670"/>
            </a:xfrm>
            <a:custGeom>
              <a:avLst/>
              <a:gdLst/>
              <a:ahLst/>
              <a:cxnLst/>
              <a:rect l="l" t="t" r="r" b="b"/>
              <a:pathLst>
                <a:path w="72389" h="1169670">
                  <a:moveTo>
                    <a:pt x="72100" y="1169220"/>
                  </a:moveTo>
                  <a:lnTo>
                    <a:pt x="34649" y="1156373"/>
                  </a:lnTo>
                  <a:lnTo>
                    <a:pt x="5935" y="1121361"/>
                  </a:lnTo>
                  <a:lnTo>
                    <a:pt x="0" y="1091524"/>
                  </a:lnTo>
                  <a:lnTo>
                    <a:pt x="0" y="77695"/>
                  </a:lnTo>
                  <a:lnTo>
                    <a:pt x="13129" y="34366"/>
                  </a:lnTo>
                  <a:lnTo>
                    <a:pt x="48140" y="5651"/>
                  </a:lnTo>
                  <a:lnTo>
                    <a:pt x="72099" y="0"/>
                  </a:lnTo>
                  <a:lnTo>
                    <a:pt x="67839" y="1694"/>
                  </a:lnTo>
                  <a:lnTo>
                    <a:pt x="58285" y="9609"/>
                  </a:lnTo>
                  <a:lnTo>
                    <a:pt x="41959" y="47857"/>
                  </a:lnTo>
                  <a:lnTo>
                    <a:pt x="38992" y="77695"/>
                  </a:lnTo>
                  <a:lnTo>
                    <a:pt x="38992" y="1091524"/>
                  </a:lnTo>
                  <a:lnTo>
                    <a:pt x="45556" y="1134852"/>
                  </a:lnTo>
                  <a:lnTo>
                    <a:pt x="67839" y="1167525"/>
                  </a:lnTo>
                  <a:lnTo>
                    <a:pt x="72100" y="1169220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6299576" y="4755543"/>
            <a:ext cx="876300" cy="37973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1100" b="1" dirty="0">
                <a:solidFill>
                  <a:srgbClr val="111726"/>
                </a:solidFill>
                <a:latin typeface="Noto Sans KR Black"/>
                <a:cs typeface="Noto Sans KR Black"/>
              </a:rPr>
              <a:t>항공통계</a:t>
            </a:r>
            <a:r>
              <a:rPr sz="1100" b="1" spc="-25" dirty="0">
                <a:solidFill>
                  <a:srgbClr val="111726"/>
                </a:solidFill>
                <a:latin typeface="Noto Sans KR Black"/>
                <a:cs typeface="Noto Sans KR Black"/>
              </a:rPr>
              <a:t> </a:t>
            </a:r>
            <a:r>
              <a:rPr sz="1150" b="1" spc="-20" dirty="0">
                <a:solidFill>
                  <a:srgbClr val="111726"/>
                </a:solidFill>
                <a:latin typeface="Noto Sans KR Black"/>
                <a:cs typeface="Noto Sans KR Black"/>
              </a:rPr>
              <a:t>(AS)</a:t>
            </a:r>
            <a:endParaRPr sz="1150">
              <a:latin typeface="Noto Sans KR Black"/>
              <a:cs typeface="Noto Sans KR Black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700" b="1" spc="35" dirty="0">
                <a:solidFill>
                  <a:srgbClr val="2562EB"/>
                </a:solidFill>
                <a:latin typeface="Lucida Sans"/>
                <a:cs typeface="Lucida Sans"/>
              </a:rPr>
              <a:t>U</a:t>
            </a:r>
            <a:r>
              <a:rPr sz="700" b="1" spc="10" dirty="0">
                <a:solidFill>
                  <a:srgbClr val="2562EB"/>
                </a:solidFill>
                <a:latin typeface="Lucida Sans"/>
                <a:cs typeface="Lucida Sans"/>
              </a:rPr>
              <a:t>I</a:t>
            </a:r>
            <a:r>
              <a:rPr sz="700" b="1" spc="-20" dirty="0">
                <a:solidFill>
                  <a:srgbClr val="2562EB"/>
                </a:solidFill>
                <a:latin typeface="Lucida Sans"/>
                <a:cs typeface="Lucida Sans"/>
              </a:rPr>
              <a:t> </a:t>
            </a:r>
            <a:r>
              <a:rPr sz="700" b="1" spc="-25" dirty="0">
                <a:solidFill>
                  <a:srgbClr val="2562EB"/>
                </a:solidFill>
                <a:latin typeface="맑은 고딕"/>
                <a:cs typeface="맑은 고딕"/>
              </a:rPr>
              <a:t>표준</a:t>
            </a:r>
            <a:r>
              <a:rPr sz="700" b="1" spc="-40" dirty="0">
                <a:solidFill>
                  <a:srgbClr val="2562EB"/>
                </a:solidFill>
                <a:latin typeface="맑은 고딕"/>
                <a:cs typeface="맑은 고딕"/>
              </a:rPr>
              <a:t> </a:t>
            </a:r>
            <a:r>
              <a:rPr sz="700" b="1" spc="-25" dirty="0">
                <a:solidFill>
                  <a:srgbClr val="2562EB"/>
                </a:solidFill>
                <a:latin typeface="맑은 고딕"/>
                <a:cs typeface="맑은 고딕"/>
              </a:rPr>
              <a:t>및</a:t>
            </a:r>
            <a:r>
              <a:rPr sz="700" b="1" spc="-40" dirty="0">
                <a:solidFill>
                  <a:srgbClr val="2562EB"/>
                </a:solidFill>
                <a:latin typeface="맑은 고딕"/>
                <a:cs typeface="맑은 고딕"/>
              </a:rPr>
              <a:t> </a:t>
            </a:r>
            <a:r>
              <a:rPr sz="700" b="1" spc="-25" dirty="0">
                <a:solidFill>
                  <a:srgbClr val="2562EB"/>
                </a:solidFill>
                <a:latin typeface="맑은 고딕"/>
                <a:cs typeface="맑은 고딕"/>
              </a:rPr>
              <a:t>권한</a:t>
            </a:r>
            <a:r>
              <a:rPr sz="700" b="1" spc="-40" dirty="0">
                <a:solidFill>
                  <a:srgbClr val="2562EB"/>
                </a:solidFill>
                <a:latin typeface="맑은 고딕"/>
                <a:cs typeface="맑은 고딕"/>
              </a:rPr>
              <a:t> </a:t>
            </a:r>
            <a:r>
              <a:rPr sz="700" b="1" spc="-25" dirty="0">
                <a:solidFill>
                  <a:srgbClr val="2562EB"/>
                </a:solidFill>
                <a:latin typeface="맑은 고딕"/>
                <a:cs typeface="맑은 고딕"/>
              </a:rPr>
              <a:t>관련</a:t>
            </a:r>
            <a:endParaRPr sz="700">
              <a:latin typeface="맑은 고딕"/>
              <a:cs typeface="맑은 고딕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6312276" y="5314057"/>
            <a:ext cx="3408045" cy="327660"/>
            <a:chOff x="6312276" y="5314057"/>
            <a:chExt cx="3408045" cy="327660"/>
          </a:xfrm>
        </p:grpSpPr>
        <p:sp>
          <p:nvSpPr>
            <p:cNvPr id="54" name="object 54"/>
            <p:cNvSpPr/>
            <p:nvPr/>
          </p:nvSpPr>
          <p:spPr>
            <a:xfrm>
              <a:off x="6312276" y="5314057"/>
              <a:ext cx="3408045" cy="46990"/>
            </a:xfrm>
            <a:custGeom>
              <a:avLst/>
              <a:gdLst/>
              <a:ahLst/>
              <a:cxnLst/>
              <a:rect l="l" t="t" r="r" b="b"/>
              <a:pathLst>
                <a:path w="3408045" h="46989">
                  <a:moveTo>
                    <a:pt x="3387691" y="46791"/>
                  </a:moveTo>
                  <a:lnTo>
                    <a:pt x="20293" y="46791"/>
                  </a:lnTo>
                  <a:lnTo>
                    <a:pt x="17308" y="46197"/>
                  </a:lnTo>
                  <a:lnTo>
                    <a:pt x="0" y="26497"/>
                  </a:lnTo>
                  <a:lnTo>
                    <a:pt x="0" y="23395"/>
                  </a:lnTo>
                  <a:lnTo>
                    <a:pt x="0" y="20292"/>
                  </a:lnTo>
                  <a:lnTo>
                    <a:pt x="20293" y="0"/>
                  </a:lnTo>
                  <a:lnTo>
                    <a:pt x="3387691" y="0"/>
                  </a:lnTo>
                  <a:lnTo>
                    <a:pt x="3407984" y="20292"/>
                  </a:lnTo>
                  <a:lnTo>
                    <a:pt x="3407984" y="26497"/>
                  </a:lnTo>
                  <a:lnTo>
                    <a:pt x="3390676" y="46197"/>
                  </a:lnTo>
                  <a:lnTo>
                    <a:pt x="3387691" y="46791"/>
                  </a:lnTo>
                  <a:close/>
                </a:path>
              </a:pathLst>
            </a:custGeom>
            <a:solidFill>
              <a:srgbClr val="F2F4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6312276" y="5314057"/>
              <a:ext cx="678815" cy="46990"/>
            </a:xfrm>
            <a:custGeom>
              <a:avLst/>
              <a:gdLst/>
              <a:ahLst/>
              <a:cxnLst/>
              <a:rect l="l" t="t" r="r" b="b"/>
              <a:pathLst>
                <a:path w="678815" h="46989">
                  <a:moveTo>
                    <a:pt x="658184" y="46791"/>
                  </a:moveTo>
                  <a:lnTo>
                    <a:pt x="20293" y="46791"/>
                  </a:lnTo>
                  <a:lnTo>
                    <a:pt x="17308" y="46197"/>
                  </a:lnTo>
                  <a:lnTo>
                    <a:pt x="0" y="26497"/>
                  </a:lnTo>
                  <a:lnTo>
                    <a:pt x="0" y="20292"/>
                  </a:lnTo>
                  <a:lnTo>
                    <a:pt x="20292" y="0"/>
                  </a:lnTo>
                  <a:lnTo>
                    <a:pt x="658184" y="0"/>
                  </a:lnTo>
                  <a:lnTo>
                    <a:pt x="678477" y="20292"/>
                  </a:lnTo>
                  <a:lnTo>
                    <a:pt x="678477" y="26497"/>
                  </a:lnTo>
                  <a:lnTo>
                    <a:pt x="658184" y="46791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6312276" y="5438834"/>
              <a:ext cx="1068705" cy="203200"/>
            </a:xfrm>
            <a:custGeom>
              <a:avLst/>
              <a:gdLst/>
              <a:ahLst/>
              <a:cxnLst/>
              <a:rect l="l" t="t" r="r" b="b"/>
              <a:pathLst>
                <a:path w="1068704" h="203200">
                  <a:moveTo>
                    <a:pt x="1041349" y="202762"/>
                  </a:moveTo>
                  <a:lnTo>
                    <a:pt x="27058" y="202762"/>
                  </a:lnTo>
                  <a:lnTo>
                    <a:pt x="23078" y="201971"/>
                  </a:lnTo>
                  <a:lnTo>
                    <a:pt x="0" y="175705"/>
                  </a:lnTo>
                  <a:lnTo>
                    <a:pt x="0" y="171569"/>
                  </a:lnTo>
                  <a:lnTo>
                    <a:pt x="0" y="27057"/>
                  </a:lnTo>
                  <a:lnTo>
                    <a:pt x="27058" y="0"/>
                  </a:lnTo>
                  <a:lnTo>
                    <a:pt x="1041349" y="0"/>
                  </a:lnTo>
                  <a:lnTo>
                    <a:pt x="1068407" y="27057"/>
                  </a:lnTo>
                  <a:lnTo>
                    <a:pt x="1068407" y="175705"/>
                  </a:lnTo>
                  <a:lnTo>
                    <a:pt x="1045328" y="201971"/>
                  </a:lnTo>
                  <a:lnTo>
                    <a:pt x="1041349" y="202762"/>
                  </a:lnTo>
                  <a:close/>
                </a:path>
              </a:pathLst>
            </a:custGeom>
            <a:solidFill>
              <a:srgbClr val="F2F4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74665" y="5488860"/>
              <a:ext cx="92074" cy="95249"/>
            </a:xfrm>
            <a:prstGeom prst="rect">
              <a:avLst/>
            </a:prstGeom>
          </p:spPr>
        </p:pic>
      </p:grpSp>
      <p:sp>
        <p:nvSpPr>
          <p:cNvPr id="58" name="object 58"/>
          <p:cNvSpPr txBox="1"/>
          <p:nvPr/>
        </p:nvSpPr>
        <p:spPr>
          <a:xfrm>
            <a:off x="6517937" y="5472926"/>
            <a:ext cx="811530" cy="1377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700" b="1" spc="-15" dirty="0">
                <a:solidFill>
                  <a:srgbClr val="4A5462"/>
                </a:solidFill>
                <a:latin typeface="맑은 고딕"/>
                <a:cs typeface="맑은 고딕"/>
              </a:rPr>
              <a:t>담당</a:t>
            </a:r>
            <a:r>
              <a:rPr sz="700" b="1" spc="-15" dirty="0">
                <a:solidFill>
                  <a:srgbClr val="4A5462"/>
                </a:solidFill>
                <a:latin typeface="Arial"/>
                <a:cs typeface="Arial"/>
              </a:rPr>
              <a:t>:</a:t>
            </a:r>
            <a:r>
              <a:rPr sz="700" b="1" spc="20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700" spc="15" dirty="0">
                <a:solidFill>
                  <a:srgbClr val="4A5462"/>
                </a:solidFill>
                <a:latin typeface="Noto Sans KR"/>
                <a:cs typeface="Noto Sans KR"/>
              </a:rPr>
              <a:t>UI</a:t>
            </a:r>
            <a:r>
              <a:rPr sz="700" spc="20" dirty="0">
                <a:solidFill>
                  <a:srgbClr val="4A5462"/>
                </a:solidFill>
                <a:latin typeface="Noto Sans KR"/>
                <a:cs typeface="Noto Sans KR"/>
              </a:rPr>
              <a:t> </a:t>
            </a:r>
            <a:r>
              <a:rPr sz="700" spc="-25" dirty="0">
                <a:solidFill>
                  <a:srgbClr val="4A5462"/>
                </a:solidFill>
                <a:latin typeface="Arial Unicode MS"/>
                <a:cs typeface="Arial Unicode MS"/>
              </a:rPr>
              <a:t>퍼블리싱팀</a:t>
            </a:r>
            <a:endParaRPr sz="700">
              <a:latin typeface="Arial Unicode MS"/>
              <a:cs typeface="Arial Unicode MS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9267715" y="4744531"/>
            <a:ext cx="492125" cy="180340"/>
            <a:chOff x="9267715" y="4744531"/>
            <a:chExt cx="492125" cy="180340"/>
          </a:xfrm>
        </p:grpSpPr>
        <p:sp>
          <p:nvSpPr>
            <p:cNvPr id="60" name="object 60"/>
            <p:cNvSpPr/>
            <p:nvPr/>
          </p:nvSpPr>
          <p:spPr>
            <a:xfrm>
              <a:off x="9271843" y="4748658"/>
              <a:ext cx="483870" cy="172085"/>
            </a:xfrm>
            <a:custGeom>
              <a:avLst/>
              <a:gdLst/>
              <a:ahLst/>
              <a:cxnLst/>
              <a:rect l="l" t="t" r="r" b="b"/>
              <a:pathLst>
                <a:path w="483870" h="172085">
                  <a:moveTo>
                    <a:pt x="414289" y="171569"/>
                  </a:moveTo>
                  <a:lnTo>
                    <a:pt x="69222" y="171569"/>
                  </a:lnTo>
                  <a:lnTo>
                    <a:pt x="64404" y="171094"/>
                  </a:lnTo>
                  <a:lnTo>
                    <a:pt x="28881" y="156379"/>
                  </a:lnTo>
                  <a:lnTo>
                    <a:pt x="3776" y="121338"/>
                  </a:lnTo>
                  <a:lnTo>
                    <a:pt x="0" y="102346"/>
                  </a:lnTo>
                  <a:lnTo>
                    <a:pt x="0" y="97482"/>
                  </a:lnTo>
                  <a:lnTo>
                    <a:pt x="0" y="69221"/>
                  </a:lnTo>
                  <a:lnTo>
                    <a:pt x="15187" y="28881"/>
                  </a:lnTo>
                  <a:lnTo>
                    <a:pt x="50228" y="3777"/>
                  </a:lnTo>
                  <a:lnTo>
                    <a:pt x="69222" y="0"/>
                  </a:lnTo>
                  <a:lnTo>
                    <a:pt x="414289" y="0"/>
                  </a:lnTo>
                  <a:lnTo>
                    <a:pt x="454629" y="15187"/>
                  </a:lnTo>
                  <a:lnTo>
                    <a:pt x="479734" y="50228"/>
                  </a:lnTo>
                  <a:lnTo>
                    <a:pt x="483512" y="69221"/>
                  </a:lnTo>
                  <a:lnTo>
                    <a:pt x="483512" y="102346"/>
                  </a:lnTo>
                  <a:lnTo>
                    <a:pt x="468323" y="142687"/>
                  </a:lnTo>
                  <a:lnTo>
                    <a:pt x="433282" y="167790"/>
                  </a:lnTo>
                  <a:lnTo>
                    <a:pt x="419107" y="171094"/>
                  </a:lnTo>
                  <a:lnTo>
                    <a:pt x="414289" y="171569"/>
                  </a:lnTo>
                  <a:close/>
                </a:path>
              </a:pathLst>
            </a:custGeom>
            <a:solidFill>
              <a:srgbClr val="DAE9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9271843" y="4748658"/>
              <a:ext cx="483870" cy="172085"/>
            </a:xfrm>
            <a:custGeom>
              <a:avLst/>
              <a:gdLst/>
              <a:ahLst/>
              <a:cxnLst/>
              <a:rect l="l" t="t" r="r" b="b"/>
              <a:pathLst>
                <a:path w="483870" h="172085">
                  <a:moveTo>
                    <a:pt x="0" y="97482"/>
                  </a:moveTo>
                  <a:lnTo>
                    <a:pt x="0" y="74086"/>
                  </a:lnTo>
                  <a:lnTo>
                    <a:pt x="0" y="69221"/>
                  </a:lnTo>
                  <a:lnTo>
                    <a:pt x="474" y="64403"/>
                  </a:lnTo>
                  <a:lnTo>
                    <a:pt x="1423" y="59632"/>
                  </a:lnTo>
                  <a:lnTo>
                    <a:pt x="2371" y="54861"/>
                  </a:lnTo>
                  <a:lnTo>
                    <a:pt x="3776" y="50228"/>
                  </a:lnTo>
                  <a:lnTo>
                    <a:pt x="5638" y="45734"/>
                  </a:lnTo>
                  <a:lnTo>
                    <a:pt x="7500" y="41240"/>
                  </a:lnTo>
                  <a:lnTo>
                    <a:pt x="9782" y="36970"/>
                  </a:lnTo>
                  <a:lnTo>
                    <a:pt x="12485" y="32926"/>
                  </a:lnTo>
                  <a:lnTo>
                    <a:pt x="15187" y="28881"/>
                  </a:lnTo>
                  <a:lnTo>
                    <a:pt x="18258" y="25138"/>
                  </a:lnTo>
                  <a:lnTo>
                    <a:pt x="21699" y="21699"/>
                  </a:lnTo>
                  <a:lnTo>
                    <a:pt x="25138" y="18259"/>
                  </a:lnTo>
                  <a:lnTo>
                    <a:pt x="28881" y="15187"/>
                  </a:lnTo>
                  <a:lnTo>
                    <a:pt x="32926" y="12485"/>
                  </a:lnTo>
                  <a:lnTo>
                    <a:pt x="36970" y="9782"/>
                  </a:lnTo>
                  <a:lnTo>
                    <a:pt x="69222" y="0"/>
                  </a:lnTo>
                  <a:lnTo>
                    <a:pt x="74086" y="0"/>
                  </a:lnTo>
                  <a:lnTo>
                    <a:pt x="409426" y="0"/>
                  </a:lnTo>
                  <a:lnTo>
                    <a:pt x="414289" y="0"/>
                  </a:lnTo>
                  <a:lnTo>
                    <a:pt x="419107" y="474"/>
                  </a:lnTo>
                  <a:lnTo>
                    <a:pt x="450584" y="12485"/>
                  </a:lnTo>
                  <a:lnTo>
                    <a:pt x="454629" y="15187"/>
                  </a:lnTo>
                  <a:lnTo>
                    <a:pt x="458373" y="18259"/>
                  </a:lnTo>
                  <a:lnTo>
                    <a:pt x="461812" y="21699"/>
                  </a:lnTo>
                  <a:lnTo>
                    <a:pt x="465252" y="25138"/>
                  </a:lnTo>
                  <a:lnTo>
                    <a:pt x="468323" y="28881"/>
                  </a:lnTo>
                  <a:lnTo>
                    <a:pt x="471025" y="32926"/>
                  </a:lnTo>
                  <a:lnTo>
                    <a:pt x="473728" y="36970"/>
                  </a:lnTo>
                  <a:lnTo>
                    <a:pt x="482089" y="59632"/>
                  </a:lnTo>
                  <a:lnTo>
                    <a:pt x="483038" y="64403"/>
                  </a:lnTo>
                  <a:lnTo>
                    <a:pt x="483512" y="69221"/>
                  </a:lnTo>
                  <a:lnTo>
                    <a:pt x="483512" y="74086"/>
                  </a:lnTo>
                  <a:lnTo>
                    <a:pt x="483512" y="97482"/>
                  </a:lnTo>
                  <a:lnTo>
                    <a:pt x="483512" y="102346"/>
                  </a:lnTo>
                  <a:lnTo>
                    <a:pt x="483038" y="107164"/>
                  </a:lnTo>
                  <a:lnTo>
                    <a:pt x="482089" y="111935"/>
                  </a:lnTo>
                  <a:lnTo>
                    <a:pt x="481140" y="116706"/>
                  </a:lnTo>
                  <a:lnTo>
                    <a:pt x="461812" y="149869"/>
                  </a:lnTo>
                  <a:lnTo>
                    <a:pt x="437777" y="165929"/>
                  </a:lnTo>
                  <a:lnTo>
                    <a:pt x="433282" y="167790"/>
                  </a:lnTo>
                  <a:lnTo>
                    <a:pt x="428650" y="169196"/>
                  </a:lnTo>
                  <a:lnTo>
                    <a:pt x="423879" y="170144"/>
                  </a:lnTo>
                  <a:lnTo>
                    <a:pt x="419107" y="171094"/>
                  </a:lnTo>
                  <a:lnTo>
                    <a:pt x="414289" y="171569"/>
                  </a:lnTo>
                  <a:lnTo>
                    <a:pt x="409426" y="171569"/>
                  </a:lnTo>
                  <a:lnTo>
                    <a:pt x="74086" y="171569"/>
                  </a:lnTo>
                  <a:lnTo>
                    <a:pt x="69222" y="171569"/>
                  </a:lnTo>
                  <a:lnTo>
                    <a:pt x="64404" y="171094"/>
                  </a:lnTo>
                  <a:lnTo>
                    <a:pt x="59631" y="170144"/>
                  </a:lnTo>
                  <a:lnTo>
                    <a:pt x="54860" y="169196"/>
                  </a:lnTo>
                  <a:lnTo>
                    <a:pt x="50228" y="167790"/>
                  </a:lnTo>
                  <a:lnTo>
                    <a:pt x="45733" y="165929"/>
                  </a:lnTo>
                  <a:lnTo>
                    <a:pt x="41239" y="164067"/>
                  </a:lnTo>
                  <a:lnTo>
                    <a:pt x="21699" y="149869"/>
                  </a:lnTo>
                  <a:lnTo>
                    <a:pt x="18258" y="146429"/>
                  </a:lnTo>
                  <a:lnTo>
                    <a:pt x="15187" y="142687"/>
                  </a:lnTo>
                  <a:lnTo>
                    <a:pt x="12486" y="138642"/>
                  </a:lnTo>
                  <a:lnTo>
                    <a:pt x="9783" y="134597"/>
                  </a:lnTo>
                  <a:lnTo>
                    <a:pt x="1423" y="111935"/>
                  </a:lnTo>
                  <a:lnTo>
                    <a:pt x="474" y="107164"/>
                  </a:lnTo>
                  <a:lnTo>
                    <a:pt x="0" y="102346"/>
                  </a:lnTo>
                  <a:lnTo>
                    <a:pt x="0" y="97482"/>
                  </a:lnTo>
                  <a:close/>
                </a:path>
              </a:pathLst>
            </a:custGeom>
            <a:ln w="7798">
              <a:solidFill>
                <a:srgbClr val="BEDA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9323481" y="4771052"/>
            <a:ext cx="409575" cy="3124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635"/>
              </a:lnSpc>
              <a:spcBef>
                <a:spcPts val="125"/>
              </a:spcBef>
            </a:pPr>
            <a:r>
              <a:rPr sz="650" b="1" spc="15" dirty="0">
                <a:solidFill>
                  <a:srgbClr val="2562EB"/>
                </a:solidFill>
                <a:latin typeface="Noto Sans KR"/>
                <a:cs typeface="Noto Sans KR"/>
              </a:rPr>
              <a:t>MEDIUM</a:t>
            </a:r>
            <a:endParaRPr sz="650">
              <a:latin typeface="Noto Sans KR"/>
              <a:cs typeface="Noto Sans KR"/>
            </a:endParaRPr>
          </a:p>
          <a:p>
            <a:pPr marL="36830">
              <a:lnSpc>
                <a:spcPts val="1595"/>
              </a:lnSpc>
            </a:pPr>
            <a:r>
              <a:rPr sz="1450" b="1" spc="10" dirty="0">
                <a:solidFill>
                  <a:srgbClr val="2562EB"/>
                </a:solidFill>
                <a:latin typeface="Comic Sans MS"/>
                <a:cs typeface="Comic Sans MS"/>
              </a:rPr>
              <a:t>31</a:t>
            </a:r>
            <a:r>
              <a:rPr sz="1450" b="1" spc="-385" dirty="0">
                <a:solidFill>
                  <a:srgbClr val="2562EB"/>
                </a:solidFill>
                <a:latin typeface="Comic Sans MS"/>
                <a:cs typeface="Comic Sans MS"/>
              </a:rPr>
              <a:t> </a:t>
            </a:r>
            <a:r>
              <a:rPr sz="850" spc="-60" dirty="0">
                <a:solidFill>
                  <a:srgbClr val="6A7280"/>
                </a:solidFill>
                <a:latin typeface="Arial Unicode MS"/>
                <a:cs typeface="Arial Unicode MS"/>
              </a:rPr>
              <a:t>건</a:t>
            </a:r>
            <a:endParaRPr sz="850">
              <a:latin typeface="Arial Unicode MS"/>
              <a:cs typeface="Arial Unicode MS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361949" y="1219795"/>
            <a:ext cx="9973310" cy="8255"/>
          </a:xfrm>
          <a:custGeom>
            <a:avLst/>
            <a:gdLst/>
            <a:ahLst/>
            <a:cxnLst/>
            <a:rect l="l" t="t" r="r" b="b"/>
            <a:pathLst>
              <a:path w="9973310" h="8255">
                <a:moveTo>
                  <a:pt x="0" y="7798"/>
                </a:moveTo>
                <a:lnTo>
                  <a:pt x="0" y="0"/>
                </a:lnTo>
                <a:lnTo>
                  <a:pt x="9973120" y="0"/>
                </a:lnTo>
                <a:lnTo>
                  <a:pt x="9973120" y="7798"/>
                </a:lnTo>
                <a:lnTo>
                  <a:pt x="0" y="7798"/>
                </a:lnTo>
                <a:close/>
              </a:path>
            </a:pathLst>
          </a:custGeom>
          <a:solidFill>
            <a:srgbClr val="E4E7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 txBox="1"/>
          <p:nvPr/>
        </p:nvSpPr>
        <p:spPr>
          <a:xfrm>
            <a:off x="817165" y="598805"/>
            <a:ext cx="1709420" cy="1568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b="1" spc="70" dirty="0">
                <a:solidFill>
                  <a:srgbClr val="1D3A8A"/>
                </a:solidFill>
                <a:latin typeface="Noto Sans KR"/>
                <a:cs typeface="Noto Sans KR"/>
              </a:rPr>
              <a:t>ITERATION</a:t>
            </a:r>
            <a:r>
              <a:rPr sz="850" b="1" spc="195" dirty="0">
                <a:solidFill>
                  <a:srgbClr val="1D3A8A"/>
                </a:solidFill>
                <a:latin typeface="Noto Sans KR"/>
                <a:cs typeface="Noto Sans KR"/>
              </a:rPr>
              <a:t> </a:t>
            </a:r>
            <a:r>
              <a:rPr sz="850" b="1" spc="5" dirty="0">
                <a:solidFill>
                  <a:srgbClr val="1D3A8A"/>
                </a:solidFill>
                <a:latin typeface="Noto Sans KR"/>
                <a:cs typeface="Noto Sans KR"/>
              </a:rPr>
              <a:t>2</a:t>
            </a:r>
            <a:r>
              <a:rPr sz="850" b="1" spc="10" dirty="0">
                <a:solidFill>
                  <a:srgbClr val="1D3A8A"/>
                </a:solidFill>
                <a:latin typeface="Noto Sans KR"/>
                <a:cs typeface="Noto Sans KR"/>
              </a:rPr>
              <a:t> </a:t>
            </a:r>
            <a:r>
              <a:rPr sz="850" b="1" spc="-20" dirty="0">
                <a:solidFill>
                  <a:srgbClr val="1D3A8A"/>
                </a:solidFill>
                <a:latin typeface="맑은 고딕"/>
                <a:cs typeface="맑은 고딕"/>
              </a:rPr>
              <a:t>결함</a:t>
            </a:r>
            <a:r>
              <a:rPr sz="850" b="1" spc="95" dirty="0">
                <a:solidFill>
                  <a:srgbClr val="1D3A8A"/>
                </a:solidFill>
                <a:latin typeface="맑은 고딕"/>
                <a:cs typeface="맑은 고딕"/>
              </a:rPr>
              <a:t> </a:t>
            </a:r>
            <a:r>
              <a:rPr sz="850" b="1" spc="-20" dirty="0">
                <a:solidFill>
                  <a:srgbClr val="1D3A8A"/>
                </a:solidFill>
                <a:latin typeface="맑은 고딕"/>
                <a:cs typeface="맑은 고딕"/>
              </a:rPr>
              <a:t>분석</a:t>
            </a:r>
            <a:r>
              <a:rPr sz="850" b="1" spc="95" dirty="0">
                <a:solidFill>
                  <a:srgbClr val="1D3A8A"/>
                </a:solidFill>
                <a:latin typeface="맑은 고딕"/>
                <a:cs typeface="맑은 고딕"/>
              </a:rPr>
              <a:t> </a:t>
            </a:r>
            <a:r>
              <a:rPr sz="850" b="1" spc="-5" dirty="0">
                <a:solidFill>
                  <a:srgbClr val="1D3A8A"/>
                </a:solidFill>
                <a:latin typeface="맑은 고딕"/>
                <a:cs typeface="맑은 고딕"/>
              </a:rPr>
              <a:t>보고서</a:t>
            </a:r>
            <a:endParaRPr sz="850">
              <a:latin typeface="맑은 고딕"/>
              <a:cs typeface="맑은 고딕"/>
            </a:endParaRPr>
          </a:p>
        </p:txBody>
      </p:sp>
      <p:sp>
        <p:nvSpPr>
          <p:cNvPr id="65" name="object 6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50" spc="-80" dirty="0"/>
              <a:t>3.</a:t>
            </a:r>
            <a:r>
              <a:rPr sz="2050" spc="40" dirty="0"/>
              <a:t> </a:t>
            </a:r>
            <a:r>
              <a:rPr spc="-10" dirty="0"/>
              <a:t>업무</a:t>
            </a:r>
            <a:r>
              <a:rPr spc="85" dirty="0"/>
              <a:t> </a:t>
            </a:r>
            <a:r>
              <a:rPr spc="-10" dirty="0"/>
              <a:t>모듈별</a:t>
            </a:r>
            <a:r>
              <a:rPr spc="85" dirty="0"/>
              <a:t> </a:t>
            </a:r>
            <a:r>
              <a:rPr spc="-10" dirty="0"/>
              <a:t>유효</a:t>
            </a:r>
            <a:r>
              <a:rPr spc="85" dirty="0"/>
              <a:t> </a:t>
            </a:r>
            <a:r>
              <a:rPr spc="-10" dirty="0"/>
              <a:t>결함</a:t>
            </a:r>
            <a:r>
              <a:rPr spc="85" dirty="0"/>
              <a:t> </a:t>
            </a:r>
            <a:r>
              <a:rPr spc="-10" dirty="0"/>
              <a:t>현황</a:t>
            </a:r>
            <a:r>
              <a:rPr spc="85" dirty="0"/>
              <a:t> </a:t>
            </a:r>
            <a:r>
              <a:rPr sz="2050" spc="-120" dirty="0"/>
              <a:t>(Hotspot)</a:t>
            </a:r>
            <a:endParaRPr sz="2050"/>
          </a:p>
        </p:txBody>
      </p:sp>
      <p:pic>
        <p:nvPicPr>
          <p:cNvPr id="66" name="object 6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777925" y="943729"/>
            <a:ext cx="107949" cy="98424"/>
          </a:xfrm>
          <a:prstGeom prst="rect">
            <a:avLst/>
          </a:prstGeom>
        </p:spPr>
      </p:pic>
      <p:sp>
        <p:nvSpPr>
          <p:cNvPr id="67" name="object 67"/>
          <p:cNvSpPr txBox="1"/>
          <p:nvPr/>
        </p:nvSpPr>
        <p:spPr>
          <a:xfrm>
            <a:off x="7936793" y="898302"/>
            <a:ext cx="850900" cy="171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50" spc="-50" dirty="0">
                <a:solidFill>
                  <a:srgbClr val="6A7280"/>
                </a:solidFill>
                <a:latin typeface="Noto Sans KR"/>
                <a:cs typeface="Noto Sans KR"/>
              </a:rPr>
              <a:t>Module</a:t>
            </a:r>
            <a:r>
              <a:rPr sz="950" spc="25" dirty="0">
                <a:solidFill>
                  <a:srgbClr val="6A7280"/>
                </a:solidFill>
                <a:latin typeface="Noto Sans KR"/>
                <a:cs typeface="Noto Sans KR"/>
              </a:rPr>
              <a:t> </a:t>
            </a:r>
            <a:r>
              <a:rPr sz="950" spc="-40" dirty="0">
                <a:solidFill>
                  <a:srgbClr val="6A7280"/>
                </a:solidFill>
                <a:latin typeface="Noto Sans KR"/>
                <a:cs typeface="Noto Sans KR"/>
              </a:rPr>
              <a:t>Analysis</a:t>
            </a:r>
            <a:endParaRPr sz="950">
              <a:latin typeface="Noto Sans KR"/>
              <a:cs typeface="Noto Sans KR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8887004" y="898302"/>
            <a:ext cx="1002030" cy="171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50" spc="-125" dirty="0">
                <a:solidFill>
                  <a:srgbClr val="6A7280"/>
                </a:solidFill>
                <a:latin typeface="Noto Sans KR"/>
                <a:cs typeface="Noto Sans KR"/>
              </a:rPr>
              <a:t>T</a:t>
            </a:r>
            <a:r>
              <a:rPr sz="950" spc="-55" dirty="0">
                <a:solidFill>
                  <a:srgbClr val="6A7280"/>
                </a:solidFill>
                <a:latin typeface="Noto Sans KR"/>
                <a:cs typeface="Noto Sans KR"/>
              </a:rPr>
              <a:t>op</a:t>
            </a:r>
            <a:r>
              <a:rPr sz="950" spc="25" dirty="0">
                <a:solidFill>
                  <a:srgbClr val="6A7280"/>
                </a:solidFill>
                <a:latin typeface="Noto Sans KR"/>
                <a:cs typeface="Noto Sans KR"/>
              </a:rPr>
              <a:t> </a:t>
            </a:r>
            <a:r>
              <a:rPr sz="950" spc="-50" dirty="0">
                <a:solidFill>
                  <a:srgbClr val="6A7280"/>
                </a:solidFill>
                <a:latin typeface="Noto Sans KR"/>
                <a:cs typeface="Noto Sans KR"/>
              </a:rPr>
              <a:t>3</a:t>
            </a:r>
            <a:r>
              <a:rPr sz="950" spc="25" dirty="0">
                <a:solidFill>
                  <a:srgbClr val="6A7280"/>
                </a:solidFill>
                <a:latin typeface="Noto Sans KR"/>
                <a:cs typeface="Noto Sans KR"/>
              </a:rPr>
              <a:t> </a:t>
            </a:r>
            <a:r>
              <a:rPr sz="850" spc="-60" dirty="0">
                <a:solidFill>
                  <a:srgbClr val="6A7280"/>
                </a:solidFill>
                <a:latin typeface="Arial Unicode MS"/>
                <a:cs typeface="Arial Unicode MS"/>
              </a:rPr>
              <a:t>모듈</a:t>
            </a:r>
            <a:r>
              <a:rPr sz="850" dirty="0">
                <a:solidFill>
                  <a:srgbClr val="6A7280"/>
                </a:solidFill>
                <a:latin typeface="Arial Unicode MS"/>
                <a:cs typeface="Arial Unicode MS"/>
              </a:rPr>
              <a:t> </a:t>
            </a:r>
            <a:r>
              <a:rPr sz="850" spc="-60" dirty="0">
                <a:solidFill>
                  <a:srgbClr val="6A7280"/>
                </a:solidFill>
                <a:latin typeface="Arial Unicode MS"/>
                <a:cs typeface="Arial Unicode MS"/>
              </a:rPr>
              <a:t>집중</a:t>
            </a:r>
            <a:r>
              <a:rPr sz="850" dirty="0">
                <a:solidFill>
                  <a:srgbClr val="6A7280"/>
                </a:solidFill>
                <a:latin typeface="Arial Unicode MS"/>
                <a:cs typeface="Arial Unicode MS"/>
              </a:rPr>
              <a:t> </a:t>
            </a:r>
            <a:r>
              <a:rPr sz="850" spc="-60" dirty="0">
                <a:solidFill>
                  <a:srgbClr val="6A7280"/>
                </a:solidFill>
                <a:latin typeface="Arial Unicode MS"/>
                <a:cs typeface="Arial Unicode MS"/>
              </a:rPr>
              <a:t>관리</a:t>
            </a:r>
            <a:endParaRPr sz="850">
              <a:latin typeface="Arial Unicode MS"/>
              <a:cs typeface="Arial Unicode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1949" y="361950"/>
            <a:ext cx="9973310" cy="78105"/>
          </a:xfrm>
          <a:custGeom>
            <a:avLst/>
            <a:gdLst/>
            <a:ahLst/>
            <a:cxnLst/>
            <a:rect l="l" t="t" r="r" b="b"/>
            <a:pathLst>
              <a:path w="9973310" h="78104">
                <a:moveTo>
                  <a:pt x="0" y="0"/>
                </a:moveTo>
                <a:lnTo>
                  <a:pt x="9973120" y="0"/>
                </a:lnTo>
                <a:lnTo>
                  <a:pt x="9973120" y="77985"/>
                </a:lnTo>
                <a:lnTo>
                  <a:pt x="0" y="77985"/>
                </a:lnTo>
                <a:lnTo>
                  <a:pt x="0" y="0"/>
                </a:lnTo>
                <a:close/>
              </a:path>
            </a:pathLst>
          </a:custGeom>
          <a:solidFill>
            <a:srgbClr val="1D3A8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361949" y="1305579"/>
            <a:ext cx="9973310" cy="4671695"/>
            <a:chOff x="361949" y="1305579"/>
            <a:chExt cx="9973310" cy="4671695"/>
          </a:xfrm>
        </p:grpSpPr>
        <p:sp>
          <p:nvSpPr>
            <p:cNvPr id="4" name="object 4"/>
            <p:cNvSpPr/>
            <p:nvPr/>
          </p:nvSpPr>
          <p:spPr>
            <a:xfrm>
              <a:off x="361949" y="1305579"/>
              <a:ext cx="9973310" cy="4671695"/>
            </a:xfrm>
            <a:custGeom>
              <a:avLst/>
              <a:gdLst/>
              <a:ahLst/>
              <a:cxnLst/>
              <a:rect l="l" t="t" r="r" b="b"/>
              <a:pathLst>
                <a:path w="9973310" h="4671695">
                  <a:moveTo>
                    <a:pt x="0" y="4671357"/>
                  </a:moveTo>
                  <a:lnTo>
                    <a:pt x="0" y="0"/>
                  </a:lnTo>
                  <a:lnTo>
                    <a:pt x="9973120" y="0"/>
                  </a:lnTo>
                  <a:lnTo>
                    <a:pt x="9973120" y="4671357"/>
                  </a:lnTo>
                  <a:lnTo>
                    <a:pt x="0" y="4671357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74192" y="5062727"/>
              <a:ext cx="9159240" cy="688975"/>
            </a:xfrm>
            <a:custGeom>
              <a:avLst/>
              <a:gdLst/>
              <a:ahLst/>
              <a:cxnLst/>
              <a:rect l="l" t="t" r="r" b="b"/>
              <a:pathLst>
                <a:path w="9159240" h="688975">
                  <a:moveTo>
                    <a:pt x="9159240" y="688848"/>
                  </a:moveTo>
                  <a:lnTo>
                    <a:pt x="0" y="688848"/>
                  </a:lnTo>
                  <a:lnTo>
                    <a:pt x="0" y="0"/>
                  </a:lnTo>
                  <a:lnTo>
                    <a:pt x="9159240" y="0"/>
                  </a:lnTo>
                  <a:lnTo>
                    <a:pt x="9159240" y="25169"/>
                  </a:lnTo>
                  <a:lnTo>
                    <a:pt x="109788" y="25169"/>
                  </a:lnTo>
                  <a:lnTo>
                    <a:pt x="101831" y="26753"/>
                  </a:lnTo>
                  <a:lnTo>
                    <a:pt x="68096" y="49292"/>
                  </a:lnTo>
                  <a:lnTo>
                    <a:pt x="55673" y="79284"/>
                  </a:lnTo>
                  <a:lnTo>
                    <a:pt x="55673" y="548149"/>
                  </a:lnTo>
                  <a:lnTo>
                    <a:pt x="79796" y="589841"/>
                  </a:lnTo>
                  <a:lnTo>
                    <a:pt x="109788" y="602265"/>
                  </a:lnTo>
                  <a:lnTo>
                    <a:pt x="9159240" y="602265"/>
                  </a:lnTo>
                  <a:lnTo>
                    <a:pt x="9159240" y="688848"/>
                  </a:lnTo>
                  <a:close/>
                </a:path>
                <a:path w="9159240" h="688975">
                  <a:moveTo>
                    <a:pt x="9159240" y="602265"/>
                  </a:moveTo>
                  <a:lnTo>
                    <a:pt x="9047925" y="602265"/>
                  </a:lnTo>
                  <a:lnTo>
                    <a:pt x="9055883" y="600682"/>
                  </a:lnTo>
                  <a:lnTo>
                    <a:pt x="9071169" y="594349"/>
                  </a:lnTo>
                  <a:lnTo>
                    <a:pt x="9100457" y="556108"/>
                  </a:lnTo>
                  <a:lnTo>
                    <a:pt x="9102041" y="548149"/>
                  </a:lnTo>
                  <a:lnTo>
                    <a:pt x="9102041" y="79284"/>
                  </a:lnTo>
                  <a:lnTo>
                    <a:pt x="9077916" y="37592"/>
                  </a:lnTo>
                  <a:lnTo>
                    <a:pt x="9047925" y="25169"/>
                  </a:lnTo>
                  <a:lnTo>
                    <a:pt x="9159240" y="25169"/>
                  </a:lnTo>
                  <a:lnTo>
                    <a:pt x="9159240" y="602265"/>
                  </a:lnTo>
                  <a:close/>
                </a:path>
              </a:pathLst>
            </a:custGeom>
            <a:solidFill>
              <a:srgbClr val="3B81F5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865" y="5087897"/>
              <a:ext cx="9046367" cy="57709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063823" y="5220473"/>
              <a:ext cx="234315" cy="312420"/>
            </a:xfrm>
            <a:custGeom>
              <a:avLst/>
              <a:gdLst/>
              <a:ahLst/>
              <a:cxnLst/>
              <a:rect l="l" t="t" r="r" b="b"/>
              <a:pathLst>
                <a:path w="234315" h="312420">
                  <a:moveTo>
                    <a:pt x="124659" y="311943"/>
                  </a:moveTo>
                  <a:lnTo>
                    <a:pt x="109297" y="311943"/>
                  </a:lnTo>
                  <a:lnTo>
                    <a:pt x="101690" y="311194"/>
                  </a:lnTo>
                  <a:lnTo>
                    <a:pt x="65116" y="300099"/>
                  </a:lnTo>
                  <a:lnTo>
                    <a:pt x="28831" y="272250"/>
                  </a:lnTo>
                  <a:lnTo>
                    <a:pt x="5965" y="232633"/>
                  </a:lnTo>
                  <a:lnTo>
                    <a:pt x="0" y="202645"/>
                  </a:lnTo>
                  <a:lnTo>
                    <a:pt x="0" y="194964"/>
                  </a:lnTo>
                  <a:lnTo>
                    <a:pt x="0" y="109297"/>
                  </a:lnTo>
                  <a:lnTo>
                    <a:pt x="11843" y="65116"/>
                  </a:lnTo>
                  <a:lnTo>
                    <a:pt x="39693" y="28830"/>
                  </a:lnTo>
                  <a:lnTo>
                    <a:pt x="79309" y="5965"/>
                  </a:lnTo>
                  <a:lnTo>
                    <a:pt x="109297" y="0"/>
                  </a:lnTo>
                  <a:lnTo>
                    <a:pt x="124659" y="0"/>
                  </a:lnTo>
                  <a:lnTo>
                    <a:pt x="168840" y="11843"/>
                  </a:lnTo>
                  <a:lnTo>
                    <a:pt x="205126" y="39693"/>
                  </a:lnTo>
                  <a:lnTo>
                    <a:pt x="227992" y="79309"/>
                  </a:lnTo>
                  <a:lnTo>
                    <a:pt x="233957" y="109297"/>
                  </a:lnTo>
                  <a:lnTo>
                    <a:pt x="233957" y="202645"/>
                  </a:lnTo>
                  <a:lnTo>
                    <a:pt x="222113" y="246826"/>
                  </a:lnTo>
                  <a:lnTo>
                    <a:pt x="194264" y="283112"/>
                  </a:lnTo>
                  <a:lnTo>
                    <a:pt x="154648" y="305978"/>
                  </a:lnTo>
                  <a:lnTo>
                    <a:pt x="132266" y="311194"/>
                  </a:lnTo>
                  <a:lnTo>
                    <a:pt x="124659" y="311943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26212" y="5319910"/>
              <a:ext cx="111124" cy="126999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378664" y="5285759"/>
            <a:ext cx="345694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dirty="0">
                <a:solidFill>
                  <a:srgbClr val="FFFFFF"/>
                </a:solidFill>
                <a:latin typeface="Noto Sans KR"/>
                <a:cs typeface="Noto Sans KR"/>
              </a:rPr>
              <a:t>G</a:t>
            </a:r>
            <a:r>
              <a:rPr sz="1100" b="1" spc="-25" dirty="0">
                <a:solidFill>
                  <a:srgbClr val="FFFFFF"/>
                </a:solidFill>
                <a:latin typeface="Noto Sans KR"/>
                <a:cs typeface="Noto Sans KR"/>
              </a:rPr>
              <a:t>o</a:t>
            </a:r>
            <a:r>
              <a:rPr sz="1100" b="1" dirty="0">
                <a:solidFill>
                  <a:srgbClr val="FFFFFF"/>
                </a:solidFill>
                <a:latin typeface="Noto Sans KR"/>
                <a:cs typeface="Noto Sans KR"/>
              </a:rPr>
              <a:t>al:</a:t>
            </a:r>
            <a:r>
              <a:rPr sz="1100" b="1" spc="55" dirty="0">
                <a:solidFill>
                  <a:srgbClr val="FFFFFF"/>
                </a:solidFill>
                <a:latin typeface="Noto Sans KR"/>
                <a:cs typeface="Noto Sans KR"/>
              </a:rPr>
              <a:t> </a:t>
            </a:r>
            <a:r>
              <a:rPr sz="1100" b="1" dirty="0">
                <a:solidFill>
                  <a:srgbClr val="FFFFFF"/>
                </a:solidFill>
                <a:latin typeface="Noto Sans KR"/>
                <a:cs typeface="Noto Sans KR"/>
              </a:rPr>
              <a:t>2</a:t>
            </a:r>
            <a:r>
              <a:rPr sz="1100" b="1" spc="-85" dirty="0">
                <a:solidFill>
                  <a:srgbClr val="FFFFFF"/>
                </a:solidFill>
                <a:latin typeface="맑은 고딕"/>
                <a:cs typeface="맑은 고딕"/>
              </a:rPr>
              <a:t>주</a:t>
            </a:r>
            <a:r>
              <a:rPr sz="1100" b="1" spc="-80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100" b="1" spc="-85" dirty="0">
                <a:solidFill>
                  <a:srgbClr val="FFFFFF"/>
                </a:solidFill>
                <a:latin typeface="맑은 고딕"/>
                <a:cs typeface="맑은 고딕"/>
              </a:rPr>
              <a:t>내</a:t>
            </a:r>
            <a:r>
              <a:rPr sz="1100" b="1" spc="-80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100" b="1" spc="-85" dirty="0">
                <a:solidFill>
                  <a:srgbClr val="FFFFFF"/>
                </a:solidFill>
                <a:latin typeface="맑은 고딕"/>
                <a:cs typeface="맑은 고딕"/>
              </a:rPr>
              <a:t>결함</a:t>
            </a:r>
            <a:r>
              <a:rPr sz="1100" b="1" spc="-80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100" b="1" spc="-30" dirty="0">
                <a:solidFill>
                  <a:srgbClr val="FFFFFF"/>
                </a:solidFill>
                <a:latin typeface="Noto Sans KR"/>
                <a:cs typeface="Noto Sans KR"/>
              </a:rPr>
              <a:t>Z</a:t>
            </a:r>
            <a:r>
              <a:rPr sz="1100" b="1" dirty="0">
                <a:solidFill>
                  <a:srgbClr val="FFFFFF"/>
                </a:solidFill>
                <a:latin typeface="Noto Sans KR"/>
                <a:cs typeface="Noto Sans KR"/>
              </a:rPr>
              <a:t>e</a:t>
            </a:r>
            <a:r>
              <a:rPr sz="1100" b="1" spc="-20" dirty="0">
                <a:solidFill>
                  <a:srgbClr val="FFFFFF"/>
                </a:solidFill>
                <a:latin typeface="Noto Sans KR"/>
                <a:cs typeface="Noto Sans KR"/>
              </a:rPr>
              <a:t>r</a:t>
            </a:r>
            <a:r>
              <a:rPr sz="1100" b="1" dirty="0">
                <a:solidFill>
                  <a:srgbClr val="FFFFFF"/>
                </a:solidFill>
                <a:latin typeface="Noto Sans KR"/>
                <a:cs typeface="Noto Sans KR"/>
              </a:rPr>
              <a:t>o</a:t>
            </a:r>
            <a:r>
              <a:rPr sz="1100" b="1" spc="-85" dirty="0">
                <a:solidFill>
                  <a:srgbClr val="FFFFFF"/>
                </a:solidFill>
                <a:latin typeface="맑은 고딕"/>
                <a:cs typeface="맑은 고딕"/>
              </a:rPr>
              <a:t>화</a:t>
            </a:r>
            <a:r>
              <a:rPr sz="1100" b="1" spc="-80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100" b="1" spc="-85" dirty="0">
                <a:solidFill>
                  <a:srgbClr val="FFFFFF"/>
                </a:solidFill>
                <a:latin typeface="맑은 고딕"/>
                <a:cs typeface="맑은 고딕"/>
              </a:rPr>
              <a:t>및</a:t>
            </a:r>
            <a:r>
              <a:rPr sz="1100" b="1" spc="-80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100" b="1" spc="-85" dirty="0">
                <a:solidFill>
                  <a:srgbClr val="FFFFFF"/>
                </a:solidFill>
                <a:latin typeface="맑은 고딕"/>
                <a:cs typeface="맑은 고딕"/>
              </a:rPr>
              <a:t>통합테스트</a:t>
            </a:r>
            <a:r>
              <a:rPr sz="1100" b="1" spc="-80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100" b="1" spc="-85" dirty="0">
                <a:solidFill>
                  <a:srgbClr val="FFFFFF"/>
                </a:solidFill>
                <a:latin typeface="맑은 고딕"/>
                <a:cs typeface="맑은 고딕"/>
              </a:rPr>
              <a:t>진입</a:t>
            </a:r>
            <a:r>
              <a:rPr sz="1100" b="1" spc="-80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100" b="1" spc="-85" dirty="0">
                <a:solidFill>
                  <a:srgbClr val="FFFFFF"/>
                </a:solidFill>
                <a:latin typeface="맑은 고딕"/>
                <a:cs typeface="맑은 고딕"/>
              </a:rPr>
              <a:t>안정성</a:t>
            </a:r>
            <a:r>
              <a:rPr sz="1100" b="1" spc="-80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100" b="1" spc="-85" dirty="0">
                <a:solidFill>
                  <a:srgbClr val="FFFFFF"/>
                </a:solidFill>
                <a:latin typeface="맑은 고딕"/>
                <a:cs typeface="맑은 고딕"/>
              </a:rPr>
              <a:t>확보</a:t>
            </a:r>
            <a:endParaRPr sz="1100">
              <a:latin typeface="맑은 고딕"/>
              <a:cs typeface="맑은 고딕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791592" y="5187809"/>
            <a:ext cx="863600" cy="35750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229870">
              <a:lnSpc>
                <a:spcPct val="100000"/>
              </a:lnSpc>
              <a:spcBef>
                <a:spcPts val="229"/>
              </a:spcBef>
            </a:pPr>
            <a:r>
              <a:rPr sz="700" b="1" spc="15" dirty="0">
                <a:solidFill>
                  <a:srgbClr val="BEDAFE"/>
                </a:solidFill>
                <a:latin typeface="Noto Sans KR"/>
                <a:cs typeface="Noto Sans KR"/>
              </a:rPr>
              <a:t>TARGET</a:t>
            </a:r>
            <a:r>
              <a:rPr sz="700" b="1" dirty="0">
                <a:solidFill>
                  <a:srgbClr val="BEDAFE"/>
                </a:solidFill>
                <a:latin typeface="Noto Sans KR"/>
                <a:cs typeface="Noto Sans KR"/>
              </a:rPr>
              <a:t> DATE</a:t>
            </a:r>
            <a:endParaRPr sz="700">
              <a:latin typeface="Noto Sans KR"/>
              <a:cs typeface="Noto Sans KR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200" spc="75" dirty="0">
                <a:solidFill>
                  <a:srgbClr val="FFFFFF"/>
                </a:solidFill>
                <a:latin typeface="Segoe UI Symbol"/>
                <a:cs typeface="Segoe UI Symbol"/>
              </a:rPr>
              <a:t>2026</a:t>
            </a:r>
            <a:r>
              <a:rPr sz="1200" spc="140" dirty="0">
                <a:solidFill>
                  <a:srgbClr val="FFFFFF"/>
                </a:solidFill>
                <a:latin typeface="Segoe UI Symbol"/>
                <a:cs typeface="Segoe UI Symbol"/>
              </a:rPr>
              <a:t>.</a:t>
            </a:r>
            <a:r>
              <a:rPr sz="1200" spc="75" dirty="0">
                <a:solidFill>
                  <a:srgbClr val="FFFFFF"/>
                </a:solidFill>
                <a:latin typeface="Segoe UI Symbol"/>
                <a:cs typeface="Segoe UI Symbol"/>
              </a:rPr>
              <a:t>02</a:t>
            </a:r>
            <a:r>
              <a:rPr sz="1200" spc="140" dirty="0">
                <a:solidFill>
                  <a:srgbClr val="FFFFFF"/>
                </a:solidFill>
                <a:latin typeface="Segoe UI Symbol"/>
                <a:cs typeface="Segoe UI Symbol"/>
              </a:rPr>
              <a:t>.</a:t>
            </a:r>
            <a:r>
              <a:rPr sz="1200" spc="75" dirty="0">
                <a:solidFill>
                  <a:srgbClr val="FFFFFF"/>
                </a:solidFill>
                <a:latin typeface="Segoe UI Symbol"/>
                <a:cs typeface="Segoe UI Symbol"/>
              </a:rPr>
              <a:t>06</a:t>
            </a:r>
            <a:endParaRPr sz="1200">
              <a:latin typeface="Segoe UI Symbol"/>
              <a:cs typeface="Segoe UI Symbo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74192" y="1591056"/>
            <a:ext cx="2974975" cy="3350260"/>
            <a:chOff x="774192" y="1591056"/>
            <a:chExt cx="2974975" cy="3350260"/>
          </a:xfrm>
        </p:grpSpPr>
        <p:sp>
          <p:nvSpPr>
            <p:cNvPr id="12" name="object 12"/>
            <p:cNvSpPr/>
            <p:nvPr/>
          </p:nvSpPr>
          <p:spPr>
            <a:xfrm>
              <a:off x="792480" y="1594104"/>
              <a:ext cx="2938780" cy="3313429"/>
            </a:xfrm>
            <a:custGeom>
              <a:avLst/>
              <a:gdLst/>
              <a:ahLst/>
              <a:cxnLst/>
              <a:rect l="l" t="t" r="r" b="b"/>
              <a:pathLst>
                <a:path w="2938779" h="3313429">
                  <a:moveTo>
                    <a:pt x="2938272" y="3313176"/>
                  </a:moveTo>
                  <a:lnTo>
                    <a:pt x="0" y="3313176"/>
                  </a:lnTo>
                  <a:lnTo>
                    <a:pt x="0" y="0"/>
                  </a:lnTo>
                  <a:lnTo>
                    <a:pt x="2938272" y="0"/>
                  </a:lnTo>
                  <a:lnTo>
                    <a:pt x="2938272" y="31218"/>
                  </a:lnTo>
                  <a:lnTo>
                    <a:pt x="130968" y="31218"/>
                  </a:lnTo>
                  <a:lnTo>
                    <a:pt x="122518" y="31626"/>
                  </a:lnTo>
                  <a:lnTo>
                    <a:pt x="83300" y="45662"/>
                  </a:lnTo>
                  <a:lnTo>
                    <a:pt x="55324" y="76523"/>
                  </a:lnTo>
                  <a:lnTo>
                    <a:pt x="45184" y="117003"/>
                  </a:lnTo>
                  <a:lnTo>
                    <a:pt x="45184" y="3166253"/>
                  </a:lnTo>
                  <a:lnTo>
                    <a:pt x="55325" y="3206732"/>
                  </a:lnTo>
                  <a:lnTo>
                    <a:pt x="83300" y="3237593"/>
                  </a:lnTo>
                  <a:lnTo>
                    <a:pt x="122518" y="3251629"/>
                  </a:lnTo>
                  <a:lnTo>
                    <a:pt x="130968" y="3252037"/>
                  </a:lnTo>
                  <a:lnTo>
                    <a:pt x="2938272" y="3252037"/>
                  </a:lnTo>
                  <a:lnTo>
                    <a:pt x="2938272" y="3313176"/>
                  </a:lnTo>
                  <a:close/>
                </a:path>
                <a:path w="2938779" h="3313429">
                  <a:moveTo>
                    <a:pt x="2938272" y="3252037"/>
                  </a:moveTo>
                  <a:lnTo>
                    <a:pt x="2805886" y="3252037"/>
                  </a:lnTo>
                  <a:lnTo>
                    <a:pt x="2814336" y="3251629"/>
                  </a:lnTo>
                  <a:lnTo>
                    <a:pt x="2822624" y="3250404"/>
                  </a:lnTo>
                  <a:lnTo>
                    <a:pt x="2860280" y="3232598"/>
                  </a:lnTo>
                  <a:lnTo>
                    <a:pt x="2885140" y="3199080"/>
                  </a:lnTo>
                  <a:lnTo>
                    <a:pt x="2891670" y="3166253"/>
                  </a:lnTo>
                  <a:lnTo>
                    <a:pt x="2891670" y="117003"/>
                  </a:lnTo>
                  <a:lnTo>
                    <a:pt x="2881529" y="76523"/>
                  </a:lnTo>
                  <a:lnTo>
                    <a:pt x="2853554" y="45662"/>
                  </a:lnTo>
                  <a:lnTo>
                    <a:pt x="2814336" y="31626"/>
                  </a:lnTo>
                  <a:lnTo>
                    <a:pt x="2805886" y="31218"/>
                  </a:lnTo>
                  <a:lnTo>
                    <a:pt x="2938272" y="31218"/>
                  </a:lnTo>
                  <a:lnTo>
                    <a:pt x="2938272" y="3252037"/>
                  </a:lnTo>
                  <a:close/>
                </a:path>
              </a:pathLst>
            </a:custGeom>
            <a:solidFill>
              <a:srgbClr val="000000">
                <a:alpha val="58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74192" y="1591056"/>
              <a:ext cx="2974975" cy="3350260"/>
            </a:xfrm>
            <a:custGeom>
              <a:avLst/>
              <a:gdLst/>
              <a:ahLst/>
              <a:cxnLst/>
              <a:rect l="l" t="t" r="r" b="b"/>
              <a:pathLst>
                <a:path w="2974975" h="3350260">
                  <a:moveTo>
                    <a:pt x="2974848" y="3349752"/>
                  </a:moveTo>
                  <a:lnTo>
                    <a:pt x="0" y="3349752"/>
                  </a:lnTo>
                  <a:lnTo>
                    <a:pt x="0" y="0"/>
                  </a:lnTo>
                  <a:lnTo>
                    <a:pt x="2974848" y="0"/>
                  </a:lnTo>
                  <a:lnTo>
                    <a:pt x="2974848" y="34266"/>
                  </a:lnTo>
                  <a:lnTo>
                    <a:pt x="149256" y="34266"/>
                  </a:lnTo>
                  <a:lnTo>
                    <a:pt x="140806" y="34674"/>
                  </a:lnTo>
                  <a:lnTo>
                    <a:pt x="101588" y="48710"/>
                  </a:lnTo>
                  <a:lnTo>
                    <a:pt x="73612" y="79571"/>
                  </a:lnTo>
                  <a:lnTo>
                    <a:pt x="63472" y="120051"/>
                  </a:lnTo>
                  <a:lnTo>
                    <a:pt x="63472" y="3169301"/>
                  </a:lnTo>
                  <a:lnTo>
                    <a:pt x="73613" y="3209780"/>
                  </a:lnTo>
                  <a:lnTo>
                    <a:pt x="101588" y="3240641"/>
                  </a:lnTo>
                  <a:lnTo>
                    <a:pt x="140806" y="3254677"/>
                  </a:lnTo>
                  <a:lnTo>
                    <a:pt x="149256" y="3255085"/>
                  </a:lnTo>
                  <a:lnTo>
                    <a:pt x="2974848" y="3255085"/>
                  </a:lnTo>
                  <a:lnTo>
                    <a:pt x="2974848" y="3349752"/>
                  </a:lnTo>
                  <a:close/>
                </a:path>
                <a:path w="2974975" h="3350260">
                  <a:moveTo>
                    <a:pt x="2974848" y="3255085"/>
                  </a:moveTo>
                  <a:lnTo>
                    <a:pt x="2824174" y="3255085"/>
                  </a:lnTo>
                  <a:lnTo>
                    <a:pt x="2832624" y="3254677"/>
                  </a:lnTo>
                  <a:lnTo>
                    <a:pt x="2840912" y="3253452"/>
                  </a:lnTo>
                  <a:lnTo>
                    <a:pt x="2878568" y="3235646"/>
                  </a:lnTo>
                  <a:lnTo>
                    <a:pt x="2903428" y="3202128"/>
                  </a:lnTo>
                  <a:lnTo>
                    <a:pt x="2909958" y="3169301"/>
                  </a:lnTo>
                  <a:lnTo>
                    <a:pt x="2909958" y="120051"/>
                  </a:lnTo>
                  <a:lnTo>
                    <a:pt x="2899817" y="79571"/>
                  </a:lnTo>
                  <a:lnTo>
                    <a:pt x="2871842" y="48710"/>
                  </a:lnTo>
                  <a:lnTo>
                    <a:pt x="2832624" y="34674"/>
                  </a:lnTo>
                  <a:lnTo>
                    <a:pt x="2824174" y="34266"/>
                  </a:lnTo>
                  <a:lnTo>
                    <a:pt x="2974848" y="34266"/>
                  </a:lnTo>
                  <a:lnTo>
                    <a:pt x="2974848" y="3255085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33764" y="1621422"/>
              <a:ext cx="2854325" cy="3228975"/>
            </a:xfrm>
            <a:custGeom>
              <a:avLst/>
              <a:gdLst/>
              <a:ahLst/>
              <a:cxnLst/>
              <a:rect l="l" t="t" r="r" b="b"/>
              <a:pathLst>
                <a:path w="2854325" h="3228975">
                  <a:moveTo>
                    <a:pt x="2770490" y="3228617"/>
                  </a:moveTo>
                  <a:lnTo>
                    <a:pt x="83795" y="3228617"/>
                  </a:lnTo>
                  <a:lnTo>
                    <a:pt x="77962" y="3228043"/>
                  </a:lnTo>
                  <a:lnTo>
                    <a:pt x="34961" y="3210230"/>
                  </a:lnTo>
                  <a:lnTo>
                    <a:pt x="9080" y="3178694"/>
                  </a:lnTo>
                  <a:lnTo>
                    <a:pt x="0" y="3144822"/>
                  </a:lnTo>
                  <a:lnTo>
                    <a:pt x="0" y="3138933"/>
                  </a:lnTo>
                  <a:lnTo>
                    <a:pt x="0" y="83795"/>
                  </a:lnTo>
                  <a:lnTo>
                    <a:pt x="11842" y="44754"/>
                  </a:lnTo>
                  <a:lnTo>
                    <a:pt x="44754" y="11842"/>
                  </a:lnTo>
                  <a:lnTo>
                    <a:pt x="83795" y="0"/>
                  </a:lnTo>
                  <a:lnTo>
                    <a:pt x="2770490" y="0"/>
                  </a:lnTo>
                  <a:lnTo>
                    <a:pt x="2809530" y="11842"/>
                  </a:lnTo>
                  <a:lnTo>
                    <a:pt x="2842441" y="44754"/>
                  </a:lnTo>
                  <a:lnTo>
                    <a:pt x="2854285" y="83795"/>
                  </a:lnTo>
                  <a:lnTo>
                    <a:pt x="2854285" y="3144822"/>
                  </a:lnTo>
                  <a:lnTo>
                    <a:pt x="2842441" y="3183862"/>
                  </a:lnTo>
                  <a:lnTo>
                    <a:pt x="2809530" y="3216774"/>
                  </a:lnTo>
                  <a:lnTo>
                    <a:pt x="2776322" y="3228043"/>
                  </a:lnTo>
                  <a:lnTo>
                    <a:pt x="2770490" y="322861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33764" y="1621422"/>
              <a:ext cx="2854325" cy="3228975"/>
            </a:xfrm>
            <a:custGeom>
              <a:avLst/>
              <a:gdLst/>
              <a:ahLst/>
              <a:cxnLst/>
              <a:rect l="l" t="t" r="r" b="b"/>
              <a:pathLst>
                <a:path w="2854325" h="3228975">
                  <a:moveTo>
                    <a:pt x="0" y="3138933"/>
                  </a:moveTo>
                  <a:lnTo>
                    <a:pt x="0" y="89683"/>
                  </a:lnTo>
                  <a:lnTo>
                    <a:pt x="0" y="83795"/>
                  </a:lnTo>
                  <a:lnTo>
                    <a:pt x="574" y="77962"/>
                  </a:lnTo>
                  <a:lnTo>
                    <a:pt x="1723" y="72187"/>
                  </a:lnTo>
                  <a:lnTo>
                    <a:pt x="2872" y="66411"/>
                  </a:lnTo>
                  <a:lnTo>
                    <a:pt x="4573" y="60803"/>
                  </a:lnTo>
                  <a:lnTo>
                    <a:pt x="26267" y="26267"/>
                  </a:lnTo>
                  <a:lnTo>
                    <a:pt x="30431" y="22103"/>
                  </a:lnTo>
                  <a:lnTo>
                    <a:pt x="34961" y="18386"/>
                  </a:lnTo>
                  <a:lnTo>
                    <a:pt x="39858" y="15114"/>
                  </a:lnTo>
                  <a:lnTo>
                    <a:pt x="44754" y="11842"/>
                  </a:lnTo>
                  <a:lnTo>
                    <a:pt x="83795" y="0"/>
                  </a:lnTo>
                  <a:lnTo>
                    <a:pt x="89683" y="0"/>
                  </a:lnTo>
                  <a:lnTo>
                    <a:pt x="2764601" y="0"/>
                  </a:lnTo>
                  <a:lnTo>
                    <a:pt x="2770490" y="0"/>
                  </a:lnTo>
                  <a:lnTo>
                    <a:pt x="2776322" y="574"/>
                  </a:lnTo>
                  <a:lnTo>
                    <a:pt x="2814426" y="15114"/>
                  </a:lnTo>
                  <a:lnTo>
                    <a:pt x="2839170" y="39858"/>
                  </a:lnTo>
                  <a:lnTo>
                    <a:pt x="2842441" y="44754"/>
                  </a:lnTo>
                  <a:lnTo>
                    <a:pt x="2845204" y="49922"/>
                  </a:lnTo>
                  <a:lnTo>
                    <a:pt x="2847458" y="55363"/>
                  </a:lnTo>
                  <a:lnTo>
                    <a:pt x="2849711" y="60803"/>
                  </a:lnTo>
                  <a:lnTo>
                    <a:pt x="2851412" y="66411"/>
                  </a:lnTo>
                  <a:lnTo>
                    <a:pt x="2852561" y="72187"/>
                  </a:lnTo>
                  <a:lnTo>
                    <a:pt x="2853710" y="77962"/>
                  </a:lnTo>
                  <a:lnTo>
                    <a:pt x="2854285" y="83795"/>
                  </a:lnTo>
                  <a:lnTo>
                    <a:pt x="2854285" y="89683"/>
                  </a:lnTo>
                  <a:lnTo>
                    <a:pt x="2854285" y="3138933"/>
                  </a:lnTo>
                  <a:lnTo>
                    <a:pt x="2854285" y="3144822"/>
                  </a:lnTo>
                  <a:lnTo>
                    <a:pt x="2853710" y="3150655"/>
                  </a:lnTo>
                  <a:lnTo>
                    <a:pt x="2852561" y="3156430"/>
                  </a:lnTo>
                  <a:lnTo>
                    <a:pt x="2851412" y="3162205"/>
                  </a:lnTo>
                  <a:lnTo>
                    <a:pt x="2832181" y="3198185"/>
                  </a:lnTo>
                  <a:lnTo>
                    <a:pt x="2814426" y="3213502"/>
                  </a:lnTo>
                  <a:lnTo>
                    <a:pt x="2809530" y="3216774"/>
                  </a:lnTo>
                  <a:lnTo>
                    <a:pt x="2804361" y="3219537"/>
                  </a:lnTo>
                  <a:lnTo>
                    <a:pt x="2798921" y="3221790"/>
                  </a:lnTo>
                  <a:lnTo>
                    <a:pt x="2793481" y="3224043"/>
                  </a:lnTo>
                  <a:lnTo>
                    <a:pt x="2787873" y="3225745"/>
                  </a:lnTo>
                  <a:lnTo>
                    <a:pt x="2782097" y="3226894"/>
                  </a:lnTo>
                  <a:lnTo>
                    <a:pt x="2776322" y="3228043"/>
                  </a:lnTo>
                  <a:lnTo>
                    <a:pt x="2770490" y="3228617"/>
                  </a:lnTo>
                  <a:lnTo>
                    <a:pt x="2764601" y="3228617"/>
                  </a:lnTo>
                  <a:lnTo>
                    <a:pt x="89683" y="3228617"/>
                  </a:lnTo>
                  <a:lnTo>
                    <a:pt x="83795" y="3228617"/>
                  </a:lnTo>
                  <a:lnTo>
                    <a:pt x="77962" y="3228043"/>
                  </a:lnTo>
                  <a:lnTo>
                    <a:pt x="72187" y="3226894"/>
                  </a:lnTo>
                  <a:lnTo>
                    <a:pt x="66411" y="3225745"/>
                  </a:lnTo>
                  <a:lnTo>
                    <a:pt x="60803" y="3224043"/>
                  </a:lnTo>
                  <a:lnTo>
                    <a:pt x="55363" y="3221790"/>
                  </a:lnTo>
                  <a:lnTo>
                    <a:pt x="49922" y="3219537"/>
                  </a:lnTo>
                  <a:lnTo>
                    <a:pt x="44754" y="3216774"/>
                  </a:lnTo>
                  <a:lnTo>
                    <a:pt x="39858" y="3213502"/>
                  </a:lnTo>
                  <a:lnTo>
                    <a:pt x="34961" y="3210230"/>
                  </a:lnTo>
                  <a:lnTo>
                    <a:pt x="15114" y="3188758"/>
                  </a:lnTo>
                  <a:lnTo>
                    <a:pt x="11842" y="3183862"/>
                  </a:lnTo>
                  <a:lnTo>
                    <a:pt x="0" y="3144822"/>
                  </a:lnTo>
                  <a:lnTo>
                    <a:pt x="0" y="3138933"/>
                  </a:lnTo>
                  <a:close/>
                </a:path>
              </a:pathLst>
            </a:custGeom>
            <a:ln w="7798">
              <a:solidFill>
                <a:srgbClr val="E4E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47103" y="1625322"/>
              <a:ext cx="2827655" cy="46990"/>
            </a:xfrm>
            <a:custGeom>
              <a:avLst/>
              <a:gdLst/>
              <a:ahLst/>
              <a:cxnLst/>
              <a:rect l="l" t="t" r="r" b="b"/>
              <a:pathLst>
                <a:path w="2827654" h="46989">
                  <a:moveTo>
                    <a:pt x="2827607" y="46791"/>
                  </a:moveTo>
                  <a:lnTo>
                    <a:pt x="0" y="46791"/>
                  </a:lnTo>
                  <a:lnTo>
                    <a:pt x="701" y="45304"/>
                  </a:lnTo>
                  <a:lnTo>
                    <a:pt x="28676" y="14443"/>
                  </a:lnTo>
                  <a:lnTo>
                    <a:pt x="67894" y="408"/>
                  </a:lnTo>
                  <a:lnTo>
                    <a:pt x="76345" y="0"/>
                  </a:lnTo>
                  <a:lnTo>
                    <a:pt x="2751262" y="0"/>
                  </a:lnTo>
                  <a:lnTo>
                    <a:pt x="2791741" y="10140"/>
                  </a:lnTo>
                  <a:lnTo>
                    <a:pt x="2822603" y="38116"/>
                  </a:lnTo>
                  <a:lnTo>
                    <a:pt x="2827607" y="46791"/>
                  </a:lnTo>
                  <a:close/>
                </a:path>
              </a:pathLst>
            </a:custGeom>
            <a:solidFill>
              <a:srgbClr val="DB25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008888" y="1874520"/>
              <a:ext cx="624840" cy="624840"/>
            </a:xfrm>
            <a:custGeom>
              <a:avLst/>
              <a:gdLst/>
              <a:ahLst/>
              <a:cxnLst/>
              <a:rect l="l" t="t" r="r" b="b"/>
              <a:pathLst>
                <a:path w="624839" h="624839">
                  <a:moveTo>
                    <a:pt x="624840" y="624840"/>
                  </a:moveTo>
                  <a:lnTo>
                    <a:pt x="0" y="624840"/>
                  </a:lnTo>
                  <a:lnTo>
                    <a:pt x="0" y="0"/>
                  </a:lnTo>
                  <a:lnTo>
                    <a:pt x="624840" y="0"/>
                  </a:lnTo>
                  <a:lnTo>
                    <a:pt x="624840" y="39350"/>
                  </a:lnTo>
                  <a:lnTo>
                    <a:pt x="187511" y="39350"/>
                  </a:lnTo>
                  <a:lnTo>
                    <a:pt x="175987" y="39906"/>
                  </a:lnTo>
                  <a:lnTo>
                    <a:pt x="132311" y="53178"/>
                  </a:lnTo>
                  <a:lnTo>
                    <a:pt x="97039" y="82154"/>
                  </a:lnTo>
                  <a:lnTo>
                    <a:pt x="75541" y="122422"/>
                  </a:lnTo>
                  <a:lnTo>
                    <a:pt x="70532" y="156329"/>
                  </a:lnTo>
                  <a:lnTo>
                    <a:pt x="70532" y="405884"/>
                  </a:lnTo>
                  <a:lnTo>
                    <a:pt x="79437" y="450650"/>
                  </a:lnTo>
                  <a:lnTo>
                    <a:pt x="104794" y="488600"/>
                  </a:lnTo>
                  <a:lnTo>
                    <a:pt x="142745" y="513958"/>
                  </a:lnTo>
                  <a:lnTo>
                    <a:pt x="187511" y="522863"/>
                  </a:lnTo>
                  <a:lnTo>
                    <a:pt x="624840" y="522863"/>
                  </a:lnTo>
                  <a:lnTo>
                    <a:pt x="624840" y="624840"/>
                  </a:lnTo>
                  <a:close/>
                </a:path>
                <a:path w="624839" h="624839">
                  <a:moveTo>
                    <a:pt x="624840" y="522863"/>
                  </a:moveTo>
                  <a:lnTo>
                    <a:pt x="437066" y="522863"/>
                  </a:lnTo>
                  <a:lnTo>
                    <a:pt x="448589" y="522306"/>
                  </a:lnTo>
                  <a:lnTo>
                    <a:pt x="459891" y="520636"/>
                  </a:lnTo>
                  <a:lnTo>
                    <a:pt x="502068" y="503166"/>
                  </a:lnTo>
                  <a:lnTo>
                    <a:pt x="534348" y="470886"/>
                  </a:lnTo>
                  <a:lnTo>
                    <a:pt x="551819" y="428709"/>
                  </a:lnTo>
                  <a:lnTo>
                    <a:pt x="554045" y="405884"/>
                  </a:lnTo>
                  <a:lnTo>
                    <a:pt x="554045" y="156329"/>
                  </a:lnTo>
                  <a:lnTo>
                    <a:pt x="545140" y="111563"/>
                  </a:lnTo>
                  <a:lnTo>
                    <a:pt x="519782" y="73612"/>
                  </a:lnTo>
                  <a:lnTo>
                    <a:pt x="481832" y="48254"/>
                  </a:lnTo>
                  <a:lnTo>
                    <a:pt x="437066" y="39350"/>
                  </a:lnTo>
                  <a:lnTo>
                    <a:pt x="624840" y="39350"/>
                  </a:lnTo>
                  <a:lnTo>
                    <a:pt x="624840" y="522863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071621" y="1906071"/>
              <a:ext cx="499109" cy="499109"/>
            </a:xfrm>
            <a:custGeom>
              <a:avLst/>
              <a:gdLst/>
              <a:ahLst/>
              <a:cxnLst/>
              <a:rect l="l" t="t" r="r" b="b"/>
              <a:pathLst>
                <a:path w="499109" h="499110">
                  <a:moveTo>
                    <a:pt x="382525" y="499109"/>
                  </a:moveTo>
                  <a:lnTo>
                    <a:pt x="116584" y="499109"/>
                  </a:lnTo>
                  <a:lnTo>
                    <a:pt x="108470" y="498310"/>
                  </a:lnTo>
                  <a:lnTo>
                    <a:pt x="69457" y="486476"/>
                  </a:lnTo>
                  <a:lnTo>
                    <a:pt x="30753" y="456769"/>
                  </a:lnTo>
                  <a:lnTo>
                    <a:pt x="6362" y="414513"/>
                  </a:lnTo>
                  <a:lnTo>
                    <a:pt x="0" y="382525"/>
                  </a:lnTo>
                  <a:lnTo>
                    <a:pt x="0" y="374332"/>
                  </a:lnTo>
                  <a:lnTo>
                    <a:pt x="0" y="116584"/>
                  </a:lnTo>
                  <a:lnTo>
                    <a:pt x="12633" y="69457"/>
                  </a:lnTo>
                  <a:lnTo>
                    <a:pt x="42339" y="30753"/>
                  </a:lnTo>
                  <a:lnTo>
                    <a:pt x="84596" y="6362"/>
                  </a:lnTo>
                  <a:lnTo>
                    <a:pt x="116584" y="0"/>
                  </a:lnTo>
                  <a:lnTo>
                    <a:pt x="382525" y="0"/>
                  </a:lnTo>
                  <a:lnTo>
                    <a:pt x="429652" y="12633"/>
                  </a:lnTo>
                  <a:lnTo>
                    <a:pt x="468356" y="42339"/>
                  </a:lnTo>
                  <a:lnTo>
                    <a:pt x="492747" y="84596"/>
                  </a:lnTo>
                  <a:lnTo>
                    <a:pt x="499110" y="116584"/>
                  </a:lnTo>
                  <a:lnTo>
                    <a:pt x="499110" y="382525"/>
                  </a:lnTo>
                  <a:lnTo>
                    <a:pt x="486476" y="429651"/>
                  </a:lnTo>
                  <a:lnTo>
                    <a:pt x="456770" y="468356"/>
                  </a:lnTo>
                  <a:lnTo>
                    <a:pt x="414513" y="492747"/>
                  </a:lnTo>
                  <a:lnTo>
                    <a:pt x="390639" y="498310"/>
                  </a:lnTo>
                  <a:lnTo>
                    <a:pt x="382525" y="499109"/>
                  </a:lnTo>
                  <a:close/>
                </a:path>
              </a:pathLst>
            </a:custGeom>
            <a:solidFill>
              <a:srgbClr val="FE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11996" y="2039937"/>
              <a:ext cx="219074" cy="222249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2619642" y="1909970"/>
              <a:ext cx="826769" cy="210820"/>
            </a:xfrm>
            <a:custGeom>
              <a:avLst/>
              <a:gdLst/>
              <a:ahLst/>
              <a:cxnLst/>
              <a:rect l="l" t="t" r="r" b="b"/>
              <a:pathLst>
                <a:path w="826770" h="210819">
                  <a:moveTo>
                    <a:pt x="728282" y="210561"/>
                  </a:moveTo>
                  <a:lnTo>
                    <a:pt x="98368" y="210561"/>
                  </a:lnTo>
                  <a:lnTo>
                    <a:pt x="91521" y="209887"/>
                  </a:lnTo>
                  <a:lnTo>
                    <a:pt x="52537" y="196659"/>
                  </a:lnTo>
                  <a:lnTo>
                    <a:pt x="21583" y="169519"/>
                  </a:lnTo>
                  <a:lnTo>
                    <a:pt x="3371" y="132600"/>
                  </a:lnTo>
                  <a:lnTo>
                    <a:pt x="0" y="112193"/>
                  </a:lnTo>
                  <a:lnTo>
                    <a:pt x="0" y="105281"/>
                  </a:lnTo>
                  <a:lnTo>
                    <a:pt x="0" y="98368"/>
                  </a:lnTo>
                  <a:lnTo>
                    <a:pt x="10659" y="58604"/>
                  </a:lnTo>
                  <a:lnTo>
                    <a:pt x="35724" y="25947"/>
                  </a:lnTo>
                  <a:lnTo>
                    <a:pt x="71378" y="5368"/>
                  </a:lnTo>
                  <a:lnTo>
                    <a:pt x="98368" y="0"/>
                  </a:lnTo>
                  <a:lnTo>
                    <a:pt x="728282" y="0"/>
                  </a:lnTo>
                  <a:lnTo>
                    <a:pt x="768045" y="10659"/>
                  </a:lnTo>
                  <a:lnTo>
                    <a:pt x="800703" y="35724"/>
                  </a:lnTo>
                  <a:lnTo>
                    <a:pt x="821282" y="71378"/>
                  </a:lnTo>
                  <a:lnTo>
                    <a:pt x="826651" y="98368"/>
                  </a:lnTo>
                  <a:lnTo>
                    <a:pt x="826651" y="112193"/>
                  </a:lnTo>
                  <a:lnTo>
                    <a:pt x="815991" y="151956"/>
                  </a:lnTo>
                  <a:lnTo>
                    <a:pt x="790926" y="184613"/>
                  </a:lnTo>
                  <a:lnTo>
                    <a:pt x="755272" y="205193"/>
                  </a:lnTo>
                  <a:lnTo>
                    <a:pt x="735129" y="209887"/>
                  </a:lnTo>
                  <a:lnTo>
                    <a:pt x="728282" y="210561"/>
                  </a:lnTo>
                  <a:close/>
                </a:path>
              </a:pathLst>
            </a:custGeom>
            <a:solidFill>
              <a:srgbClr val="FE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619642" y="1909970"/>
              <a:ext cx="826769" cy="210820"/>
            </a:xfrm>
            <a:custGeom>
              <a:avLst/>
              <a:gdLst/>
              <a:ahLst/>
              <a:cxnLst/>
              <a:rect l="l" t="t" r="r" b="b"/>
              <a:pathLst>
                <a:path w="826770" h="210819">
                  <a:moveTo>
                    <a:pt x="0" y="105281"/>
                  </a:moveTo>
                  <a:lnTo>
                    <a:pt x="0" y="98368"/>
                  </a:lnTo>
                  <a:lnTo>
                    <a:pt x="674" y="91521"/>
                  </a:lnTo>
                  <a:lnTo>
                    <a:pt x="2022" y="84741"/>
                  </a:lnTo>
                  <a:lnTo>
                    <a:pt x="3371" y="77961"/>
                  </a:lnTo>
                  <a:lnTo>
                    <a:pt x="17742" y="46789"/>
                  </a:lnTo>
                  <a:lnTo>
                    <a:pt x="21583" y="41041"/>
                  </a:lnTo>
                  <a:lnTo>
                    <a:pt x="25948" y="35724"/>
                  </a:lnTo>
                  <a:lnTo>
                    <a:pt x="30836" y="30835"/>
                  </a:lnTo>
                  <a:lnTo>
                    <a:pt x="35724" y="25947"/>
                  </a:lnTo>
                  <a:lnTo>
                    <a:pt x="41042" y="21583"/>
                  </a:lnTo>
                  <a:lnTo>
                    <a:pt x="46789" y="17742"/>
                  </a:lnTo>
                  <a:lnTo>
                    <a:pt x="52537" y="13902"/>
                  </a:lnTo>
                  <a:lnTo>
                    <a:pt x="58605" y="10659"/>
                  </a:lnTo>
                  <a:lnTo>
                    <a:pt x="64991" y="8013"/>
                  </a:lnTo>
                  <a:lnTo>
                    <a:pt x="71378" y="5368"/>
                  </a:lnTo>
                  <a:lnTo>
                    <a:pt x="77961" y="3371"/>
                  </a:lnTo>
                  <a:lnTo>
                    <a:pt x="84741" y="2022"/>
                  </a:lnTo>
                  <a:lnTo>
                    <a:pt x="91521" y="674"/>
                  </a:lnTo>
                  <a:lnTo>
                    <a:pt x="98368" y="0"/>
                  </a:lnTo>
                  <a:lnTo>
                    <a:pt x="105281" y="0"/>
                  </a:lnTo>
                  <a:lnTo>
                    <a:pt x="721370" y="0"/>
                  </a:lnTo>
                  <a:lnTo>
                    <a:pt x="728282" y="0"/>
                  </a:lnTo>
                  <a:lnTo>
                    <a:pt x="735129" y="674"/>
                  </a:lnTo>
                  <a:lnTo>
                    <a:pt x="774113" y="13902"/>
                  </a:lnTo>
                  <a:lnTo>
                    <a:pt x="779860" y="17742"/>
                  </a:lnTo>
                  <a:lnTo>
                    <a:pt x="785608" y="21583"/>
                  </a:lnTo>
                  <a:lnTo>
                    <a:pt x="790926" y="25947"/>
                  </a:lnTo>
                  <a:lnTo>
                    <a:pt x="795814" y="30835"/>
                  </a:lnTo>
                  <a:lnTo>
                    <a:pt x="800703" y="35724"/>
                  </a:lnTo>
                  <a:lnTo>
                    <a:pt x="805067" y="41041"/>
                  </a:lnTo>
                  <a:lnTo>
                    <a:pt x="808907" y="46789"/>
                  </a:lnTo>
                  <a:lnTo>
                    <a:pt x="812748" y="52537"/>
                  </a:lnTo>
                  <a:lnTo>
                    <a:pt x="825976" y="91521"/>
                  </a:lnTo>
                  <a:lnTo>
                    <a:pt x="826651" y="98368"/>
                  </a:lnTo>
                  <a:lnTo>
                    <a:pt x="826651" y="105281"/>
                  </a:lnTo>
                  <a:lnTo>
                    <a:pt x="826651" y="112193"/>
                  </a:lnTo>
                  <a:lnTo>
                    <a:pt x="815991" y="151956"/>
                  </a:lnTo>
                  <a:lnTo>
                    <a:pt x="808907" y="163771"/>
                  </a:lnTo>
                  <a:lnTo>
                    <a:pt x="805067" y="169519"/>
                  </a:lnTo>
                  <a:lnTo>
                    <a:pt x="774113" y="196659"/>
                  </a:lnTo>
                  <a:lnTo>
                    <a:pt x="735129" y="209887"/>
                  </a:lnTo>
                  <a:lnTo>
                    <a:pt x="721370" y="210562"/>
                  </a:lnTo>
                  <a:lnTo>
                    <a:pt x="105281" y="210562"/>
                  </a:lnTo>
                  <a:lnTo>
                    <a:pt x="98368" y="210561"/>
                  </a:lnTo>
                  <a:lnTo>
                    <a:pt x="91521" y="209887"/>
                  </a:lnTo>
                  <a:lnTo>
                    <a:pt x="84741" y="208538"/>
                  </a:lnTo>
                  <a:lnTo>
                    <a:pt x="77961" y="207190"/>
                  </a:lnTo>
                  <a:lnTo>
                    <a:pt x="46789" y="192818"/>
                  </a:lnTo>
                  <a:lnTo>
                    <a:pt x="41042" y="188978"/>
                  </a:lnTo>
                  <a:lnTo>
                    <a:pt x="35724" y="184613"/>
                  </a:lnTo>
                  <a:lnTo>
                    <a:pt x="30836" y="179725"/>
                  </a:lnTo>
                  <a:lnTo>
                    <a:pt x="25948" y="174837"/>
                  </a:lnTo>
                  <a:lnTo>
                    <a:pt x="21583" y="169519"/>
                  </a:lnTo>
                  <a:lnTo>
                    <a:pt x="17742" y="163771"/>
                  </a:lnTo>
                  <a:lnTo>
                    <a:pt x="13902" y="158023"/>
                  </a:lnTo>
                  <a:lnTo>
                    <a:pt x="674" y="119040"/>
                  </a:lnTo>
                  <a:lnTo>
                    <a:pt x="0" y="112193"/>
                  </a:lnTo>
                  <a:lnTo>
                    <a:pt x="0" y="105281"/>
                  </a:lnTo>
                </a:path>
              </a:pathLst>
            </a:custGeom>
            <a:ln w="7798">
              <a:solidFill>
                <a:srgbClr val="FECA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686512" y="1947961"/>
            <a:ext cx="683260" cy="1377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700" b="1" spc="50" dirty="0">
                <a:solidFill>
                  <a:srgbClr val="991B1B"/>
                </a:solidFill>
                <a:latin typeface="Noto Sans KR"/>
                <a:cs typeface="Noto Sans KR"/>
              </a:rPr>
              <a:t>SHORT-TERM</a:t>
            </a:r>
            <a:endParaRPr sz="700">
              <a:latin typeface="Noto Sans KR"/>
              <a:cs typeface="Noto Sans KR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58921" y="2506118"/>
            <a:ext cx="1448435" cy="495300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sz="1200" b="1" spc="25" dirty="0">
                <a:solidFill>
                  <a:srgbClr val="111726"/>
                </a:solidFill>
                <a:latin typeface="Noto Sans KR Black"/>
                <a:cs typeface="Noto Sans KR Black"/>
              </a:rPr>
              <a:t>고위험</a:t>
            </a:r>
            <a:r>
              <a:rPr sz="1200" b="1" spc="35" dirty="0">
                <a:solidFill>
                  <a:srgbClr val="111726"/>
                </a:solidFill>
                <a:latin typeface="Noto Sans KR Black"/>
                <a:cs typeface="Noto Sans KR Black"/>
              </a:rPr>
              <a:t> </a:t>
            </a:r>
            <a:r>
              <a:rPr sz="1200" b="1" spc="25" dirty="0">
                <a:solidFill>
                  <a:srgbClr val="111726"/>
                </a:solidFill>
                <a:latin typeface="Noto Sans KR Black"/>
                <a:cs typeface="Noto Sans KR Black"/>
              </a:rPr>
              <a:t>로직</a:t>
            </a:r>
            <a:r>
              <a:rPr sz="1200" b="1" spc="40" dirty="0">
                <a:solidFill>
                  <a:srgbClr val="111726"/>
                </a:solidFill>
                <a:latin typeface="Noto Sans KR Black"/>
                <a:cs typeface="Noto Sans KR Black"/>
              </a:rPr>
              <a:t> </a:t>
            </a:r>
            <a:r>
              <a:rPr sz="1200" b="1" spc="25" dirty="0">
                <a:solidFill>
                  <a:srgbClr val="111726"/>
                </a:solidFill>
                <a:latin typeface="Noto Sans KR Black"/>
                <a:cs typeface="Noto Sans KR Black"/>
              </a:rPr>
              <a:t>집중</a:t>
            </a:r>
            <a:r>
              <a:rPr sz="1200" b="1" spc="40" dirty="0">
                <a:solidFill>
                  <a:srgbClr val="111726"/>
                </a:solidFill>
                <a:latin typeface="Noto Sans KR Black"/>
                <a:cs typeface="Noto Sans KR Black"/>
              </a:rPr>
              <a:t> </a:t>
            </a:r>
            <a:r>
              <a:rPr sz="1200" b="1" spc="25" dirty="0">
                <a:solidFill>
                  <a:srgbClr val="111726"/>
                </a:solidFill>
                <a:latin typeface="Noto Sans KR Black"/>
                <a:cs typeface="Noto Sans KR Black"/>
              </a:rPr>
              <a:t>타격</a:t>
            </a:r>
            <a:endParaRPr sz="1200">
              <a:latin typeface="Noto Sans KR Black"/>
              <a:cs typeface="Noto Sans KR Black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850" b="1" dirty="0">
                <a:solidFill>
                  <a:srgbClr val="DB2525"/>
                </a:solidFill>
                <a:latin typeface="Noto Sans KR"/>
                <a:cs typeface="Noto Sans KR"/>
              </a:rPr>
              <a:t>Critical</a:t>
            </a:r>
            <a:r>
              <a:rPr sz="850" b="1" spc="25" dirty="0">
                <a:solidFill>
                  <a:srgbClr val="DB2525"/>
                </a:solidFill>
                <a:latin typeface="Noto Sans KR"/>
                <a:cs typeface="Noto Sans KR"/>
              </a:rPr>
              <a:t> </a:t>
            </a:r>
            <a:r>
              <a:rPr sz="850" b="1" dirty="0">
                <a:solidFill>
                  <a:srgbClr val="DB2525"/>
                </a:solidFill>
                <a:latin typeface="Noto Sans KR"/>
                <a:cs typeface="Noto Sans KR"/>
              </a:rPr>
              <a:t>Issue</a:t>
            </a:r>
            <a:r>
              <a:rPr sz="850" b="1" spc="30" dirty="0">
                <a:solidFill>
                  <a:srgbClr val="DB2525"/>
                </a:solidFill>
                <a:latin typeface="Noto Sans KR"/>
                <a:cs typeface="Noto Sans KR"/>
              </a:rPr>
              <a:t> </a:t>
            </a:r>
            <a:r>
              <a:rPr sz="850" b="1" dirty="0">
                <a:solidFill>
                  <a:srgbClr val="DB2525"/>
                </a:solidFill>
                <a:latin typeface="Noto Sans KR"/>
                <a:cs typeface="Noto Sans KR"/>
              </a:rPr>
              <a:t>Remediation</a:t>
            </a:r>
            <a:endParaRPr sz="850">
              <a:latin typeface="Noto Sans KR"/>
              <a:cs typeface="Noto Sans KR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071621" y="3395602"/>
            <a:ext cx="2378710" cy="265430"/>
            <a:chOff x="1071621" y="3395602"/>
            <a:chExt cx="2378710" cy="265430"/>
          </a:xfrm>
        </p:grpSpPr>
        <p:sp>
          <p:nvSpPr>
            <p:cNvPr id="25" name="object 25"/>
            <p:cNvSpPr/>
            <p:nvPr/>
          </p:nvSpPr>
          <p:spPr>
            <a:xfrm>
              <a:off x="1071621" y="3652956"/>
              <a:ext cx="2378710" cy="8255"/>
            </a:xfrm>
            <a:custGeom>
              <a:avLst/>
              <a:gdLst/>
              <a:ahLst/>
              <a:cxnLst/>
              <a:rect l="l" t="t" r="r" b="b"/>
              <a:pathLst>
                <a:path w="2378710" h="8254">
                  <a:moveTo>
                    <a:pt x="2378571" y="7798"/>
                  </a:moveTo>
                  <a:lnTo>
                    <a:pt x="0" y="7798"/>
                  </a:lnTo>
                  <a:lnTo>
                    <a:pt x="0" y="0"/>
                  </a:lnTo>
                  <a:lnTo>
                    <a:pt x="2378571" y="0"/>
                  </a:lnTo>
                  <a:lnTo>
                    <a:pt x="2378571" y="7798"/>
                  </a:lnTo>
                  <a:close/>
                </a:path>
              </a:pathLst>
            </a:custGeom>
            <a:solidFill>
              <a:srgbClr val="F2F4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334994" y="3395602"/>
              <a:ext cx="296545" cy="156210"/>
            </a:xfrm>
            <a:custGeom>
              <a:avLst/>
              <a:gdLst/>
              <a:ahLst/>
              <a:cxnLst/>
              <a:rect l="l" t="t" r="r" b="b"/>
              <a:pathLst>
                <a:path w="296544" h="156210">
                  <a:moveTo>
                    <a:pt x="269288" y="155971"/>
                  </a:moveTo>
                  <a:lnTo>
                    <a:pt x="27057" y="155971"/>
                  </a:lnTo>
                  <a:lnTo>
                    <a:pt x="23078" y="155179"/>
                  </a:lnTo>
                  <a:lnTo>
                    <a:pt x="0" y="128913"/>
                  </a:lnTo>
                  <a:lnTo>
                    <a:pt x="0" y="124777"/>
                  </a:lnTo>
                  <a:lnTo>
                    <a:pt x="0" y="27057"/>
                  </a:lnTo>
                  <a:lnTo>
                    <a:pt x="27057" y="0"/>
                  </a:lnTo>
                  <a:lnTo>
                    <a:pt x="269288" y="0"/>
                  </a:lnTo>
                  <a:lnTo>
                    <a:pt x="296346" y="27057"/>
                  </a:lnTo>
                  <a:lnTo>
                    <a:pt x="296346" y="128913"/>
                  </a:lnTo>
                  <a:lnTo>
                    <a:pt x="273267" y="155179"/>
                  </a:lnTo>
                  <a:lnTo>
                    <a:pt x="269288" y="155971"/>
                  </a:lnTo>
                  <a:close/>
                </a:path>
              </a:pathLst>
            </a:custGeom>
            <a:solidFill>
              <a:srgbClr val="FE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058921" y="3414097"/>
            <a:ext cx="21209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70" dirty="0">
                <a:solidFill>
                  <a:srgbClr val="6A7280"/>
                </a:solidFill>
                <a:latin typeface="맑은 고딕"/>
                <a:cs typeface="맑은 고딕"/>
              </a:rPr>
              <a:t>대상</a:t>
            </a:r>
            <a:endParaRPr sz="800">
              <a:latin typeface="맑은 고딕"/>
              <a:cs typeface="맑은 고딕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448851" y="3395661"/>
            <a:ext cx="1160145" cy="1600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spc="-30" dirty="0">
                <a:solidFill>
                  <a:srgbClr val="1F2937"/>
                </a:solidFill>
                <a:latin typeface="Arial Unicode MS"/>
                <a:cs typeface="Arial Unicode MS"/>
              </a:rPr>
              <a:t>운항계획</a:t>
            </a:r>
            <a:r>
              <a:rPr sz="850" b="0" spc="-30" dirty="0">
                <a:solidFill>
                  <a:srgbClr val="1F2937"/>
                </a:solidFill>
                <a:latin typeface="Noto Sans KR Medium"/>
                <a:cs typeface="Noto Sans KR Medium"/>
              </a:rPr>
              <a:t>(FP)</a:t>
            </a:r>
            <a:r>
              <a:rPr sz="850" b="0" spc="25" dirty="0">
                <a:solidFill>
                  <a:srgbClr val="1F2937"/>
                </a:solidFill>
                <a:latin typeface="Noto Sans KR Medium"/>
                <a:cs typeface="Noto Sans KR Medium"/>
              </a:rPr>
              <a:t> </a:t>
            </a:r>
            <a:r>
              <a:rPr sz="850" spc="-60" dirty="0">
                <a:solidFill>
                  <a:srgbClr val="1F2937"/>
                </a:solidFill>
                <a:latin typeface="Arial Unicode MS"/>
                <a:cs typeface="Arial Unicode MS"/>
              </a:rPr>
              <a:t>모듈</a:t>
            </a:r>
            <a:r>
              <a:rPr sz="850" spc="40" dirty="0">
                <a:solidFill>
                  <a:srgbClr val="1F2937"/>
                </a:solidFill>
                <a:latin typeface="Arial Unicode MS"/>
                <a:cs typeface="Arial Unicode MS"/>
              </a:rPr>
              <a:t> </a:t>
            </a:r>
            <a:r>
              <a:rPr sz="850" b="1" spc="-15" dirty="0">
                <a:solidFill>
                  <a:srgbClr val="B91B1B"/>
                </a:solidFill>
                <a:latin typeface="Trebuchet MS"/>
                <a:cs typeface="Trebuchet MS"/>
              </a:rPr>
              <a:t>52</a:t>
            </a:r>
            <a:r>
              <a:rPr sz="850" b="1" spc="-15" dirty="0">
                <a:solidFill>
                  <a:srgbClr val="B91B1B"/>
                </a:solidFill>
                <a:latin typeface="맑은 고딕"/>
                <a:cs typeface="맑은 고딕"/>
              </a:rPr>
              <a:t>건</a:t>
            </a:r>
            <a:endParaRPr sz="850">
              <a:latin typeface="맑은 고딕"/>
              <a:cs typeface="맑은 고딕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058921" y="3772832"/>
            <a:ext cx="21209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70" dirty="0">
                <a:solidFill>
                  <a:srgbClr val="6A7280"/>
                </a:solidFill>
                <a:latin typeface="맑은 고딕"/>
                <a:cs typeface="맑은 고딕"/>
              </a:rPr>
              <a:t>조치</a:t>
            </a:r>
            <a:endParaRPr sz="800">
              <a:latin typeface="맑은 고딕"/>
              <a:cs typeface="맑은 고딕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1461551" y="4144267"/>
            <a:ext cx="1661160" cy="374650"/>
            <a:chOff x="1461551" y="4144267"/>
            <a:chExt cx="1661160" cy="374650"/>
          </a:xfrm>
        </p:grpSpPr>
        <p:sp>
          <p:nvSpPr>
            <p:cNvPr id="31" name="object 31"/>
            <p:cNvSpPr/>
            <p:nvPr/>
          </p:nvSpPr>
          <p:spPr>
            <a:xfrm>
              <a:off x="1461551" y="4144267"/>
              <a:ext cx="1661160" cy="374650"/>
            </a:xfrm>
            <a:custGeom>
              <a:avLst/>
              <a:gdLst/>
              <a:ahLst/>
              <a:cxnLst/>
              <a:rect l="l" t="t" r="r" b="b"/>
              <a:pathLst>
                <a:path w="1661160" h="374650">
                  <a:moveTo>
                    <a:pt x="1634042" y="374332"/>
                  </a:moveTo>
                  <a:lnTo>
                    <a:pt x="27057" y="374332"/>
                  </a:lnTo>
                  <a:lnTo>
                    <a:pt x="23078" y="373540"/>
                  </a:lnTo>
                  <a:lnTo>
                    <a:pt x="0" y="347274"/>
                  </a:lnTo>
                  <a:lnTo>
                    <a:pt x="0" y="343138"/>
                  </a:lnTo>
                  <a:lnTo>
                    <a:pt x="0" y="27057"/>
                  </a:lnTo>
                  <a:lnTo>
                    <a:pt x="27057" y="0"/>
                  </a:lnTo>
                  <a:lnTo>
                    <a:pt x="1634042" y="0"/>
                  </a:lnTo>
                  <a:lnTo>
                    <a:pt x="1661100" y="27057"/>
                  </a:lnTo>
                  <a:lnTo>
                    <a:pt x="1661100" y="347274"/>
                  </a:lnTo>
                  <a:lnTo>
                    <a:pt x="1638021" y="373540"/>
                  </a:lnTo>
                  <a:lnTo>
                    <a:pt x="1634042" y="374332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23940" y="4244538"/>
              <a:ext cx="82549" cy="60324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1448851" y="3721373"/>
            <a:ext cx="1494155" cy="3562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5080">
              <a:lnSpc>
                <a:spcPct val="126400"/>
              </a:lnSpc>
              <a:spcBef>
                <a:spcPts val="120"/>
              </a:spcBef>
            </a:pPr>
            <a:r>
              <a:rPr sz="850" spc="-60" dirty="0">
                <a:solidFill>
                  <a:srgbClr val="1F2937"/>
                </a:solidFill>
                <a:latin typeface="Arial Unicode MS"/>
                <a:cs typeface="Arial Unicode MS"/>
              </a:rPr>
              <a:t>담당 </a:t>
            </a:r>
            <a:r>
              <a:rPr sz="850" b="0" dirty="0">
                <a:solidFill>
                  <a:srgbClr val="1F2937"/>
                </a:solidFill>
                <a:latin typeface="Noto Sans KR Medium"/>
                <a:cs typeface="Noto Sans KR Medium"/>
              </a:rPr>
              <a:t>PL(</a:t>
            </a:r>
            <a:r>
              <a:rPr sz="850" spc="-60" dirty="0">
                <a:solidFill>
                  <a:srgbClr val="1F2937"/>
                </a:solidFill>
                <a:latin typeface="Arial Unicode MS"/>
                <a:cs typeface="Arial Unicode MS"/>
              </a:rPr>
              <a:t>장경진</a:t>
            </a:r>
            <a:r>
              <a:rPr sz="850" b="0" dirty="0">
                <a:solidFill>
                  <a:srgbClr val="1F2937"/>
                </a:solidFill>
                <a:latin typeface="Noto Sans KR Medium"/>
                <a:cs typeface="Noto Sans KR Medium"/>
              </a:rPr>
              <a:t>)</a:t>
            </a:r>
            <a:r>
              <a:rPr sz="850" b="0" spc="45" dirty="0">
                <a:solidFill>
                  <a:srgbClr val="1F2937"/>
                </a:solidFill>
                <a:latin typeface="Noto Sans KR Medium"/>
                <a:cs typeface="Noto Sans KR Medium"/>
              </a:rPr>
              <a:t> </a:t>
            </a:r>
            <a:r>
              <a:rPr sz="850" spc="-60" dirty="0">
                <a:solidFill>
                  <a:srgbClr val="1F2937"/>
                </a:solidFill>
                <a:latin typeface="Arial Unicode MS"/>
                <a:cs typeface="Arial Unicode MS"/>
              </a:rPr>
              <a:t>주관으로</a:t>
            </a:r>
            <a:r>
              <a:rPr sz="850" dirty="0">
                <a:solidFill>
                  <a:srgbClr val="1F2937"/>
                </a:solidFill>
                <a:latin typeface="Arial Unicode MS"/>
                <a:cs typeface="Arial Unicode MS"/>
              </a:rPr>
              <a:t> </a:t>
            </a:r>
            <a:r>
              <a:rPr sz="850" b="0" spc="5" dirty="0">
                <a:solidFill>
                  <a:srgbClr val="1F2937"/>
                </a:solidFill>
                <a:latin typeface="Noto Sans KR Medium"/>
                <a:cs typeface="Noto Sans KR Medium"/>
              </a:rPr>
              <a:t>3</a:t>
            </a:r>
            <a:r>
              <a:rPr sz="850" spc="-40" dirty="0">
                <a:solidFill>
                  <a:srgbClr val="1F2937"/>
                </a:solidFill>
                <a:latin typeface="Arial Unicode MS"/>
                <a:cs typeface="Arial Unicode MS"/>
              </a:rPr>
              <a:t>일간  </a:t>
            </a:r>
            <a:r>
              <a:rPr sz="850" b="1" dirty="0">
                <a:solidFill>
                  <a:srgbClr val="1F2937"/>
                </a:solidFill>
                <a:latin typeface="Noto Sans KR"/>
                <a:cs typeface="Noto Sans KR"/>
              </a:rPr>
              <a:t>'</a:t>
            </a:r>
            <a:r>
              <a:rPr sz="850" b="1" spc="-60" dirty="0">
                <a:solidFill>
                  <a:srgbClr val="1F2937"/>
                </a:solidFill>
                <a:latin typeface="맑은 고딕"/>
                <a:cs typeface="맑은 고딕"/>
              </a:rPr>
              <a:t>기능 검증 집중 기간</a:t>
            </a:r>
            <a:r>
              <a:rPr sz="850" b="1" dirty="0">
                <a:solidFill>
                  <a:srgbClr val="1F2937"/>
                </a:solidFill>
                <a:latin typeface="Noto Sans KR"/>
                <a:cs typeface="Noto Sans KR"/>
              </a:rPr>
              <a:t>'</a:t>
            </a:r>
            <a:r>
              <a:rPr sz="850" b="1" spc="45" dirty="0">
                <a:solidFill>
                  <a:srgbClr val="1F2937"/>
                </a:solidFill>
                <a:latin typeface="Noto Sans KR"/>
                <a:cs typeface="Noto Sans KR"/>
              </a:rPr>
              <a:t> </a:t>
            </a:r>
            <a:r>
              <a:rPr sz="850" spc="-60" dirty="0">
                <a:solidFill>
                  <a:srgbClr val="1F2937"/>
                </a:solidFill>
                <a:latin typeface="Arial Unicode MS"/>
                <a:cs typeface="Arial Unicode MS"/>
              </a:rPr>
              <a:t>선포</a:t>
            </a:r>
            <a:endParaRPr sz="850">
              <a:latin typeface="Arial Unicode MS"/>
              <a:cs typeface="Arial Unicode M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511240" y="4189577"/>
            <a:ext cx="1560195" cy="274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39065">
              <a:lnSpc>
                <a:spcPct val="109200"/>
              </a:lnSpc>
              <a:spcBef>
                <a:spcPts val="100"/>
              </a:spcBef>
            </a:pPr>
            <a:r>
              <a:rPr sz="700" spc="-25" dirty="0">
                <a:solidFill>
                  <a:srgbClr val="6A7280"/>
                </a:solidFill>
                <a:latin typeface="Arial Unicode MS"/>
                <a:cs typeface="Arial Unicode MS"/>
              </a:rPr>
              <a:t>산식</a:t>
            </a:r>
            <a:r>
              <a:rPr sz="700" dirty="0">
                <a:solidFill>
                  <a:srgbClr val="6A7280"/>
                </a:solidFill>
                <a:latin typeface="Arial Unicode MS"/>
                <a:cs typeface="Arial Unicode MS"/>
              </a:rPr>
              <a:t> </a:t>
            </a:r>
            <a:r>
              <a:rPr sz="700" spc="-25" dirty="0">
                <a:solidFill>
                  <a:srgbClr val="6A7280"/>
                </a:solidFill>
                <a:latin typeface="Arial Unicode MS"/>
                <a:cs typeface="Arial Unicode MS"/>
              </a:rPr>
              <a:t>관련</a:t>
            </a:r>
            <a:r>
              <a:rPr sz="700" spc="5" dirty="0">
                <a:solidFill>
                  <a:srgbClr val="6A7280"/>
                </a:solidFill>
                <a:latin typeface="Arial Unicode MS"/>
                <a:cs typeface="Arial Unicode MS"/>
              </a:rPr>
              <a:t> </a:t>
            </a:r>
            <a:r>
              <a:rPr sz="750" spc="-10" dirty="0">
                <a:solidFill>
                  <a:srgbClr val="6A7280"/>
                </a:solidFill>
                <a:latin typeface="Noto Sans KR"/>
                <a:cs typeface="Noto Sans KR"/>
              </a:rPr>
              <a:t>[S]</a:t>
            </a:r>
            <a:r>
              <a:rPr sz="750" spc="25" dirty="0">
                <a:solidFill>
                  <a:srgbClr val="6A7280"/>
                </a:solidFill>
                <a:latin typeface="Noto Sans KR"/>
                <a:cs typeface="Noto Sans KR"/>
              </a:rPr>
              <a:t> </a:t>
            </a:r>
            <a:r>
              <a:rPr sz="700" spc="-25" dirty="0">
                <a:solidFill>
                  <a:srgbClr val="6A7280"/>
                </a:solidFill>
                <a:latin typeface="Arial Unicode MS"/>
                <a:cs typeface="Arial Unicode MS"/>
              </a:rPr>
              <a:t>유형은</a:t>
            </a:r>
            <a:r>
              <a:rPr sz="700" spc="5" dirty="0">
                <a:solidFill>
                  <a:srgbClr val="6A7280"/>
                </a:solidFill>
                <a:latin typeface="Arial Unicode MS"/>
                <a:cs typeface="Arial Unicode MS"/>
              </a:rPr>
              <a:t> </a:t>
            </a:r>
            <a:r>
              <a:rPr sz="700" spc="-25" dirty="0">
                <a:solidFill>
                  <a:srgbClr val="6A7280"/>
                </a:solidFill>
                <a:latin typeface="Arial Unicode MS"/>
                <a:cs typeface="Arial Unicode MS"/>
              </a:rPr>
              <a:t>개발</a:t>
            </a:r>
            <a:r>
              <a:rPr sz="700" dirty="0">
                <a:solidFill>
                  <a:srgbClr val="6A7280"/>
                </a:solidFill>
                <a:latin typeface="Arial Unicode MS"/>
                <a:cs typeface="Arial Unicode MS"/>
              </a:rPr>
              <a:t> </a:t>
            </a:r>
            <a:r>
              <a:rPr sz="700" spc="-25" dirty="0">
                <a:solidFill>
                  <a:srgbClr val="6A7280"/>
                </a:solidFill>
                <a:latin typeface="Arial Unicode MS"/>
                <a:cs typeface="Arial Unicode MS"/>
              </a:rPr>
              <a:t>완료</a:t>
            </a:r>
            <a:r>
              <a:rPr sz="700" spc="5" dirty="0">
                <a:solidFill>
                  <a:srgbClr val="6A7280"/>
                </a:solidFill>
                <a:latin typeface="Arial Unicode MS"/>
                <a:cs typeface="Arial Unicode MS"/>
              </a:rPr>
              <a:t> </a:t>
            </a:r>
            <a:r>
              <a:rPr sz="700" spc="-25" dirty="0">
                <a:solidFill>
                  <a:srgbClr val="6A7280"/>
                </a:solidFill>
                <a:latin typeface="Arial Unicode MS"/>
                <a:cs typeface="Arial Unicode MS"/>
              </a:rPr>
              <a:t>즉시 </a:t>
            </a:r>
            <a:r>
              <a:rPr sz="700" spc="-180" dirty="0">
                <a:solidFill>
                  <a:srgbClr val="6A7280"/>
                </a:solidFill>
                <a:latin typeface="Arial Unicode MS"/>
                <a:cs typeface="Arial Unicode MS"/>
              </a:rPr>
              <a:t> </a:t>
            </a:r>
            <a:r>
              <a:rPr sz="700" spc="-25" dirty="0">
                <a:solidFill>
                  <a:srgbClr val="6A7280"/>
                </a:solidFill>
                <a:latin typeface="Arial Unicode MS"/>
                <a:cs typeface="Arial Unicode MS"/>
              </a:rPr>
              <a:t>현장</a:t>
            </a:r>
            <a:r>
              <a:rPr sz="700" spc="5" dirty="0">
                <a:solidFill>
                  <a:srgbClr val="6A7280"/>
                </a:solidFill>
                <a:latin typeface="Arial Unicode MS"/>
                <a:cs typeface="Arial Unicode MS"/>
              </a:rPr>
              <a:t> </a:t>
            </a:r>
            <a:r>
              <a:rPr sz="700" spc="-15" dirty="0">
                <a:solidFill>
                  <a:srgbClr val="6A7280"/>
                </a:solidFill>
                <a:latin typeface="Arial Unicode MS"/>
                <a:cs typeface="Arial Unicode MS"/>
              </a:rPr>
              <a:t>재검토</a:t>
            </a:r>
            <a:r>
              <a:rPr sz="750" spc="-15" dirty="0">
                <a:solidFill>
                  <a:srgbClr val="6A7280"/>
                </a:solidFill>
                <a:latin typeface="Noto Sans KR"/>
                <a:cs typeface="Noto Sans KR"/>
              </a:rPr>
              <a:t>(On-site</a:t>
            </a:r>
            <a:r>
              <a:rPr sz="750" spc="30" dirty="0">
                <a:solidFill>
                  <a:srgbClr val="6A7280"/>
                </a:solidFill>
                <a:latin typeface="Noto Sans KR"/>
                <a:cs typeface="Noto Sans KR"/>
              </a:rPr>
              <a:t> </a:t>
            </a:r>
            <a:r>
              <a:rPr sz="750" spc="-10" dirty="0">
                <a:solidFill>
                  <a:srgbClr val="6A7280"/>
                </a:solidFill>
                <a:latin typeface="Noto Sans KR"/>
                <a:cs typeface="Noto Sans KR"/>
              </a:rPr>
              <a:t>Verification)</a:t>
            </a:r>
            <a:endParaRPr sz="750">
              <a:latin typeface="Noto Sans KR"/>
              <a:cs typeface="Noto Sans KR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3870960" y="1591056"/>
            <a:ext cx="2966085" cy="3350260"/>
            <a:chOff x="3870960" y="1591056"/>
            <a:chExt cx="2966085" cy="3350260"/>
          </a:xfrm>
        </p:grpSpPr>
        <p:sp>
          <p:nvSpPr>
            <p:cNvPr id="36" name="object 36"/>
            <p:cNvSpPr/>
            <p:nvPr/>
          </p:nvSpPr>
          <p:spPr>
            <a:xfrm>
              <a:off x="3889248" y="1594104"/>
              <a:ext cx="2929255" cy="3313429"/>
            </a:xfrm>
            <a:custGeom>
              <a:avLst/>
              <a:gdLst/>
              <a:ahLst/>
              <a:cxnLst/>
              <a:rect l="l" t="t" r="r" b="b"/>
              <a:pathLst>
                <a:path w="2929254" h="3313429">
                  <a:moveTo>
                    <a:pt x="2929128" y="3313176"/>
                  </a:moveTo>
                  <a:lnTo>
                    <a:pt x="0" y="3313176"/>
                  </a:lnTo>
                  <a:lnTo>
                    <a:pt x="0" y="0"/>
                  </a:lnTo>
                  <a:lnTo>
                    <a:pt x="2929128" y="0"/>
                  </a:lnTo>
                  <a:lnTo>
                    <a:pt x="2929128" y="31218"/>
                  </a:lnTo>
                  <a:lnTo>
                    <a:pt x="130242" y="31218"/>
                  </a:lnTo>
                  <a:lnTo>
                    <a:pt x="121791" y="31626"/>
                  </a:lnTo>
                  <a:lnTo>
                    <a:pt x="82573" y="45662"/>
                  </a:lnTo>
                  <a:lnTo>
                    <a:pt x="54598" y="76523"/>
                  </a:lnTo>
                  <a:lnTo>
                    <a:pt x="44457" y="117003"/>
                  </a:lnTo>
                  <a:lnTo>
                    <a:pt x="44457" y="3166253"/>
                  </a:lnTo>
                  <a:lnTo>
                    <a:pt x="54598" y="3206732"/>
                  </a:lnTo>
                  <a:lnTo>
                    <a:pt x="82573" y="3237593"/>
                  </a:lnTo>
                  <a:lnTo>
                    <a:pt x="121791" y="3251629"/>
                  </a:lnTo>
                  <a:lnTo>
                    <a:pt x="130242" y="3252037"/>
                  </a:lnTo>
                  <a:lnTo>
                    <a:pt x="2929128" y="3252037"/>
                  </a:lnTo>
                  <a:lnTo>
                    <a:pt x="2929128" y="3313176"/>
                  </a:lnTo>
                  <a:close/>
                </a:path>
                <a:path w="2929254" h="3313429">
                  <a:moveTo>
                    <a:pt x="2929128" y="3252037"/>
                  </a:moveTo>
                  <a:lnTo>
                    <a:pt x="2797361" y="3252037"/>
                  </a:lnTo>
                  <a:lnTo>
                    <a:pt x="2805811" y="3251629"/>
                  </a:lnTo>
                  <a:lnTo>
                    <a:pt x="2814099" y="3250404"/>
                  </a:lnTo>
                  <a:lnTo>
                    <a:pt x="2851755" y="3232598"/>
                  </a:lnTo>
                  <a:lnTo>
                    <a:pt x="2876615" y="3199080"/>
                  </a:lnTo>
                  <a:lnTo>
                    <a:pt x="2883145" y="3166253"/>
                  </a:lnTo>
                  <a:lnTo>
                    <a:pt x="2883145" y="117003"/>
                  </a:lnTo>
                  <a:lnTo>
                    <a:pt x="2873003" y="76523"/>
                  </a:lnTo>
                  <a:lnTo>
                    <a:pt x="2845028" y="45662"/>
                  </a:lnTo>
                  <a:lnTo>
                    <a:pt x="2805811" y="31626"/>
                  </a:lnTo>
                  <a:lnTo>
                    <a:pt x="2797361" y="31218"/>
                  </a:lnTo>
                  <a:lnTo>
                    <a:pt x="2929128" y="31218"/>
                  </a:lnTo>
                  <a:lnTo>
                    <a:pt x="2929128" y="3252037"/>
                  </a:lnTo>
                  <a:close/>
                </a:path>
              </a:pathLst>
            </a:custGeom>
            <a:solidFill>
              <a:srgbClr val="000000">
                <a:alpha val="58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870960" y="1591056"/>
              <a:ext cx="2966085" cy="3350260"/>
            </a:xfrm>
            <a:custGeom>
              <a:avLst/>
              <a:gdLst/>
              <a:ahLst/>
              <a:cxnLst/>
              <a:rect l="l" t="t" r="r" b="b"/>
              <a:pathLst>
                <a:path w="2966084" h="3350260">
                  <a:moveTo>
                    <a:pt x="2965704" y="3349752"/>
                  </a:moveTo>
                  <a:lnTo>
                    <a:pt x="0" y="3349752"/>
                  </a:lnTo>
                  <a:lnTo>
                    <a:pt x="0" y="0"/>
                  </a:lnTo>
                  <a:lnTo>
                    <a:pt x="2965704" y="0"/>
                  </a:lnTo>
                  <a:lnTo>
                    <a:pt x="2965704" y="34266"/>
                  </a:lnTo>
                  <a:lnTo>
                    <a:pt x="148530" y="34266"/>
                  </a:lnTo>
                  <a:lnTo>
                    <a:pt x="140079" y="34674"/>
                  </a:lnTo>
                  <a:lnTo>
                    <a:pt x="100861" y="48710"/>
                  </a:lnTo>
                  <a:lnTo>
                    <a:pt x="72886" y="79571"/>
                  </a:lnTo>
                  <a:lnTo>
                    <a:pt x="62745" y="120051"/>
                  </a:lnTo>
                  <a:lnTo>
                    <a:pt x="62745" y="3169301"/>
                  </a:lnTo>
                  <a:lnTo>
                    <a:pt x="72886" y="3209780"/>
                  </a:lnTo>
                  <a:lnTo>
                    <a:pt x="100861" y="3240641"/>
                  </a:lnTo>
                  <a:lnTo>
                    <a:pt x="140079" y="3254677"/>
                  </a:lnTo>
                  <a:lnTo>
                    <a:pt x="148530" y="3255085"/>
                  </a:lnTo>
                  <a:lnTo>
                    <a:pt x="2965704" y="3255085"/>
                  </a:lnTo>
                  <a:lnTo>
                    <a:pt x="2965704" y="3349752"/>
                  </a:lnTo>
                  <a:close/>
                </a:path>
                <a:path w="2966084" h="3350260">
                  <a:moveTo>
                    <a:pt x="2965704" y="3255085"/>
                  </a:moveTo>
                  <a:lnTo>
                    <a:pt x="2815649" y="3255085"/>
                  </a:lnTo>
                  <a:lnTo>
                    <a:pt x="2824099" y="3254677"/>
                  </a:lnTo>
                  <a:lnTo>
                    <a:pt x="2832387" y="3253452"/>
                  </a:lnTo>
                  <a:lnTo>
                    <a:pt x="2870043" y="3235646"/>
                  </a:lnTo>
                  <a:lnTo>
                    <a:pt x="2894903" y="3202128"/>
                  </a:lnTo>
                  <a:lnTo>
                    <a:pt x="2901433" y="3169301"/>
                  </a:lnTo>
                  <a:lnTo>
                    <a:pt x="2901433" y="120051"/>
                  </a:lnTo>
                  <a:lnTo>
                    <a:pt x="2891291" y="79571"/>
                  </a:lnTo>
                  <a:lnTo>
                    <a:pt x="2863316" y="48710"/>
                  </a:lnTo>
                  <a:lnTo>
                    <a:pt x="2824099" y="34674"/>
                  </a:lnTo>
                  <a:lnTo>
                    <a:pt x="2815649" y="34266"/>
                  </a:lnTo>
                  <a:lnTo>
                    <a:pt x="2965704" y="34266"/>
                  </a:lnTo>
                  <a:lnTo>
                    <a:pt x="2965704" y="3255085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929806" y="1621422"/>
              <a:ext cx="2846705" cy="3228975"/>
            </a:xfrm>
            <a:custGeom>
              <a:avLst/>
              <a:gdLst/>
              <a:ahLst/>
              <a:cxnLst/>
              <a:rect l="l" t="t" r="r" b="b"/>
              <a:pathLst>
                <a:path w="2846704" h="3228975">
                  <a:moveTo>
                    <a:pt x="2762691" y="3228617"/>
                  </a:moveTo>
                  <a:lnTo>
                    <a:pt x="83795" y="3228617"/>
                  </a:lnTo>
                  <a:lnTo>
                    <a:pt x="77963" y="3228043"/>
                  </a:lnTo>
                  <a:lnTo>
                    <a:pt x="34961" y="3210230"/>
                  </a:lnTo>
                  <a:lnTo>
                    <a:pt x="9079" y="3178694"/>
                  </a:lnTo>
                  <a:lnTo>
                    <a:pt x="0" y="3144822"/>
                  </a:lnTo>
                  <a:lnTo>
                    <a:pt x="0" y="3138933"/>
                  </a:lnTo>
                  <a:lnTo>
                    <a:pt x="0" y="83795"/>
                  </a:lnTo>
                  <a:lnTo>
                    <a:pt x="11842" y="44754"/>
                  </a:lnTo>
                  <a:lnTo>
                    <a:pt x="44754" y="11842"/>
                  </a:lnTo>
                  <a:lnTo>
                    <a:pt x="83795" y="0"/>
                  </a:lnTo>
                  <a:lnTo>
                    <a:pt x="2762691" y="0"/>
                  </a:lnTo>
                  <a:lnTo>
                    <a:pt x="2801732" y="11842"/>
                  </a:lnTo>
                  <a:lnTo>
                    <a:pt x="2834643" y="44754"/>
                  </a:lnTo>
                  <a:lnTo>
                    <a:pt x="2846486" y="83795"/>
                  </a:lnTo>
                  <a:lnTo>
                    <a:pt x="2846486" y="3144822"/>
                  </a:lnTo>
                  <a:lnTo>
                    <a:pt x="2834643" y="3183862"/>
                  </a:lnTo>
                  <a:lnTo>
                    <a:pt x="2801731" y="3216774"/>
                  </a:lnTo>
                  <a:lnTo>
                    <a:pt x="2768523" y="3228043"/>
                  </a:lnTo>
                  <a:lnTo>
                    <a:pt x="2762691" y="322861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929806" y="1621422"/>
              <a:ext cx="2846705" cy="3228975"/>
            </a:xfrm>
            <a:custGeom>
              <a:avLst/>
              <a:gdLst/>
              <a:ahLst/>
              <a:cxnLst/>
              <a:rect l="l" t="t" r="r" b="b"/>
              <a:pathLst>
                <a:path w="2846704" h="3228975">
                  <a:moveTo>
                    <a:pt x="0" y="3138933"/>
                  </a:moveTo>
                  <a:lnTo>
                    <a:pt x="0" y="89683"/>
                  </a:lnTo>
                  <a:lnTo>
                    <a:pt x="0" y="83795"/>
                  </a:lnTo>
                  <a:lnTo>
                    <a:pt x="574" y="77962"/>
                  </a:lnTo>
                  <a:lnTo>
                    <a:pt x="1723" y="72187"/>
                  </a:lnTo>
                  <a:lnTo>
                    <a:pt x="2872" y="66411"/>
                  </a:lnTo>
                  <a:lnTo>
                    <a:pt x="4573" y="60803"/>
                  </a:lnTo>
                  <a:lnTo>
                    <a:pt x="6826" y="55363"/>
                  </a:lnTo>
                  <a:lnTo>
                    <a:pt x="9079" y="49922"/>
                  </a:lnTo>
                  <a:lnTo>
                    <a:pt x="11842" y="44754"/>
                  </a:lnTo>
                  <a:lnTo>
                    <a:pt x="15114" y="39858"/>
                  </a:lnTo>
                  <a:lnTo>
                    <a:pt x="18385" y="34961"/>
                  </a:lnTo>
                  <a:lnTo>
                    <a:pt x="22103" y="30431"/>
                  </a:lnTo>
                  <a:lnTo>
                    <a:pt x="26267" y="26267"/>
                  </a:lnTo>
                  <a:lnTo>
                    <a:pt x="30431" y="22103"/>
                  </a:lnTo>
                  <a:lnTo>
                    <a:pt x="34961" y="18386"/>
                  </a:lnTo>
                  <a:lnTo>
                    <a:pt x="39858" y="15114"/>
                  </a:lnTo>
                  <a:lnTo>
                    <a:pt x="44754" y="11842"/>
                  </a:lnTo>
                  <a:lnTo>
                    <a:pt x="49922" y="9080"/>
                  </a:lnTo>
                  <a:lnTo>
                    <a:pt x="55363" y="6826"/>
                  </a:lnTo>
                  <a:lnTo>
                    <a:pt x="60803" y="4573"/>
                  </a:lnTo>
                  <a:lnTo>
                    <a:pt x="66411" y="2872"/>
                  </a:lnTo>
                  <a:lnTo>
                    <a:pt x="72187" y="1723"/>
                  </a:lnTo>
                  <a:lnTo>
                    <a:pt x="77963" y="574"/>
                  </a:lnTo>
                  <a:lnTo>
                    <a:pt x="83795" y="0"/>
                  </a:lnTo>
                  <a:lnTo>
                    <a:pt x="89684" y="0"/>
                  </a:lnTo>
                  <a:lnTo>
                    <a:pt x="2756803" y="0"/>
                  </a:lnTo>
                  <a:lnTo>
                    <a:pt x="2762691" y="0"/>
                  </a:lnTo>
                  <a:lnTo>
                    <a:pt x="2768523" y="574"/>
                  </a:lnTo>
                  <a:lnTo>
                    <a:pt x="2806628" y="15114"/>
                  </a:lnTo>
                  <a:lnTo>
                    <a:pt x="2834643" y="44754"/>
                  </a:lnTo>
                  <a:lnTo>
                    <a:pt x="2844762" y="72187"/>
                  </a:lnTo>
                  <a:lnTo>
                    <a:pt x="2845911" y="77962"/>
                  </a:lnTo>
                  <a:lnTo>
                    <a:pt x="2846486" y="83795"/>
                  </a:lnTo>
                  <a:lnTo>
                    <a:pt x="2846486" y="89683"/>
                  </a:lnTo>
                  <a:lnTo>
                    <a:pt x="2846486" y="3138933"/>
                  </a:lnTo>
                  <a:lnTo>
                    <a:pt x="2846486" y="3144822"/>
                  </a:lnTo>
                  <a:lnTo>
                    <a:pt x="2845911" y="3150655"/>
                  </a:lnTo>
                  <a:lnTo>
                    <a:pt x="2844762" y="3156430"/>
                  </a:lnTo>
                  <a:lnTo>
                    <a:pt x="2843613" y="3162205"/>
                  </a:lnTo>
                  <a:lnTo>
                    <a:pt x="2824382" y="3198185"/>
                  </a:lnTo>
                  <a:lnTo>
                    <a:pt x="2806628" y="3213502"/>
                  </a:lnTo>
                  <a:lnTo>
                    <a:pt x="2801731" y="3216774"/>
                  </a:lnTo>
                  <a:lnTo>
                    <a:pt x="2796563" y="3219537"/>
                  </a:lnTo>
                  <a:lnTo>
                    <a:pt x="2791123" y="3221790"/>
                  </a:lnTo>
                  <a:lnTo>
                    <a:pt x="2785683" y="3224043"/>
                  </a:lnTo>
                  <a:lnTo>
                    <a:pt x="2780075" y="3225745"/>
                  </a:lnTo>
                  <a:lnTo>
                    <a:pt x="2774299" y="3226894"/>
                  </a:lnTo>
                  <a:lnTo>
                    <a:pt x="2768523" y="3228043"/>
                  </a:lnTo>
                  <a:lnTo>
                    <a:pt x="2762691" y="3228617"/>
                  </a:lnTo>
                  <a:lnTo>
                    <a:pt x="2756803" y="3228617"/>
                  </a:lnTo>
                  <a:lnTo>
                    <a:pt x="89684" y="3228617"/>
                  </a:lnTo>
                  <a:lnTo>
                    <a:pt x="83795" y="3228617"/>
                  </a:lnTo>
                  <a:lnTo>
                    <a:pt x="77963" y="3228043"/>
                  </a:lnTo>
                  <a:lnTo>
                    <a:pt x="72187" y="3226894"/>
                  </a:lnTo>
                  <a:lnTo>
                    <a:pt x="66411" y="3225745"/>
                  </a:lnTo>
                  <a:lnTo>
                    <a:pt x="60803" y="3224043"/>
                  </a:lnTo>
                  <a:lnTo>
                    <a:pt x="55363" y="3221790"/>
                  </a:lnTo>
                  <a:lnTo>
                    <a:pt x="49922" y="3219537"/>
                  </a:lnTo>
                  <a:lnTo>
                    <a:pt x="44754" y="3216774"/>
                  </a:lnTo>
                  <a:lnTo>
                    <a:pt x="39858" y="3213502"/>
                  </a:lnTo>
                  <a:lnTo>
                    <a:pt x="34961" y="3210230"/>
                  </a:lnTo>
                  <a:lnTo>
                    <a:pt x="15114" y="3188758"/>
                  </a:lnTo>
                  <a:lnTo>
                    <a:pt x="11842" y="3183862"/>
                  </a:lnTo>
                  <a:lnTo>
                    <a:pt x="9079" y="3178694"/>
                  </a:lnTo>
                  <a:lnTo>
                    <a:pt x="6826" y="3173254"/>
                  </a:lnTo>
                  <a:lnTo>
                    <a:pt x="4573" y="3167813"/>
                  </a:lnTo>
                  <a:lnTo>
                    <a:pt x="2872" y="3162205"/>
                  </a:lnTo>
                  <a:lnTo>
                    <a:pt x="1723" y="3156430"/>
                  </a:lnTo>
                  <a:lnTo>
                    <a:pt x="574" y="3150655"/>
                  </a:lnTo>
                  <a:lnTo>
                    <a:pt x="0" y="3144822"/>
                  </a:lnTo>
                  <a:lnTo>
                    <a:pt x="0" y="3138933"/>
                  </a:lnTo>
                  <a:close/>
                </a:path>
              </a:pathLst>
            </a:custGeom>
            <a:ln w="7798">
              <a:solidFill>
                <a:srgbClr val="E4E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943144" y="1625322"/>
              <a:ext cx="2820035" cy="46990"/>
            </a:xfrm>
            <a:custGeom>
              <a:avLst/>
              <a:gdLst/>
              <a:ahLst/>
              <a:cxnLst/>
              <a:rect l="l" t="t" r="r" b="b"/>
              <a:pathLst>
                <a:path w="2820034" h="46989">
                  <a:moveTo>
                    <a:pt x="2819808" y="46791"/>
                  </a:moveTo>
                  <a:lnTo>
                    <a:pt x="0" y="46791"/>
                  </a:lnTo>
                  <a:lnTo>
                    <a:pt x="701" y="45304"/>
                  </a:lnTo>
                  <a:lnTo>
                    <a:pt x="28676" y="14443"/>
                  </a:lnTo>
                  <a:lnTo>
                    <a:pt x="67894" y="408"/>
                  </a:lnTo>
                  <a:lnTo>
                    <a:pt x="76345" y="0"/>
                  </a:lnTo>
                  <a:lnTo>
                    <a:pt x="2743464" y="0"/>
                  </a:lnTo>
                  <a:lnTo>
                    <a:pt x="2783943" y="10140"/>
                  </a:lnTo>
                  <a:lnTo>
                    <a:pt x="2814803" y="38116"/>
                  </a:lnTo>
                  <a:lnTo>
                    <a:pt x="2819808" y="46791"/>
                  </a:lnTo>
                  <a:close/>
                </a:path>
              </a:pathLst>
            </a:custGeom>
            <a:solidFill>
              <a:srgbClr val="7C3A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102608" y="1874520"/>
              <a:ext cx="628015" cy="624840"/>
            </a:xfrm>
            <a:custGeom>
              <a:avLst/>
              <a:gdLst/>
              <a:ahLst/>
              <a:cxnLst/>
              <a:rect l="l" t="t" r="r" b="b"/>
              <a:pathLst>
                <a:path w="628014" h="624839">
                  <a:moveTo>
                    <a:pt x="627888" y="624840"/>
                  </a:moveTo>
                  <a:lnTo>
                    <a:pt x="0" y="624840"/>
                  </a:lnTo>
                  <a:lnTo>
                    <a:pt x="0" y="0"/>
                  </a:lnTo>
                  <a:lnTo>
                    <a:pt x="627888" y="0"/>
                  </a:lnTo>
                  <a:lnTo>
                    <a:pt x="627888" y="39350"/>
                  </a:lnTo>
                  <a:lnTo>
                    <a:pt x="189832" y="39350"/>
                  </a:lnTo>
                  <a:lnTo>
                    <a:pt x="178309" y="39906"/>
                  </a:lnTo>
                  <a:lnTo>
                    <a:pt x="134633" y="53178"/>
                  </a:lnTo>
                  <a:lnTo>
                    <a:pt x="99361" y="82154"/>
                  </a:lnTo>
                  <a:lnTo>
                    <a:pt x="77862" y="122422"/>
                  </a:lnTo>
                  <a:lnTo>
                    <a:pt x="72854" y="156329"/>
                  </a:lnTo>
                  <a:lnTo>
                    <a:pt x="72854" y="405884"/>
                  </a:lnTo>
                  <a:lnTo>
                    <a:pt x="81758" y="450650"/>
                  </a:lnTo>
                  <a:lnTo>
                    <a:pt x="107116" y="488600"/>
                  </a:lnTo>
                  <a:lnTo>
                    <a:pt x="145066" y="513958"/>
                  </a:lnTo>
                  <a:lnTo>
                    <a:pt x="189832" y="522863"/>
                  </a:lnTo>
                  <a:lnTo>
                    <a:pt x="627888" y="522863"/>
                  </a:lnTo>
                  <a:lnTo>
                    <a:pt x="627888" y="624840"/>
                  </a:lnTo>
                  <a:close/>
                </a:path>
                <a:path w="628014" h="624839">
                  <a:moveTo>
                    <a:pt x="627888" y="522863"/>
                  </a:moveTo>
                  <a:lnTo>
                    <a:pt x="439387" y="522863"/>
                  </a:lnTo>
                  <a:lnTo>
                    <a:pt x="450910" y="522306"/>
                  </a:lnTo>
                  <a:lnTo>
                    <a:pt x="462212" y="520636"/>
                  </a:lnTo>
                  <a:lnTo>
                    <a:pt x="504389" y="503166"/>
                  </a:lnTo>
                  <a:lnTo>
                    <a:pt x="536669" y="470886"/>
                  </a:lnTo>
                  <a:lnTo>
                    <a:pt x="554140" y="428709"/>
                  </a:lnTo>
                  <a:lnTo>
                    <a:pt x="556366" y="405884"/>
                  </a:lnTo>
                  <a:lnTo>
                    <a:pt x="556366" y="156329"/>
                  </a:lnTo>
                  <a:lnTo>
                    <a:pt x="547461" y="111563"/>
                  </a:lnTo>
                  <a:lnTo>
                    <a:pt x="522104" y="73612"/>
                  </a:lnTo>
                  <a:lnTo>
                    <a:pt x="484152" y="48254"/>
                  </a:lnTo>
                  <a:lnTo>
                    <a:pt x="439387" y="39350"/>
                  </a:lnTo>
                  <a:lnTo>
                    <a:pt x="627888" y="39350"/>
                  </a:lnTo>
                  <a:lnTo>
                    <a:pt x="627888" y="522863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167663" y="1906071"/>
              <a:ext cx="499109" cy="499109"/>
            </a:xfrm>
            <a:custGeom>
              <a:avLst/>
              <a:gdLst/>
              <a:ahLst/>
              <a:cxnLst/>
              <a:rect l="l" t="t" r="r" b="b"/>
              <a:pathLst>
                <a:path w="499110" h="499110">
                  <a:moveTo>
                    <a:pt x="382525" y="499109"/>
                  </a:moveTo>
                  <a:lnTo>
                    <a:pt x="116584" y="499109"/>
                  </a:lnTo>
                  <a:lnTo>
                    <a:pt x="108470" y="498310"/>
                  </a:lnTo>
                  <a:lnTo>
                    <a:pt x="69457" y="486476"/>
                  </a:lnTo>
                  <a:lnTo>
                    <a:pt x="30753" y="456769"/>
                  </a:lnTo>
                  <a:lnTo>
                    <a:pt x="6362" y="414513"/>
                  </a:lnTo>
                  <a:lnTo>
                    <a:pt x="0" y="382525"/>
                  </a:lnTo>
                  <a:lnTo>
                    <a:pt x="0" y="374332"/>
                  </a:lnTo>
                  <a:lnTo>
                    <a:pt x="0" y="116584"/>
                  </a:lnTo>
                  <a:lnTo>
                    <a:pt x="12633" y="69457"/>
                  </a:lnTo>
                  <a:lnTo>
                    <a:pt x="42339" y="30753"/>
                  </a:lnTo>
                  <a:lnTo>
                    <a:pt x="84596" y="6362"/>
                  </a:lnTo>
                  <a:lnTo>
                    <a:pt x="116584" y="0"/>
                  </a:lnTo>
                  <a:lnTo>
                    <a:pt x="382525" y="0"/>
                  </a:lnTo>
                  <a:lnTo>
                    <a:pt x="429652" y="12633"/>
                  </a:lnTo>
                  <a:lnTo>
                    <a:pt x="468356" y="42339"/>
                  </a:lnTo>
                  <a:lnTo>
                    <a:pt x="492746" y="84596"/>
                  </a:lnTo>
                  <a:lnTo>
                    <a:pt x="499109" y="116584"/>
                  </a:lnTo>
                  <a:lnTo>
                    <a:pt x="499109" y="382525"/>
                  </a:lnTo>
                  <a:lnTo>
                    <a:pt x="486476" y="429651"/>
                  </a:lnTo>
                  <a:lnTo>
                    <a:pt x="456769" y="468356"/>
                  </a:lnTo>
                  <a:lnTo>
                    <a:pt x="414513" y="492747"/>
                  </a:lnTo>
                  <a:lnTo>
                    <a:pt x="390639" y="498310"/>
                  </a:lnTo>
                  <a:lnTo>
                    <a:pt x="382525" y="499109"/>
                  </a:lnTo>
                  <a:close/>
                </a:path>
              </a:pathLst>
            </a:custGeom>
            <a:solidFill>
              <a:srgbClr val="F5F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305357" y="2039937"/>
              <a:ext cx="219074" cy="222249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5668892" y="1909970"/>
              <a:ext cx="866140" cy="210820"/>
            </a:xfrm>
            <a:custGeom>
              <a:avLst/>
              <a:gdLst/>
              <a:ahLst/>
              <a:cxnLst/>
              <a:rect l="l" t="t" r="r" b="b"/>
              <a:pathLst>
                <a:path w="866140" h="210819">
                  <a:moveTo>
                    <a:pt x="767276" y="210561"/>
                  </a:moveTo>
                  <a:lnTo>
                    <a:pt x="98368" y="210561"/>
                  </a:lnTo>
                  <a:lnTo>
                    <a:pt x="91522" y="209887"/>
                  </a:lnTo>
                  <a:lnTo>
                    <a:pt x="52537" y="196659"/>
                  </a:lnTo>
                  <a:lnTo>
                    <a:pt x="21583" y="169519"/>
                  </a:lnTo>
                  <a:lnTo>
                    <a:pt x="3370" y="132600"/>
                  </a:lnTo>
                  <a:lnTo>
                    <a:pt x="0" y="112193"/>
                  </a:lnTo>
                  <a:lnTo>
                    <a:pt x="0" y="105281"/>
                  </a:lnTo>
                  <a:lnTo>
                    <a:pt x="0" y="98368"/>
                  </a:lnTo>
                  <a:lnTo>
                    <a:pt x="10658" y="58604"/>
                  </a:lnTo>
                  <a:lnTo>
                    <a:pt x="35724" y="25947"/>
                  </a:lnTo>
                  <a:lnTo>
                    <a:pt x="71377" y="5368"/>
                  </a:lnTo>
                  <a:lnTo>
                    <a:pt x="98368" y="0"/>
                  </a:lnTo>
                  <a:lnTo>
                    <a:pt x="767276" y="0"/>
                  </a:lnTo>
                  <a:lnTo>
                    <a:pt x="807038" y="10659"/>
                  </a:lnTo>
                  <a:lnTo>
                    <a:pt x="839695" y="35724"/>
                  </a:lnTo>
                  <a:lnTo>
                    <a:pt x="860275" y="71378"/>
                  </a:lnTo>
                  <a:lnTo>
                    <a:pt x="865643" y="98368"/>
                  </a:lnTo>
                  <a:lnTo>
                    <a:pt x="865643" y="112193"/>
                  </a:lnTo>
                  <a:lnTo>
                    <a:pt x="854984" y="151956"/>
                  </a:lnTo>
                  <a:lnTo>
                    <a:pt x="829920" y="184613"/>
                  </a:lnTo>
                  <a:lnTo>
                    <a:pt x="794265" y="205193"/>
                  </a:lnTo>
                  <a:lnTo>
                    <a:pt x="774122" y="209887"/>
                  </a:lnTo>
                  <a:lnTo>
                    <a:pt x="767276" y="210561"/>
                  </a:lnTo>
                  <a:close/>
                </a:path>
              </a:pathLst>
            </a:custGeom>
            <a:solidFill>
              <a:srgbClr val="ECE8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668892" y="1909970"/>
              <a:ext cx="866140" cy="210820"/>
            </a:xfrm>
            <a:custGeom>
              <a:avLst/>
              <a:gdLst/>
              <a:ahLst/>
              <a:cxnLst/>
              <a:rect l="l" t="t" r="r" b="b"/>
              <a:pathLst>
                <a:path w="866140" h="210819">
                  <a:moveTo>
                    <a:pt x="0" y="105281"/>
                  </a:moveTo>
                  <a:lnTo>
                    <a:pt x="0" y="98368"/>
                  </a:lnTo>
                  <a:lnTo>
                    <a:pt x="673" y="91521"/>
                  </a:lnTo>
                  <a:lnTo>
                    <a:pt x="2022" y="84741"/>
                  </a:lnTo>
                  <a:lnTo>
                    <a:pt x="3370" y="77961"/>
                  </a:lnTo>
                  <a:lnTo>
                    <a:pt x="5368" y="71378"/>
                  </a:lnTo>
                  <a:lnTo>
                    <a:pt x="8013" y="64991"/>
                  </a:lnTo>
                  <a:lnTo>
                    <a:pt x="10658" y="58604"/>
                  </a:lnTo>
                  <a:lnTo>
                    <a:pt x="13902" y="52537"/>
                  </a:lnTo>
                  <a:lnTo>
                    <a:pt x="17742" y="46789"/>
                  </a:lnTo>
                  <a:lnTo>
                    <a:pt x="21583" y="41041"/>
                  </a:lnTo>
                  <a:lnTo>
                    <a:pt x="25948" y="35724"/>
                  </a:lnTo>
                  <a:lnTo>
                    <a:pt x="30836" y="30835"/>
                  </a:lnTo>
                  <a:lnTo>
                    <a:pt x="35724" y="25947"/>
                  </a:lnTo>
                  <a:lnTo>
                    <a:pt x="71377" y="5368"/>
                  </a:lnTo>
                  <a:lnTo>
                    <a:pt x="98368" y="0"/>
                  </a:lnTo>
                  <a:lnTo>
                    <a:pt x="105281" y="0"/>
                  </a:lnTo>
                  <a:lnTo>
                    <a:pt x="760363" y="0"/>
                  </a:lnTo>
                  <a:lnTo>
                    <a:pt x="767276" y="0"/>
                  </a:lnTo>
                  <a:lnTo>
                    <a:pt x="774122" y="674"/>
                  </a:lnTo>
                  <a:lnTo>
                    <a:pt x="813106" y="13902"/>
                  </a:lnTo>
                  <a:lnTo>
                    <a:pt x="834807" y="30835"/>
                  </a:lnTo>
                  <a:lnTo>
                    <a:pt x="839695" y="35724"/>
                  </a:lnTo>
                  <a:lnTo>
                    <a:pt x="860275" y="71378"/>
                  </a:lnTo>
                  <a:lnTo>
                    <a:pt x="865644" y="105281"/>
                  </a:lnTo>
                  <a:lnTo>
                    <a:pt x="865643" y="112193"/>
                  </a:lnTo>
                  <a:lnTo>
                    <a:pt x="854984" y="151956"/>
                  </a:lnTo>
                  <a:lnTo>
                    <a:pt x="847900" y="163771"/>
                  </a:lnTo>
                  <a:lnTo>
                    <a:pt x="844060" y="169519"/>
                  </a:lnTo>
                  <a:lnTo>
                    <a:pt x="813106" y="196659"/>
                  </a:lnTo>
                  <a:lnTo>
                    <a:pt x="774122" y="209887"/>
                  </a:lnTo>
                  <a:lnTo>
                    <a:pt x="760363" y="210562"/>
                  </a:lnTo>
                  <a:lnTo>
                    <a:pt x="105281" y="210562"/>
                  </a:lnTo>
                  <a:lnTo>
                    <a:pt x="98368" y="210561"/>
                  </a:lnTo>
                  <a:lnTo>
                    <a:pt x="91522" y="209887"/>
                  </a:lnTo>
                  <a:lnTo>
                    <a:pt x="84742" y="208538"/>
                  </a:lnTo>
                  <a:lnTo>
                    <a:pt x="77961" y="207190"/>
                  </a:lnTo>
                  <a:lnTo>
                    <a:pt x="46790" y="192818"/>
                  </a:lnTo>
                  <a:lnTo>
                    <a:pt x="41042" y="188978"/>
                  </a:lnTo>
                  <a:lnTo>
                    <a:pt x="35724" y="184613"/>
                  </a:lnTo>
                  <a:lnTo>
                    <a:pt x="30836" y="179725"/>
                  </a:lnTo>
                  <a:lnTo>
                    <a:pt x="25948" y="174837"/>
                  </a:lnTo>
                  <a:lnTo>
                    <a:pt x="21583" y="169519"/>
                  </a:lnTo>
                  <a:lnTo>
                    <a:pt x="17742" y="163771"/>
                  </a:lnTo>
                  <a:lnTo>
                    <a:pt x="13902" y="158023"/>
                  </a:lnTo>
                  <a:lnTo>
                    <a:pt x="10658" y="151956"/>
                  </a:lnTo>
                  <a:lnTo>
                    <a:pt x="8013" y="145570"/>
                  </a:lnTo>
                  <a:lnTo>
                    <a:pt x="5368" y="139183"/>
                  </a:lnTo>
                  <a:lnTo>
                    <a:pt x="3370" y="132600"/>
                  </a:lnTo>
                  <a:lnTo>
                    <a:pt x="2022" y="125820"/>
                  </a:lnTo>
                  <a:lnTo>
                    <a:pt x="673" y="119040"/>
                  </a:lnTo>
                  <a:lnTo>
                    <a:pt x="0" y="112193"/>
                  </a:lnTo>
                  <a:lnTo>
                    <a:pt x="0" y="105281"/>
                  </a:lnTo>
                </a:path>
              </a:pathLst>
            </a:custGeom>
            <a:ln w="7798">
              <a:solidFill>
                <a:srgbClr val="DDD5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5740637" y="1947961"/>
            <a:ext cx="722630" cy="1377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700" b="1" spc="50" dirty="0">
                <a:solidFill>
                  <a:srgbClr val="5B20B5"/>
                </a:solidFill>
                <a:latin typeface="Noto Sans KR"/>
                <a:cs typeface="Noto Sans KR"/>
              </a:rPr>
              <a:t>MIDDLE-TERM</a:t>
            </a:r>
            <a:endParaRPr sz="700">
              <a:latin typeface="Noto Sans KR"/>
              <a:cs typeface="Noto Sans KR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152282" y="2527382"/>
            <a:ext cx="1591945" cy="47625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1200" b="1" spc="25" dirty="0">
                <a:solidFill>
                  <a:srgbClr val="111726"/>
                </a:solidFill>
                <a:latin typeface="Noto Sans KR Black"/>
                <a:cs typeface="Noto Sans KR Black"/>
              </a:rPr>
              <a:t>기각</a:t>
            </a:r>
            <a:r>
              <a:rPr sz="1200" b="1" spc="35" dirty="0">
                <a:solidFill>
                  <a:srgbClr val="111726"/>
                </a:solidFill>
                <a:latin typeface="Noto Sans KR Black"/>
                <a:cs typeface="Noto Sans KR Black"/>
              </a:rPr>
              <a:t> </a:t>
            </a:r>
            <a:r>
              <a:rPr sz="1200" b="1" spc="25" dirty="0">
                <a:solidFill>
                  <a:srgbClr val="111726"/>
                </a:solidFill>
                <a:latin typeface="Noto Sans KR Black"/>
                <a:cs typeface="Noto Sans KR Black"/>
              </a:rPr>
              <a:t>데이터</a:t>
            </a:r>
            <a:r>
              <a:rPr sz="1200" b="1" spc="40" dirty="0">
                <a:solidFill>
                  <a:srgbClr val="111726"/>
                </a:solidFill>
                <a:latin typeface="Noto Sans KR Black"/>
                <a:cs typeface="Noto Sans KR Black"/>
              </a:rPr>
              <a:t> </a:t>
            </a:r>
            <a:r>
              <a:rPr sz="1200" b="1" spc="25" dirty="0">
                <a:solidFill>
                  <a:srgbClr val="111726"/>
                </a:solidFill>
                <a:latin typeface="Noto Sans KR Black"/>
                <a:cs typeface="Noto Sans KR Black"/>
              </a:rPr>
              <a:t>기반</a:t>
            </a:r>
            <a:r>
              <a:rPr sz="1200" b="1" spc="40" dirty="0">
                <a:solidFill>
                  <a:srgbClr val="111726"/>
                </a:solidFill>
                <a:latin typeface="Noto Sans KR Black"/>
                <a:cs typeface="Noto Sans KR Black"/>
              </a:rPr>
              <a:t> </a:t>
            </a:r>
            <a:r>
              <a:rPr sz="1200" b="1" spc="25" dirty="0">
                <a:solidFill>
                  <a:srgbClr val="111726"/>
                </a:solidFill>
                <a:latin typeface="Noto Sans KR Black"/>
                <a:cs typeface="Noto Sans KR Black"/>
              </a:rPr>
              <a:t>가이드</a:t>
            </a:r>
            <a:endParaRPr sz="1200">
              <a:latin typeface="Noto Sans KR Black"/>
              <a:cs typeface="Noto Sans KR Black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950" b="1" spc="-55" dirty="0">
                <a:solidFill>
                  <a:srgbClr val="7C3AEC"/>
                </a:solidFill>
                <a:latin typeface="Tahoma"/>
                <a:cs typeface="Tahoma"/>
              </a:rPr>
              <a:t>Pr</a:t>
            </a:r>
            <a:r>
              <a:rPr sz="950" b="1" spc="-50" dirty="0">
                <a:solidFill>
                  <a:srgbClr val="7C3AEC"/>
                </a:solidFill>
                <a:latin typeface="Tahoma"/>
                <a:cs typeface="Tahoma"/>
              </a:rPr>
              <a:t>o</a:t>
            </a:r>
            <a:r>
              <a:rPr sz="950" b="1" spc="-85" dirty="0">
                <a:solidFill>
                  <a:srgbClr val="7C3AEC"/>
                </a:solidFill>
                <a:latin typeface="Tahoma"/>
                <a:cs typeface="Tahoma"/>
              </a:rPr>
              <a:t>c</a:t>
            </a:r>
            <a:r>
              <a:rPr sz="950" b="1" spc="-65" dirty="0">
                <a:solidFill>
                  <a:srgbClr val="7C3AEC"/>
                </a:solidFill>
                <a:latin typeface="Tahoma"/>
                <a:cs typeface="Tahoma"/>
              </a:rPr>
              <a:t>ess</a:t>
            </a:r>
            <a:r>
              <a:rPr sz="950" b="1" spc="-40" dirty="0">
                <a:solidFill>
                  <a:srgbClr val="7C3AEC"/>
                </a:solidFill>
                <a:latin typeface="Tahoma"/>
                <a:cs typeface="Tahoma"/>
              </a:rPr>
              <a:t> </a:t>
            </a:r>
            <a:r>
              <a:rPr sz="950" b="1" spc="-70" dirty="0">
                <a:solidFill>
                  <a:srgbClr val="7C3AEC"/>
                </a:solidFill>
                <a:latin typeface="Tahoma"/>
                <a:cs typeface="Tahoma"/>
              </a:rPr>
              <a:t>O</a:t>
            </a:r>
            <a:r>
              <a:rPr sz="950" b="1" spc="-75" dirty="0">
                <a:solidFill>
                  <a:srgbClr val="7C3AEC"/>
                </a:solidFill>
                <a:latin typeface="Tahoma"/>
                <a:cs typeface="Tahoma"/>
              </a:rPr>
              <a:t>p</a:t>
            </a:r>
            <a:r>
              <a:rPr sz="950" b="1" spc="-35" dirty="0">
                <a:solidFill>
                  <a:srgbClr val="7C3AEC"/>
                </a:solidFill>
                <a:latin typeface="Tahoma"/>
                <a:cs typeface="Tahoma"/>
              </a:rPr>
              <a:t>t</a:t>
            </a:r>
            <a:r>
              <a:rPr sz="950" b="1" spc="-30" dirty="0">
                <a:solidFill>
                  <a:srgbClr val="7C3AEC"/>
                </a:solidFill>
                <a:latin typeface="Tahoma"/>
                <a:cs typeface="Tahoma"/>
              </a:rPr>
              <a:t>i</a:t>
            </a:r>
            <a:r>
              <a:rPr sz="950" b="1" spc="-80" dirty="0">
                <a:solidFill>
                  <a:srgbClr val="7C3AEC"/>
                </a:solidFill>
                <a:latin typeface="Tahoma"/>
                <a:cs typeface="Tahoma"/>
              </a:rPr>
              <a:t>m</a:t>
            </a:r>
            <a:r>
              <a:rPr sz="950" b="1" spc="-30" dirty="0">
                <a:solidFill>
                  <a:srgbClr val="7C3AEC"/>
                </a:solidFill>
                <a:latin typeface="Tahoma"/>
                <a:cs typeface="Tahoma"/>
              </a:rPr>
              <a:t>i</a:t>
            </a:r>
            <a:r>
              <a:rPr sz="950" b="1" spc="-90" dirty="0">
                <a:solidFill>
                  <a:srgbClr val="7C3AEC"/>
                </a:solidFill>
                <a:latin typeface="Tahoma"/>
                <a:cs typeface="Tahoma"/>
              </a:rPr>
              <a:t>za</a:t>
            </a:r>
            <a:r>
              <a:rPr sz="950" b="1" spc="-35" dirty="0">
                <a:solidFill>
                  <a:srgbClr val="7C3AEC"/>
                </a:solidFill>
                <a:latin typeface="Tahoma"/>
                <a:cs typeface="Tahoma"/>
              </a:rPr>
              <a:t>t</a:t>
            </a:r>
            <a:r>
              <a:rPr sz="950" b="1" spc="-30" dirty="0">
                <a:solidFill>
                  <a:srgbClr val="7C3AEC"/>
                </a:solidFill>
                <a:latin typeface="Tahoma"/>
                <a:cs typeface="Tahoma"/>
              </a:rPr>
              <a:t>i</a:t>
            </a:r>
            <a:r>
              <a:rPr sz="950" b="1" spc="-50" dirty="0">
                <a:solidFill>
                  <a:srgbClr val="7C3AEC"/>
                </a:solidFill>
                <a:latin typeface="Tahoma"/>
                <a:cs typeface="Tahoma"/>
              </a:rPr>
              <a:t>o</a:t>
            </a:r>
            <a:r>
              <a:rPr sz="950" b="1" spc="-60" dirty="0">
                <a:solidFill>
                  <a:srgbClr val="7C3AEC"/>
                </a:solidFill>
                <a:latin typeface="Tahoma"/>
                <a:cs typeface="Tahoma"/>
              </a:rPr>
              <a:t>n</a:t>
            </a:r>
            <a:endParaRPr sz="950">
              <a:latin typeface="Tahoma"/>
              <a:cs typeface="Tahoma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4167663" y="3395602"/>
            <a:ext cx="2371090" cy="265430"/>
            <a:chOff x="4167663" y="3395602"/>
            <a:chExt cx="2371090" cy="265430"/>
          </a:xfrm>
        </p:grpSpPr>
        <p:sp>
          <p:nvSpPr>
            <p:cNvPr id="49" name="object 49"/>
            <p:cNvSpPr/>
            <p:nvPr/>
          </p:nvSpPr>
          <p:spPr>
            <a:xfrm>
              <a:off x="4167663" y="3652956"/>
              <a:ext cx="2371090" cy="8255"/>
            </a:xfrm>
            <a:custGeom>
              <a:avLst/>
              <a:gdLst/>
              <a:ahLst/>
              <a:cxnLst/>
              <a:rect l="l" t="t" r="r" b="b"/>
              <a:pathLst>
                <a:path w="2371090" h="8254">
                  <a:moveTo>
                    <a:pt x="2370772" y="7798"/>
                  </a:moveTo>
                  <a:lnTo>
                    <a:pt x="0" y="7798"/>
                  </a:lnTo>
                  <a:lnTo>
                    <a:pt x="0" y="0"/>
                  </a:lnTo>
                  <a:lnTo>
                    <a:pt x="2370772" y="0"/>
                  </a:lnTo>
                  <a:lnTo>
                    <a:pt x="2370772" y="7798"/>
                  </a:lnTo>
                  <a:close/>
                </a:path>
              </a:pathLst>
            </a:custGeom>
            <a:solidFill>
              <a:srgbClr val="F2F4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5462229" y="3395602"/>
              <a:ext cx="288925" cy="156210"/>
            </a:xfrm>
            <a:custGeom>
              <a:avLst/>
              <a:gdLst/>
              <a:ahLst/>
              <a:cxnLst/>
              <a:rect l="l" t="t" r="r" b="b"/>
              <a:pathLst>
                <a:path w="288925" h="156210">
                  <a:moveTo>
                    <a:pt x="261490" y="155971"/>
                  </a:moveTo>
                  <a:lnTo>
                    <a:pt x="27058" y="155971"/>
                  </a:lnTo>
                  <a:lnTo>
                    <a:pt x="23078" y="155179"/>
                  </a:lnTo>
                  <a:lnTo>
                    <a:pt x="0" y="128913"/>
                  </a:lnTo>
                  <a:lnTo>
                    <a:pt x="0" y="124777"/>
                  </a:lnTo>
                  <a:lnTo>
                    <a:pt x="0" y="27057"/>
                  </a:lnTo>
                  <a:lnTo>
                    <a:pt x="27058" y="0"/>
                  </a:lnTo>
                  <a:lnTo>
                    <a:pt x="261490" y="0"/>
                  </a:lnTo>
                  <a:lnTo>
                    <a:pt x="288547" y="27057"/>
                  </a:lnTo>
                  <a:lnTo>
                    <a:pt x="288547" y="128913"/>
                  </a:lnTo>
                  <a:lnTo>
                    <a:pt x="265469" y="155179"/>
                  </a:lnTo>
                  <a:lnTo>
                    <a:pt x="261490" y="155971"/>
                  </a:lnTo>
                  <a:close/>
                </a:path>
              </a:pathLst>
            </a:custGeom>
            <a:solidFill>
              <a:srgbClr val="ECE8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4152282" y="3414097"/>
            <a:ext cx="21209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70" dirty="0">
                <a:solidFill>
                  <a:srgbClr val="6A7280"/>
                </a:solidFill>
                <a:latin typeface="맑은 고딕"/>
                <a:cs typeface="맑은 고딕"/>
              </a:rPr>
              <a:t>대상</a:t>
            </a:r>
            <a:endParaRPr sz="800">
              <a:latin typeface="맑은 고딕"/>
              <a:cs typeface="맑은 고딕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4542212" y="3395661"/>
            <a:ext cx="1193800" cy="1600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spc="-60" dirty="0">
                <a:solidFill>
                  <a:srgbClr val="1F2937"/>
                </a:solidFill>
                <a:latin typeface="Arial Unicode MS"/>
                <a:cs typeface="Arial Unicode MS"/>
              </a:rPr>
              <a:t>기각</a:t>
            </a:r>
            <a:r>
              <a:rPr sz="850" b="0" spc="5" dirty="0">
                <a:solidFill>
                  <a:srgbClr val="1F2937"/>
                </a:solidFill>
                <a:latin typeface="Noto Sans KR Medium"/>
                <a:cs typeface="Noto Sans KR Medium"/>
              </a:rPr>
              <a:t>/</a:t>
            </a:r>
            <a:r>
              <a:rPr sz="850" spc="-60" dirty="0">
                <a:solidFill>
                  <a:srgbClr val="1F2937"/>
                </a:solidFill>
                <a:latin typeface="Arial Unicode MS"/>
                <a:cs typeface="Arial Unicode MS"/>
              </a:rPr>
              <a:t>제외된 데이터 </a:t>
            </a:r>
            <a:r>
              <a:rPr sz="850" spc="10" dirty="0">
                <a:solidFill>
                  <a:srgbClr val="1F2937"/>
                </a:solidFill>
                <a:latin typeface="Arial Unicode MS"/>
                <a:cs typeface="Arial Unicode MS"/>
              </a:rPr>
              <a:t> </a:t>
            </a:r>
            <a:r>
              <a:rPr sz="850" b="1" spc="5" dirty="0">
                <a:solidFill>
                  <a:srgbClr val="6D28D9"/>
                </a:solidFill>
                <a:latin typeface="Trebuchet MS"/>
                <a:cs typeface="Trebuchet MS"/>
              </a:rPr>
              <a:t>66</a:t>
            </a:r>
            <a:r>
              <a:rPr sz="850" b="1" spc="-60" dirty="0">
                <a:solidFill>
                  <a:srgbClr val="6D28D9"/>
                </a:solidFill>
                <a:latin typeface="맑은 고딕"/>
                <a:cs typeface="맑은 고딕"/>
              </a:rPr>
              <a:t>건</a:t>
            </a:r>
            <a:endParaRPr sz="850">
              <a:latin typeface="맑은 고딕"/>
              <a:cs typeface="맑은 고딕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4152282" y="3772832"/>
            <a:ext cx="21209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70" dirty="0">
                <a:solidFill>
                  <a:srgbClr val="6A7280"/>
                </a:solidFill>
                <a:latin typeface="맑은 고딕"/>
                <a:cs typeface="맑은 고딕"/>
              </a:rPr>
              <a:t>조치</a:t>
            </a:r>
            <a:endParaRPr sz="800">
              <a:latin typeface="맑은 고딕"/>
              <a:cs typeface="맑은 고딕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4557593" y="4144267"/>
            <a:ext cx="1489710" cy="374650"/>
            <a:chOff x="4557593" y="4144267"/>
            <a:chExt cx="1489710" cy="374650"/>
          </a:xfrm>
        </p:grpSpPr>
        <p:sp>
          <p:nvSpPr>
            <p:cNvPr id="55" name="object 55"/>
            <p:cNvSpPr/>
            <p:nvPr/>
          </p:nvSpPr>
          <p:spPr>
            <a:xfrm>
              <a:off x="4557593" y="4144267"/>
              <a:ext cx="1489710" cy="374650"/>
            </a:xfrm>
            <a:custGeom>
              <a:avLst/>
              <a:gdLst/>
              <a:ahLst/>
              <a:cxnLst/>
              <a:rect l="l" t="t" r="r" b="b"/>
              <a:pathLst>
                <a:path w="1489710" h="374650">
                  <a:moveTo>
                    <a:pt x="1462473" y="374332"/>
                  </a:moveTo>
                  <a:lnTo>
                    <a:pt x="27057" y="374332"/>
                  </a:lnTo>
                  <a:lnTo>
                    <a:pt x="23077" y="373540"/>
                  </a:lnTo>
                  <a:lnTo>
                    <a:pt x="0" y="347274"/>
                  </a:lnTo>
                  <a:lnTo>
                    <a:pt x="0" y="343138"/>
                  </a:lnTo>
                  <a:lnTo>
                    <a:pt x="0" y="27057"/>
                  </a:lnTo>
                  <a:lnTo>
                    <a:pt x="27057" y="0"/>
                  </a:lnTo>
                  <a:lnTo>
                    <a:pt x="1462473" y="0"/>
                  </a:lnTo>
                  <a:lnTo>
                    <a:pt x="1489530" y="27057"/>
                  </a:lnTo>
                  <a:lnTo>
                    <a:pt x="1489530" y="347274"/>
                  </a:lnTo>
                  <a:lnTo>
                    <a:pt x="1466452" y="373540"/>
                  </a:lnTo>
                  <a:lnTo>
                    <a:pt x="1462473" y="374332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614126" y="4231838"/>
              <a:ext cx="98424" cy="85724"/>
            </a:xfrm>
            <a:prstGeom prst="rect">
              <a:avLst/>
            </a:prstGeom>
          </p:spPr>
        </p:pic>
      </p:grpSp>
      <p:sp>
        <p:nvSpPr>
          <p:cNvPr id="57" name="object 57"/>
          <p:cNvSpPr txBox="1"/>
          <p:nvPr/>
        </p:nvSpPr>
        <p:spPr>
          <a:xfrm>
            <a:off x="4542212" y="3724480"/>
            <a:ext cx="1393825" cy="35306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850" spc="-60" dirty="0">
                <a:solidFill>
                  <a:srgbClr val="1F2937"/>
                </a:solidFill>
                <a:latin typeface="Arial Unicode MS"/>
                <a:cs typeface="Arial Unicode MS"/>
              </a:rPr>
              <a:t>기각 사유 정밀 분석 후</a:t>
            </a:r>
            <a:endParaRPr sz="85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850" b="1" dirty="0">
                <a:solidFill>
                  <a:srgbClr val="1F2937"/>
                </a:solidFill>
                <a:latin typeface="Noto Sans KR"/>
                <a:cs typeface="Noto Sans KR"/>
              </a:rPr>
              <a:t>'</a:t>
            </a:r>
            <a:r>
              <a:rPr sz="850" b="1" spc="-60" dirty="0">
                <a:solidFill>
                  <a:srgbClr val="1F2937"/>
                </a:solidFill>
                <a:latin typeface="맑은 고딕"/>
                <a:cs typeface="맑은 고딕"/>
              </a:rPr>
              <a:t>결함 등록 가이드라인</a:t>
            </a:r>
            <a:r>
              <a:rPr sz="850" b="1" dirty="0">
                <a:solidFill>
                  <a:srgbClr val="1F2937"/>
                </a:solidFill>
                <a:latin typeface="Noto Sans KR"/>
                <a:cs typeface="Noto Sans KR"/>
              </a:rPr>
              <a:t>'</a:t>
            </a:r>
            <a:r>
              <a:rPr sz="850" b="1" spc="45" dirty="0">
                <a:solidFill>
                  <a:srgbClr val="1F2937"/>
                </a:solidFill>
                <a:latin typeface="Noto Sans KR"/>
                <a:cs typeface="Noto Sans KR"/>
              </a:rPr>
              <a:t> </a:t>
            </a:r>
            <a:r>
              <a:rPr sz="850" spc="-60" dirty="0">
                <a:solidFill>
                  <a:srgbClr val="1F2937"/>
                </a:solidFill>
                <a:latin typeface="Arial Unicode MS"/>
                <a:cs typeface="Arial Unicode MS"/>
              </a:rPr>
              <a:t>재배포</a:t>
            </a:r>
            <a:endParaRPr sz="850">
              <a:latin typeface="Arial Unicode MS"/>
              <a:cs typeface="Arial Unicode MS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4604601" y="4187884"/>
            <a:ext cx="1392555" cy="27686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 indent="150495">
              <a:lnSpc>
                <a:spcPct val="114700"/>
              </a:lnSpc>
              <a:spcBef>
                <a:spcPts val="60"/>
              </a:spcBef>
            </a:pPr>
            <a:r>
              <a:rPr sz="700" spc="-25" dirty="0">
                <a:solidFill>
                  <a:srgbClr val="6A7280"/>
                </a:solidFill>
                <a:latin typeface="Arial Unicode MS"/>
                <a:cs typeface="Arial Unicode MS"/>
              </a:rPr>
              <a:t>현업</a:t>
            </a:r>
            <a:r>
              <a:rPr sz="700" spc="-5" dirty="0">
                <a:solidFill>
                  <a:srgbClr val="6A7280"/>
                </a:solidFill>
                <a:latin typeface="Arial Unicode MS"/>
                <a:cs typeface="Arial Unicode MS"/>
              </a:rPr>
              <a:t> </a:t>
            </a:r>
            <a:r>
              <a:rPr sz="700" spc="-25" dirty="0">
                <a:solidFill>
                  <a:srgbClr val="6A7280"/>
                </a:solidFill>
                <a:latin typeface="Arial Unicode MS"/>
                <a:cs typeface="Arial Unicode MS"/>
              </a:rPr>
              <a:t>및</a:t>
            </a:r>
            <a:r>
              <a:rPr sz="700" spc="-5" dirty="0">
                <a:solidFill>
                  <a:srgbClr val="6A7280"/>
                </a:solidFill>
                <a:latin typeface="Arial Unicode MS"/>
                <a:cs typeface="Arial Unicode MS"/>
              </a:rPr>
              <a:t> </a:t>
            </a:r>
            <a:r>
              <a:rPr sz="750" spc="-15" dirty="0">
                <a:solidFill>
                  <a:srgbClr val="6A7280"/>
                </a:solidFill>
                <a:latin typeface="Noto Sans KR"/>
                <a:cs typeface="Noto Sans KR"/>
              </a:rPr>
              <a:t>3</a:t>
            </a:r>
            <a:r>
              <a:rPr sz="700" spc="-15" dirty="0">
                <a:solidFill>
                  <a:srgbClr val="6A7280"/>
                </a:solidFill>
                <a:latin typeface="Arial Unicode MS"/>
                <a:cs typeface="Arial Unicode MS"/>
              </a:rPr>
              <a:t>자</a:t>
            </a:r>
            <a:r>
              <a:rPr sz="700" dirty="0">
                <a:solidFill>
                  <a:srgbClr val="6A7280"/>
                </a:solidFill>
                <a:latin typeface="Arial Unicode MS"/>
                <a:cs typeface="Arial Unicode MS"/>
              </a:rPr>
              <a:t> </a:t>
            </a:r>
            <a:r>
              <a:rPr sz="700" spc="-25" dirty="0">
                <a:solidFill>
                  <a:srgbClr val="6A7280"/>
                </a:solidFill>
                <a:latin typeface="Arial Unicode MS"/>
                <a:cs typeface="Arial Unicode MS"/>
              </a:rPr>
              <a:t>테스터</a:t>
            </a:r>
            <a:r>
              <a:rPr sz="700" spc="-5" dirty="0">
                <a:solidFill>
                  <a:srgbClr val="6A7280"/>
                </a:solidFill>
                <a:latin typeface="Arial Unicode MS"/>
                <a:cs typeface="Arial Unicode MS"/>
              </a:rPr>
              <a:t> </a:t>
            </a:r>
            <a:r>
              <a:rPr sz="700" spc="-25" dirty="0">
                <a:solidFill>
                  <a:srgbClr val="6A7280"/>
                </a:solidFill>
                <a:latin typeface="Arial Unicode MS"/>
                <a:cs typeface="Arial Unicode MS"/>
              </a:rPr>
              <a:t>교육을</a:t>
            </a:r>
            <a:r>
              <a:rPr sz="700" dirty="0">
                <a:solidFill>
                  <a:srgbClr val="6A7280"/>
                </a:solidFill>
                <a:latin typeface="Arial Unicode MS"/>
                <a:cs typeface="Arial Unicode MS"/>
              </a:rPr>
              <a:t> </a:t>
            </a:r>
            <a:r>
              <a:rPr sz="700" spc="-25" dirty="0">
                <a:solidFill>
                  <a:srgbClr val="6A7280"/>
                </a:solidFill>
                <a:latin typeface="Arial Unicode MS"/>
                <a:cs typeface="Arial Unicode MS"/>
              </a:rPr>
              <a:t>통해 </a:t>
            </a:r>
            <a:r>
              <a:rPr sz="700" spc="-180" dirty="0">
                <a:solidFill>
                  <a:srgbClr val="6A7280"/>
                </a:solidFill>
                <a:latin typeface="Arial Unicode MS"/>
                <a:cs typeface="Arial Unicode MS"/>
              </a:rPr>
              <a:t> </a:t>
            </a:r>
            <a:r>
              <a:rPr sz="700" spc="-25" dirty="0">
                <a:solidFill>
                  <a:srgbClr val="6A7280"/>
                </a:solidFill>
                <a:latin typeface="Arial Unicode MS"/>
                <a:cs typeface="Arial Unicode MS"/>
              </a:rPr>
              <a:t>불필요한</a:t>
            </a:r>
            <a:r>
              <a:rPr sz="700" dirty="0">
                <a:solidFill>
                  <a:srgbClr val="6A7280"/>
                </a:solidFill>
                <a:latin typeface="Arial Unicode MS"/>
                <a:cs typeface="Arial Unicode MS"/>
              </a:rPr>
              <a:t> </a:t>
            </a:r>
            <a:r>
              <a:rPr sz="700" spc="-25" dirty="0">
                <a:solidFill>
                  <a:srgbClr val="6A7280"/>
                </a:solidFill>
                <a:latin typeface="Arial Unicode MS"/>
                <a:cs typeface="Arial Unicode MS"/>
              </a:rPr>
              <a:t>검토</a:t>
            </a:r>
            <a:r>
              <a:rPr sz="700" spc="5" dirty="0">
                <a:solidFill>
                  <a:srgbClr val="6A7280"/>
                </a:solidFill>
                <a:latin typeface="Arial Unicode MS"/>
                <a:cs typeface="Arial Unicode MS"/>
              </a:rPr>
              <a:t> </a:t>
            </a:r>
            <a:r>
              <a:rPr sz="700" spc="-25" dirty="0">
                <a:solidFill>
                  <a:srgbClr val="6A7280"/>
                </a:solidFill>
                <a:latin typeface="Arial Unicode MS"/>
                <a:cs typeface="Arial Unicode MS"/>
              </a:rPr>
              <a:t>리소스</a:t>
            </a:r>
            <a:r>
              <a:rPr sz="700" spc="5" dirty="0">
                <a:solidFill>
                  <a:srgbClr val="6A7280"/>
                </a:solidFill>
                <a:latin typeface="Arial Unicode MS"/>
                <a:cs typeface="Arial Unicode MS"/>
              </a:rPr>
              <a:t> </a:t>
            </a:r>
            <a:r>
              <a:rPr sz="700" spc="-25" dirty="0">
                <a:solidFill>
                  <a:srgbClr val="6A7280"/>
                </a:solidFill>
                <a:latin typeface="Arial Unicode MS"/>
                <a:cs typeface="Arial Unicode MS"/>
              </a:rPr>
              <a:t>낭비</a:t>
            </a:r>
            <a:r>
              <a:rPr sz="700" dirty="0">
                <a:solidFill>
                  <a:srgbClr val="6A7280"/>
                </a:solidFill>
                <a:latin typeface="Arial Unicode MS"/>
                <a:cs typeface="Arial Unicode MS"/>
              </a:rPr>
              <a:t> </a:t>
            </a:r>
            <a:r>
              <a:rPr sz="700" spc="-25" dirty="0">
                <a:solidFill>
                  <a:srgbClr val="6A7280"/>
                </a:solidFill>
                <a:latin typeface="Arial Unicode MS"/>
                <a:cs typeface="Arial Unicode MS"/>
              </a:rPr>
              <a:t>차단</a:t>
            </a:r>
            <a:endParaRPr sz="700">
              <a:latin typeface="Arial Unicode MS"/>
              <a:cs typeface="Arial Unicode MS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6958584" y="1591056"/>
            <a:ext cx="2974975" cy="3350260"/>
            <a:chOff x="6958584" y="1591056"/>
            <a:chExt cx="2974975" cy="3350260"/>
          </a:xfrm>
        </p:grpSpPr>
        <p:sp>
          <p:nvSpPr>
            <p:cNvPr id="60" name="object 60"/>
            <p:cNvSpPr/>
            <p:nvPr/>
          </p:nvSpPr>
          <p:spPr>
            <a:xfrm>
              <a:off x="6976872" y="1594104"/>
              <a:ext cx="2938780" cy="3313429"/>
            </a:xfrm>
            <a:custGeom>
              <a:avLst/>
              <a:gdLst/>
              <a:ahLst/>
              <a:cxnLst/>
              <a:rect l="l" t="t" r="r" b="b"/>
              <a:pathLst>
                <a:path w="2938779" h="3313429">
                  <a:moveTo>
                    <a:pt x="2938272" y="3313176"/>
                  </a:moveTo>
                  <a:lnTo>
                    <a:pt x="0" y="3313176"/>
                  </a:lnTo>
                  <a:lnTo>
                    <a:pt x="0" y="0"/>
                  </a:lnTo>
                  <a:lnTo>
                    <a:pt x="2938272" y="0"/>
                  </a:lnTo>
                  <a:lnTo>
                    <a:pt x="2938272" y="31218"/>
                  </a:lnTo>
                  <a:lnTo>
                    <a:pt x="130861" y="31218"/>
                  </a:lnTo>
                  <a:lnTo>
                    <a:pt x="122410" y="31626"/>
                  </a:lnTo>
                  <a:lnTo>
                    <a:pt x="83191" y="45662"/>
                  </a:lnTo>
                  <a:lnTo>
                    <a:pt x="55217" y="76523"/>
                  </a:lnTo>
                  <a:lnTo>
                    <a:pt x="45076" y="117003"/>
                  </a:lnTo>
                  <a:lnTo>
                    <a:pt x="45076" y="3166253"/>
                  </a:lnTo>
                  <a:lnTo>
                    <a:pt x="55217" y="3206732"/>
                  </a:lnTo>
                  <a:lnTo>
                    <a:pt x="83191" y="3237593"/>
                  </a:lnTo>
                  <a:lnTo>
                    <a:pt x="122410" y="3251629"/>
                  </a:lnTo>
                  <a:lnTo>
                    <a:pt x="130861" y="3252037"/>
                  </a:lnTo>
                  <a:lnTo>
                    <a:pt x="2938272" y="3252037"/>
                  </a:lnTo>
                  <a:lnTo>
                    <a:pt x="2938272" y="3313176"/>
                  </a:lnTo>
                  <a:close/>
                </a:path>
                <a:path w="2938779" h="3313429">
                  <a:moveTo>
                    <a:pt x="2938272" y="3252037"/>
                  </a:moveTo>
                  <a:lnTo>
                    <a:pt x="2805778" y="3252037"/>
                  </a:lnTo>
                  <a:lnTo>
                    <a:pt x="2814229" y="3251629"/>
                  </a:lnTo>
                  <a:lnTo>
                    <a:pt x="2822517" y="3250404"/>
                  </a:lnTo>
                  <a:lnTo>
                    <a:pt x="2860172" y="3232598"/>
                  </a:lnTo>
                  <a:lnTo>
                    <a:pt x="2885032" y="3199080"/>
                  </a:lnTo>
                  <a:lnTo>
                    <a:pt x="2891563" y="3166253"/>
                  </a:lnTo>
                  <a:lnTo>
                    <a:pt x="2891563" y="117003"/>
                  </a:lnTo>
                  <a:lnTo>
                    <a:pt x="2881421" y="76523"/>
                  </a:lnTo>
                  <a:lnTo>
                    <a:pt x="2853446" y="45662"/>
                  </a:lnTo>
                  <a:lnTo>
                    <a:pt x="2814229" y="31626"/>
                  </a:lnTo>
                  <a:lnTo>
                    <a:pt x="2805778" y="31218"/>
                  </a:lnTo>
                  <a:lnTo>
                    <a:pt x="2938272" y="31218"/>
                  </a:lnTo>
                  <a:lnTo>
                    <a:pt x="2938272" y="3252037"/>
                  </a:lnTo>
                  <a:close/>
                </a:path>
              </a:pathLst>
            </a:custGeom>
            <a:solidFill>
              <a:srgbClr val="000000">
                <a:alpha val="58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6958584" y="1591056"/>
              <a:ext cx="2974975" cy="3350260"/>
            </a:xfrm>
            <a:custGeom>
              <a:avLst/>
              <a:gdLst/>
              <a:ahLst/>
              <a:cxnLst/>
              <a:rect l="l" t="t" r="r" b="b"/>
              <a:pathLst>
                <a:path w="2974975" h="3350260">
                  <a:moveTo>
                    <a:pt x="2974848" y="3349752"/>
                  </a:moveTo>
                  <a:lnTo>
                    <a:pt x="0" y="3349752"/>
                  </a:lnTo>
                  <a:lnTo>
                    <a:pt x="0" y="0"/>
                  </a:lnTo>
                  <a:lnTo>
                    <a:pt x="2974848" y="0"/>
                  </a:lnTo>
                  <a:lnTo>
                    <a:pt x="2974848" y="34266"/>
                  </a:lnTo>
                  <a:lnTo>
                    <a:pt x="149149" y="34266"/>
                  </a:lnTo>
                  <a:lnTo>
                    <a:pt x="140698" y="34674"/>
                  </a:lnTo>
                  <a:lnTo>
                    <a:pt x="101479" y="48710"/>
                  </a:lnTo>
                  <a:lnTo>
                    <a:pt x="73505" y="79571"/>
                  </a:lnTo>
                  <a:lnTo>
                    <a:pt x="63364" y="120051"/>
                  </a:lnTo>
                  <a:lnTo>
                    <a:pt x="63364" y="3169301"/>
                  </a:lnTo>
                  <a:lnTo>
                    <a:pt x="73505" y="3209780"/>
                  </a:lnTo>
                  <a:lnTo>
                    <a:pt x="101479" y="3240641"/>
                  </a:lnTo>
                  <a:lnTo>
                    <a:pt x="140698" y="3254677"/>
                  </a:lnTo>
                  <a:lnTo>
                    <a:pt x="149149" y="3255085"/>
                  </a:lnTo>
                  <a:lnTo>
                    <a:pt x="2974848" y="3255085"/>
                  </a:lnTo>
                  <a:lnTo>
                    <a:pt x="2974848" y="3349752"/>
                  </a:lnTo>
                  <a:close/>
                </a:path>
                <a:path w="2974975" h="3350260">
                  <a:moveTo>
                    <a:pt x="2974848" y="3255085"/>
                  </a:moveTo>
                  <a:lnTo>
                    <a:pt x="2824066" y="3255085"/>
                  </a:lnTo>
                  <a:lnTo>
                    <a:pt x="2832517" y="3254677"/>
                  </a:lnTo>
                  <a:lnTo>
                    <a:pt x="2840805" y="3253452"/>
                  </a:lnTo>
                  <a:lnTo>
                    <a:pt x="2878460" y="3235646"/>
                  </a:lnTo>
                  <a:lnTo>
                    <a:pt x="2903320" y="3202128"/>
                  </a:lnTo>
                  <a:lnTo>
                    <a:pt x="2909851" y="3169301"/>
                  </a:lnTo>
                  <a:lnTo>
                    <a:pt x="2909851" y="120051"/>
                  </a:lnTo>
                  <a:lnTo>
                    <a:pt x="2899709" y="79571"/>
                  </a:lnTo>
                  <a:lnTo>
                    <a:pt x="2871734" y="48710"/>
                  </a:lnTo>
                  <a:lnTo>
                    <a:pt x="2832517" y="34674"/>
                  </a:lnTo>
                  <a:lnTo>
                    <a:pt x="2824066" y="34266"/>
                  </a:lnTo>
                  <a:lnTo>
                    <a:pt x="2974848" y="34266"/>
                  </a:lnTo>
                  <a:lnTo>
                    <a:pt x="2974848" y="3255085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7018049" y="1621422"/>
              <a:ext cx="2854325" cy="3228975"/>
            </a:xfrm>
            <a:custGeom>
              <a:avLst/>
              <a:gdLst/>
              <a:ahLst/>
              <a:cxnLst/>
              <a:rect l="l" t="t" r="r" b="b"/>
              <a:pathLst>
                <a:path w="2854325" h="3228975">
                  <a:moveTo>
                    <a:pt x="2770490" y="3228617"/>
                  </a:moveTo>
                  <a:lnTo>
                    <a:pt x="83795" y="3228617"/>
                  </a:lnTo>
                  <a:lnTo>
                    <a:pt x="77963" y="3228043"/>
                  </a:lnTo>
                  <a:lnTo>
                    <a:pt x="34961" y="3210230"/>
                  </a:lnTo>
                  <a:lnTo>
                    <a:pt x="9079" y="3178694"/>
                  </a:lnTo>
                  <a:lnTo>
                    <a:pt x="0" y="3144822"/>
                  </a:lnTo>
                  <a:lnTo>
                    <a:pt x="0" y="3138933"/>
                  </a:lnTo>
                  <a:lnTo>
                    <a:pt x="0" y="83795"/>
                  </a:lnTo>
                  <a:lnTo>
                    <a:pt x="11842" y="44754"/>
                  </a:lnTo>
                  <a:lnTo>
                    <a:pt x="44753" y="11842"/>
                  </a:lnTo>
                  <a:lnTo>
                    <a:pt x="83795" y="0"/>
                  </a:lnTo>
                  <a:lnTo>
                    <a:pt x="2770490" y="0"/>
                  </a:lnTo>
                  <a:lnTo>
                    <a:pt x="2809529" y="11842"/>
                  </a:lnTo>
                  <a:lnTo>
                    <a:pt x="2842441" y="44754"/>
                  </a:lnTo>
                  <a:lnTo>
                    <a:pt x="2854284" y="83795"/>
                  </a:lnTo>
                  <a:lnTo>
                    <a:pt x="2854284" y="3144822"/>
                  </a:lnTo>
                  <a:lnTo>
                    <a:pt x="2842441" y="3183862"/>
                  </a:lnTo>
                  <a:lnTo>
                    <a:pt x="2809529" y="3216774"/>
                  </a:lnTo>
                  <a:lnTo>
                    <a:pt x="2776322" y="3228043"/>
                  </a:lnTo>
                  <a:lnTo>
                    <a:pt x="2770490" y="322861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7018049" y="1621422"/>
              <a:ext cx="2854325" cy="3228975"/>
            </a:xfrm>
            <a:custGeom>
              <a:avLst/>
              <a:gdLst/>
              <a:ahLst/>
              <a:cxnLst/>
              <a:rect l="l" t="t" r="r" b="b"/>
              <a:pathLst>
                <a:path w="2854325" h="3228975">
                  <a:moveTo>
                    <a:pt x="0" y="3138933"/>
                  </a:moveTo>
                  <a:lnTo>
                    <a:pt x="0" y="89683"/>
                  </a:lnTo>
                  <a:lnTo>
                    <a:pt x="0" y="83795"/>
                  </a:lnTo>
                  <a:lnTo>
                    <a:pt x="574" y="77962"/>
                  </a:lnTo>
                  <a:lnTo>
                    <a:pt x="1722" y="72187"/>
                  </a:lnTo>
                  <a:lnTo>
                    <a:pt x="2871" y="66411"/>
                  </a:lnTo>
                  <a:lnTo>
                    <a:pt x="4572" y="60803"/>
                  </a:lnTo>
                  <a:lnTo>
                    <a:pt x="26267" y="26267"/>
                  </a:lnTo>
                  <a:lnTo>
                    <a:pt x="30431" y="22103"/>
                  </a:lnTo>
                  <a:lnTo>
                    <a:pt x="34961" y="18386"/>
                  </a:lnTo>
                  <a:lnTo>
                    <a:pt x="39857" y="15114"/>
                  </a:lnTo>
                  <a:lnTo>
                    <a:pt x="44753" y="11842"/>
                  </a:lnTo>
                  <a:lnTo>
                    <a:pt x="49922" y="9080"/>
                  </a:lnTo>
                  <a:lnTo>
                    <a:pt x="55363" y="6826"/>
                  </a:lnTo>
                  <a:lnTo>
                    <a:pt x="60803" y="4573"/>
                  </a:lnTo>
                  <a:lnTo>
                    <a:pt x="66411" y="2872"/>
                  </a:lnTo>
                  <a:lnTo>
                    <a:pt x="72187" y="1723"/>
                  </a:lnTo>
                  <a:lnTo>
                    <a:pt x="77963" y="574"/>
                  </a:lnTo>
                  <a:lnTo>
                    <a:pt x="83795" y="0"/>
                  </a:lnTo>
                  <a:lnTo>
                    <a:pt x="89684" y="0"/>
                  </a:lnTo>
                  <a:lnTo>
                    <a:pt x="2764601" y="0"/>
                  </a:lnTo>
                  <a:lnTo>
                    <a:pt x="2770490" y="0"/>
                  </a:lnTo>
                  <a:lnTo>
                    <a:pt x="2776322" y="574"/>
                  </a:lnTo>
                  <a:lnTo>
                    <a:pt x="2782097" y="1723"/>
                  </a:lnTo>
                  <a:lnTo>
                    <a:pt x="2787872" y="2872"/>
                  </a:lnTo>
                  <a:lnTo>
                    <a:pt x="2823852" y="22103"/>
                  </a:lnTo>
                  <a:lnTo>
                    <a:pt x="2828016" y="26267"/>
                  </a:lnTo>
                  <a:lnTo>
                    <a:pt x="2832180" y="30431"/>
                  </a:lnTo>
                  <a:lnTo>
                    <a:pt x="2835898" y="34961"/>
                  </a:lnTo>
                  <a:lnTo>
                    <a:pt x="2839169" y="39858"/>
                  </a:lnTo>
                  <a:lnTo>
                    <a:pt x="2842441" y="44754"/>
                  </a:lnTo>
                  <a:lnTo>
                    <a:pt x="2845203" y="49922"/>
                  </a:lnTo>
                  <a:lnTo>
                    <a:pt x="2847457" y="55363"/>
                  </a:lnTo>
                  <a:lnTo>
                    <a:pt x="2849710" y="60803"/>
                  </a:lnTo>
                  <a:lnTo>
                    <a:pt x="2851411" y="66411"/>
                  </a:lnTo>
                  <a:lnTo>
                    <a:pt x="2852560" y="72187"/>
                  </a:lnTo>
                  <a:lnTo>
                    <a:pt x="2853709" y="77962"/>
                  </a:lnTo>
                  <a:lnTo>
                    <a:pt x="2854284" y="83795"/>
                  </a:lnTo>
                  <a:lnTo>
                    <a:pt x="2854285" y="89683"/>
                  </a:lnTo>
                  <a:lnTo>
                    <a:pt x="2854285" y="3138933"/>
                  </a:lnTo>
                  <a:lnTo>
                    <a:pt x="2845203" y="3178694"/>
                  </a:lnTo>
                  <a:lnTo>
                    <a:pt x="2819322" y="3210231"/>
                  </a:lnTo>
                  <a:lnTo>
                    <a:pt x="2814425" y="3213502"/>
                  </a:lnTo>
                  <a:lnTo>
                    <a:pt x="2809529" y="3216774"/>
                  </a:lnTo>
                  <a:lnTo>
                    <a:pt x="2782097" y="3226894"/>
                  </a:lnTo>
                  <a:lnTo>
                    <a:pt x="2776322" y="3228043"/>
                  </a:lnTo>
                  <a:lnTo>
                    <a:pt x="2770490" y="3228617"/>
                  </a:lnTo>
                  <a:lnTo>
                    <a:pt x="2764601" y="3228617"/>
                  </a:lnTo>
                  <a:lnTo>
                    <a:pt x="89684" y="3228617"/>
                  </a:lnTo>
                  <a:lnTo>
                    <a:pt x="83795" y="3228617"/>
                  </a:lnTo>
                  <a:lnTo>
                    <a:pt x="77963" y="3228043"/>
                  </a:lnTo>
                  <a:lnTo>
                    <a:pt x="72187" y="3226894"/>
                  </a:lnTo>
                  <a:lnTo>
                    <a:pt x="66411" y="3225745"/>
                  </a:lnTo>
                  <a:lnTo>
                    <a:pt x="60803" y="3224043"/>
                  </a:lnTo>
                  <a:lnTo>
                    <a:pt x="55362" y="3221790"/>
                  </a:lnTo>
                  <a:lnTo>
                    <a:pt x="49922" y="3219537"/>
                  </a:lnTo>
                  <a:lnTo>
                    <a:pt x="44753" y="3216774"/>
                  </a:lnTo>
                  <a:lnTo>
                    <a:pt x="39857" y="3213502"/>
                  </a:lnTo>
                  <a:lnTo>
                    <a:pt x="34961" y="3210230"/>
                  </a:lnTo>
                  <a:lnTo>
                    <a:pt x="15114" y="3188758"/>
                  </a:lnTo>
                  <a:lnTo>
                    <a:pt x="11843" y="3183862"/>
                  </a:lnTo>
                  <a:lnTo>
                    <a:pt x="1723" y="3156430"/>
                  </a:lnTo>
                  <a:lnTo>
                    <a:pt x="574" y="3150655"/>
                  </a:lnTo>
                  <a:lnTo>
                    <a:pt x="0" y="3144822"/>
                  </a:lnTo>
                  <a:lnTo>
                    <a:pt x="0" y="3138933"/>
                  </a:lnTo>
                  <a:close/>
                </a:path>
              </a:pathLst>
            </a:custGeom>
            <a:ln w="7798">
              <a:solidFill>
                <a:srgbClr val="E4E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7031388" y="1625322"/>
              <a:ext cx="2827655" cy="46990"/>
            </a:xfrm>
            <a:custGeom>
              <a:avLst/>
              <a:gdLst/>
              <a:ahLst/>
              <a:cxnLst/>
              <a:rect l="l" t="t" r="r" b="b"/>
              <a:pathLst>
                <a:path w="2827654" h="46989">
                  <a:moveTo>
                    <a:pt x="2827606" y="46791"/>
                  </a:moveTo>
                  <a:lnTo>
                    <a:pt x="0" y="46791"/>
                  </a:lnTo>
                  <a:lnTo>
                    <a:pt x="701" y="45304"/>
                  </a:lnTo>
                  <a:lnTo>
                    <a:pt x="28676" y="14443"/>
                  </a:lnTo>
                  <a:lnTo>
                    <a:pt x="67894" y="408"/>
                  </a:lnTo>
                  <a:lnTo>
                    <a:pt x="76345" y="0"/>
                  </a:lnTo>
                  <a:lnTo>
                    <a:pt x="2751263" y="0"/>
                  </a:lnTo>
                  <a:lnTo>
                    <a:pt x="2791741" y="10140"/>
                  </a:lnTo>
                  <a:lnTo>
                    <a:pt x="2822602" y="38116"/>
                  </a:lnTo>
                  <a:lnTo>
                    <a:pt x="2827606" y="46791"/>
                  </a:lnTo>
                  <a:close/>
                </a:path>
              </a:pathLst>
            </a:custGeom>
            <a:solidFill>
              <a:srgbClr val="256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7193280" y="1874520"/>
              <a:ext cx="624840" cy="624840"/>
            </a:xfrm>
            <a:custGeom>
              <a:avLst/>
              <a:gdLst/>
              <a:ahLst/>
              <a:cxnLst/>
              <a:rect l="l" t="t" r="r" b="b"/>
              <a:pathLst>
                <a:path w="624840" h="624839">
                  <a:moveTo>
                    <a:pt x="624840" y="624840"/>
                  </a:moveTo>
                  <a:lnTo>
                    <a:pt x="0" y="624840"/>
                  </a:lnTo>
                  <a:lnTo>
                    <a:pt x="0" y="0"/>
                  </a:lnTo>
                  <a:lnTo>
                    <a:pt x="624840" y="0"/>
                  </a:lnTo>
                  <a:lnTo>
                    <a:pt x="624840" y="39350"/>
                  </a:lnTo>
                  <a:lnTo>
                    <a:pt x="187404" y="39350"/>
                  </a:lnTo>
                  <a:lnTo>
                    <a:pt x="175879" y="39906"/>
                  </a:lnTo>
                  <a:lnTo>
                    <a:pt x="132203" y="53178"/>
                  </a:lnTo>
                  <a:lnTo>
                    <a:pt x="96931" y="82154"/>
                  </a:lnTo>
                  <a:lnTo>
                    <a:pt x="75432" y="122422"/>
                  </a:lnTo>
                  <a:lnTo>
                    <a:pt x="70425" y="156329"/>
                  </a:lnTo>
                  <a:lnTo>
                    <a:pt x="70425" y="405884"/>
                  </a:lnTo>
                  <a:lnTo>
                    <a:pt x="79328" y="450650"/>
                  </a:lnTo>
                  <a:lnTo>
                    <a:pt x="104686" y="488600"/>
                  </a:lnTo>
                  <a:lnTo>
                    <a:pt x="142637" y="513958"/>
                  </a:lnTo>
                  <a:lnTo>
                    <a:pt x="187404" y="522863"/>
                  </a:lnTo>
                  <a:lnTo>
                    <a:pt x="624840" y="522863"/>
                  </a:lnTo>
                  <a:lnTo>
                    <a:pt x="624840" y="624840"/>
                  </a:lnTo>
                  <a:close/>
                </a:path>
                <a:path w="624840" h="624839">
                  <a:moveTo>
                    <a:pt x="624840" y="522863"/>
                  </a:moveTo>
                  <a:lnTo>
                    <a:pt x="436959" y="522863"/>
                  </a:lnTo>
                  <a:lnTo>
                    <a:pt x="448481" y="522306"/>
                  </a:lnTo>
                  <a:lnTo>
                    <a:pt x="459783" y="520636"/>
                  </a:lnTo>
                  <a:lnTo>
                    <a:pt x="501960" y="503166"/>
                  </a:lnTo>
                  <a:lnTo>
                    <a:pt x="534240" y="470886"/>
                  </a:lnTo>
                  <a:lnTo>
                    <a:pt x="551710" y="428709"/>
                  </a:lnTo>
                  <a:lnTo>
                    <a:pt x="553937" y="405884"/>
                  </a:lnTo>
                  <a:lnTo>
                    <a:pt x="553937" y="156329"/>
                  </a:lnTo>
                  <a:lnTo>
                    <a:pt x="545031" y="111563"/>
                  </a:lnTo>
                  <a:lnTo>
                    <a:pt x="519674" y="73612"/>
                  </a:lnTo>
                  <a:lnTo>
                    <a:pt x="481724" y="48254"/>
                  </a:lnTo>
                  <a:lnTo>
                    <a:pt x="436959" y="39350"/>
                  </a:lnTo>
                  <a:lnTo>
                    <a:pt x="624840" y="39350"/>
                  </a:lnTo>
                  <a:lnTo>
                    <a:pt x="624840" y="522863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7255906" y="1906071"/>
              <a:ext cx="499109" cy="499109"/>
            </a:xfrm>
            <a:custGeom>
              <a:avLst/>
              <a:gdLst/>
              <a:ahLst/>
              <a:cxnLst/>
              <a:rect l="l" t="t" r="r" b="b"/>
              <a:pathLst>
                <a:path w="499109" h="499110">
                  <a:moveTo>
                    <a:pt x="382525" y="499109"/>
                  </a:moveTo>
                  <a:lnTo>
                    <a:pt x="116584" y="499109"/>
                  </a:lnTo>
                  <a:lnTo>
                    <a:pt x="108470" y="498310"/>
                  </a:lnTo>
                  <a:lnTo>
                    <a:pt x="69457" y="486476"/>
                  </a:lnTo>
                  <a:lnTo>
                    <a:pt x="30753" y="456769"/>
                  </a:lnTo>
                  <a:lnTo>
                    <a:pt x="6362" y="414513"/>
                  </a:lnTo>
                  <a:lnTo>
                    <a:pt x="0" y="382525"/>
                  </a:lnTo>
                  <a:lnTo>
                    <a:pt x="0" y="374332"/>
                  </a:lnTo>
                  <a:lnTo>
                    <a:pt x="0" y="116584"/>
                  </a:lnTo>
                  <a:lnTo>
                    <a:pt x="12633" y="69457"/>
                  </a:lnTo>
                  <a:lnTo>
                    <a:pt x="42339" y="30753"/>
                  </a:lnTo>
                  <a:lnTo>
                    <a:pt x="84596" y="6362"/>
                  </a:lnTo>
                  <a:lnTo>
                    <a:pt x="116584" y="0"/>
                  </a:lnTo>
                  <a:lnTo>
                    <a:pt x="382525" y="0"/>
                  </a:lnTo>
                  <a:lnTo>
                    <a:pt x="429651" y="12633"/>
                  </a:lnTo>
                  <a:lnTo>
                    <a:pt x="468356" y="42339"/>
                  </a:lnTo>
                  <a:lnTo>
                    <a:pt x="492746" y="84596"/>
                  </a:lnTo>
                  <a:lnTo>
                    <a:pt x="499109" y="116584"/>
                  </a:lnTo>
                  <a:lnTo>
                    <a:pt x="499109" y="382525"/>
                  </a:lnTo>
                  <a:lnTo>
                    <a:pt x="486475" y="429651"/>
                  </a:lnTo>
                  <a:lnTo>
                    <a:pt x="456769" y="468356"/>
                  </a:lnTo>
                  <a:lnTo>
                    <a:pt x="414513" y="492747"/>
                  </a:lnTo>
                  <a:lnTo>
                    <a:pt x="390639" y="498310"/>
                  </a:lnTo>
                  <a:lnTo>
                    <a:pt x="382525" y="499109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7" name="object 6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398840" y="2039937"/>
              <a:ext cx="219074" cy="222249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8913107" y="1909970"/>
              <a:ext cx="717550" cy="210820"/>
            </a:xfrm>
            <a:custGeom>
              <a:avLst/>
              <a:gdLst/>
              <a:ahLst/>
              <a:cxnLst/>
              <a:rect l="l" t="t" r="r" b="b"/>
              <a:pathLst>
                <a:path w="717550" h="210819">
                  <a:moveTo>
                    <a:pt x="619102" y="210561"/>
                  </a:moveTo>
                  <a:lnTo>
                    <a:pt x="98367" y="210561"/>
                  </a:lnTo>
                  <a:lnTo>
                    <a:pt x="91521" y="209887"/>
                  </a:lnTo>
                  <a:lnTo>
                    <a:pt x="52536" y="196659"/>
                  </a:lnTo>
                  <a:lnTo>
                    <a:pt x="21583" y="169519"/>
                  </a:lnTo>
                  <a:lnTo>
                    <a:pt x="3371" y="132600"/>
                  </a:lnTo>
                  <a:lnTo>
                    <a:pt x="0" y="112193"/>
                  </a:lnTo>
                  <a:lnTo>
                    <a:pt x="0" y="105281"/>
                  </a:lnTo>
                  <a:lnTo>
                    <a:pt x="0" y="98368"/>
                  </a:lnTo>
                  <a:lnTo>
                    <a:pt x="10659" y="58604"/>
                  </a:lnTo>
                  <a:lnTo>
                    <a:pt x="35723" y="25947"/>
                  </a:lnTo>
                  <a:lnTo>
                    <a:pt x="71378" y="5368"/>
                  </a:lnTo>
                  <a:lnTo>
                    <a:pt x="98367" y="0"/>
                  </a:lnTo>
                  <a:lnTo>
                    <a:pt x="619102" y="0"/>
                  </a:lnTo>
                  <a:lnTo>
                    <a:pt x="658865" y="10659"/>
                  </a:lnTo>
                  <a:lnTo>
                    <a:pt x="691523" y="35724"/>
                  </a:lnTo>
                  <a:lnTo>
                    <a:pt x="712101" y="71378"/>
                  </a:lnTo>
                  <a:lnTo>
                    <a:pt x="717470" y="98368"/>
                  </a:lnTo>
                  <a:lnTo>
                    <a:pt x="717470" y="112193"/>
                  </a:lnTo>
                  <a:lnTo>
                    <a:pt x="706810" y="151956"/>
                  </a:lnTo>
                  <a:lnTo>
                    <a:pt x="681746" y="184613"/>
                  </a:lnTo>
                  <a:lnTo>
                    <a:pt x="646092" y="205193"/>
                  </a:lnTo>
                  <a:lnTo>
                    <a:pt x="625948" y="209887"/>
                  </a:lnTo>
                  <a:lnTo>
                    <a:pt x="619102" y="210561"/>
                  </a:lnTo>
                  <a:close/>
                </a:path>
              </a:pathLst>
            </a:custGeom>
            <a:solidFill>
              <a:srgbClr val="DAE9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8913107" y="1909970"/>
              <a:ext cx="717550" cy="210820"/>
            </a:xfrm>
            <a:custGeom>
              <a:avLst/>
              <a:gdLst/>
              <a:ahLst/>
              <a:cxnLst/>
              <a:rect l="l" t="t" r="r" b="b"/>
              <a:pathLst>
                <a:path w="717550" h="210819">
                  <a:moveTo>
                    <a:pt x="0" y="105281"/>
                  </a:moveTo>
                  <a:lnTo>
                    <a:pt x="0" y="98368"/>
                  </a:lnTo>
                  <a:lnTo>
                    <a:pt x="673" y="91521"/>
                  </a:lnTo>
                  <a:lnTo>
                    <a:pt x="2022" y="84741"/>
                  </a:lnTo>
                  <a:lnTo>
                    <a:pt x="3371" y="77961"/>
                  </a:lnTo>
                  <a:lnTo>
                    <a:pt x="5368" y="71378"/>
                  </a:lnTo>
                  <a:lnTo>
                    <a:pt x="8013" y="64991"/>
                  </a:lnTo>
                  <a:lnTo>
                    <a:pt x="10659" y="58604"/>
                  </a:lnTo>
                  <a:lnTo>
                    <a:pt x="13901" y="52537"/>
                  </a:lnTo>
                  <a:lnTo>
                    <a:pt x="17742" y="46789"/>
                  </a:lnTo>
                  <a:lnTo>
                    <a:pt x="21583" y="41041"/>
                  </a:lnTo>
                  <a:lnTo>
                    <a:pt x="25948" y="35724"/>
                  </a:lnTo>
                  <a:lnTo>
                    <a:pt x="30836" y="30835"/>
                  </a:lnTo>
                  <a:lnTo>
                    <a:pt x="35723" y="25947"/>
                  </a:lnTo>
                  <a:lnTo>
                    <a:pt x="64991" y="8013"/>
                  </a:lnTo>
                  <a:lnTo>
                    <a:pt x="71378" y="5368"/>
                  </a:lnTo>
                  <a:lnTo>
                    <a:pt x="77961" y="3371"/>
                  </a:lnTo>
                  <a:lnTo>
                    <a:pt x="84741" y="2022"/>
                  </a:lnTo>
                  <a:lnTo>
                    <a:pt x="91521" y="674"/>
                  </a:lnTo>
                  <a:lnTo>
                    <a:pt x="98367" y="0"/>
                  </a:lnTo>
                  <a:lnTo>
                    <a:pt x="105281" y="0"/>
                  </a:lnTo>
                  <a:lnTo>
                    <a:pt x="612190" y="0"/>
                  </a:lnTo>
                  <a:lnTo>
                    <a:pt x="619102" y="0"/>
                  </a:lnTo>
                  <a:lnTo>
                    <a:pt x="625948" y="674"/>
                  </a:lnTo>
                  <a:lnTo>
                    <a:pt x="664932" y="13902"/>
                  </a:lnTo>
                  <a:lnTo>
                    <a:pt x="670680" y="17742"/>
                  </a:lnTo>
                  <a:lnTo>
                    <a:pt x="676428" y="21583"/>
                  </a:lnTo>
                  <a:lnTo>
                    <a:pt x="681746" y="25947"/>
                  </a:lnTo>
                  <a:lnTo>
                    <a:pt x="686635" y="30835"/>
                  </a:lnTo>
                  <a:lnTo>
                    <a:pt x="691523" y="35724"/>
                  </a:lnTo>
                  <a:lnTo>
                    <a:pt x="712101" y="71378"/>
                  </a:lnTo>
                  <a:lnTo>
                    <a:pt x="717471" y="105281"/>
                  </a:lnTo>
                  <a:lnTo>
                    <a:pt x="717470" y="112193"/>
                  </a:lnTo>
                  <a:lnTo>
                    <a:pt x="706810" y="151956"/>
                  </a:lnTo>
                  <a:lnTo>
                    <a:pt x="699727" y="163771"/>
                  </a:lnTo>
                  <a:lnTo>
                    <a:pt x="695887" y="169519"/>
                  </a:lnTo>
                  <a:lnTo>
                    <a:pt x="664932" y="196659"/>
                  </a:lnTo>
                  <a:lnTo>
                    <a:pt x="625948" y="209887"/>
                  </a:lnTo>
                  <a:lnTo>
                    <a:pt x="612190" y="210562"/>
                  </a:lnTo>
                  <a:lnTo>
                    <a:pt x="105281" y="210562"/>
                  </a:lnTo>
                  <a:lnTo>
                    <a:pt x="98367" y="210561"/>
                  </a:lnTo>
                  <a:lnTo>
                    <a:pt x="91521" y="209887"/>
                  </a:lnTo>
                  <a:lnTo>
                    <a:pt x="84741" y="208538"/>
                  </a:lnTo>
                  <a:lnTo>
                    <a:pt x="77961" y="207190"/>
                  </a:lnTo>
                  <a:lnTo>
                    <a:pt x="46789" y="192818"/>
                  </a:lnTo>
                  <a:lnTo>
                    <a:pt x="41041" y="188978"/>
                  </a:lnTo>
                  <a:lnTo>
                    <a:pt x="35723" y="184613"/>
                  </a:lnTo>
                  <a:lnTo>
                    <a:pt x="30836" y="179725"/>
                  </a:lnTo>
                  <a:lnTo>
                    <a:pt x="25948" y="174837"/>
                  </a:lnTo>
                  <a:lnTo>
                    <a:pt x="8013" y="145570"/>
                  </a:lnTo>
                  <a:lnTo>
                    <a:pt x="5368" y="139183"/>
                  </a:lnTo>
                  <a:lnTo>
                    <a:pt x="3371" y="132600"/>
                  </a:lnTo>
                  <a:lnTo>
                    <a:pt x="2022" y="125820"/>
                  </a:lnTo>
                  <a:lnTo>
                    <a:pt x="673" y="119040"/>
                  </a:lnTo>
                  <a:lnTo>
                    <a:pt x="0" y="112193"/>
                  </a:lnTo>
                  <a:lnTo>
                    <a:pt x="0" y="105281"/>
                  </a:lnTo>
                </a:path>
              </a:pathLst>
            </a:custGeom>
            <a:ln w="7798">
              <a:solidFill>
                <a:srgbClr val="BEDA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" name="object 70"/>
          <p:cNvSpPr txBox="1"/>
          <p:nvPr/>
        </p:nvSpPr>
        <p:spPr>
          <a:xfrm>
            <a:off x="8979490" y="1947961"/>
            <a:ext cx="577215" cy="1377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700" b="1" spc="40" dirty="0">
                <a:solidFill>
                  <a:srgbClr val="1D40AF"/>
                </a:solidFill>
                <a:latin typeface="Noto Sans KR"/>
                <a:cs typeface="Noto Sans KR"/>
              </a:rPr>
              <a:t>IMMEDIATE</a:t>
            </a:r>
            <a:endParaRPr sz="700">
              <a:latin typeface="Noto Sans KR"/>
              <a:cs typeface="Noto Sans KR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7245765" y="2529207"/>
            <a:ext cx="1548765" cy="474345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1200" b="1" spc="25" dirty="0">
                <a:solidFill>
                  <a:srgbClr val="111726"/>
                </a:solidFill>
                <a:latin typeface="Noto Sans KR Black"/>
                <a:cs typeface="Noto Sans KR Black"/>
              </a:rPr>
              <a:t>공통</a:t>
            </a:r>
            <a:r>
              <a:rPr sz="1200" b="1" spc="40" dirty="0">
                <a:solidFill>
                  <a:srgbClr val="111726"/>
                </a:solidFill>
                <a:latin typeface="Noto Sans KR Black"/>
                <a:cs typeface="Noto Sans KR Black"/>
              </a:rPr>
              <a:t> </a:t>
            </a:r>
            <a:r>
              <a:rPr sz="1200" b="1" spc="10" dirty="0">
                <a:solidFill>
                  <a:srgbClr val="111726"/>
                </a:solidFill>
                <a:latin typeface="Noto Sans KR Black"/>
                <a:cs typeface="Noto Sans KR Black"/>
              </a:rPr>
              <a:t>UI</a:t>
            </a:r>
            <a:r>
              <a:rPr sz="1200" b="1" spc="45" dirty="0">
                <a:solidFill>
                  <a:srgbClr val="111726"/>
                </a:solidFill>
                <a:latin typeface="Noto Sans KR Black"/>
                <a:cs typeface="Noto Sans KR Black"/>
              </a:rPr>
              <a:t> </a:t>
            </a:r>
            <a:r>
              <a:rPr sz="1200" b="1" spc="25" dirty="0">
                <a:solidFill>
                  <a:srgbClr val="111726"/>
                </a:solidFill>
                <a:latin typeface="Noto Sans KR Black"/>
                <a:cs typeface="Noto Sans KR Black"/>
              </a:rPr>
              <a:t>일괄</a:t>
            </a:r>
            <a:r>
              <a:rPr sz="1200" b="1" spc="45" dirty="0">
                <a:solidFill>
                  <a:srgbClr val="111726"/>
                </a:solidFill>
                <a:latin typeface="Noto Sans KR Black"/>
                <a:cs typeface="Noto Sans KR Black"/>
              </a:rPr>
              <a:t> </a:t>
            </a:r>
            <a:r>
              <a:rPr sz="1200" b="1" spc="25" dirty="0">
                <a:solidFill>
                  <a:srgbClr val="111726"/>
                </a:solidFill>
                <a:latin typeface="Noto Sans KR Black"/>
                <a:cs typeface="Noto Sans KR Black"/>
              </a:rPr>
              <a:t>패치</a:t>
            </a:r>
            <a:endParaRPr sz="1200">
              <a:latin typeface="Noto Sans KR Black"/>
              <a:cs typeface="Noto Sans KR Black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950" b="1" spc="-40" dirty="0">
                <a:solidFill>
                  <a:srgbClr val="2562EB"/>
                </a:solidFill>
                <a:latin typeface="Noto Sans KR"/>
                <a:cs typeface="Noto Sans KR"/>
              </a:rPr>
              <a:t>Efficiency</a:t>
            </a:r>
            <a:r>
              <a:rPr sz="950" b="1" spc="15" dirty="0">
                <a:solidFill>
                  <a:srgbClr val="2562EB"/>
                </a:solidFill>
                <a:latin typeface="Noto Sans KR"/>
                <a:cs typeface="Noto Sans KR"/>
              </a:rPr>
              <a:t> </a:t>
            </a:r>
            <a:r>
              <a:rPr sz="950" b="1" spc="-60" dirty="0">
                <a:solidFill>
                  <a:srgbClr val="2562EB"/>
                </a:solidFill>
                <a:latin typeface="Noto Sans KR"/>
                <a:cs typeface="Noto Sans KR"/>
              </a:rPr>
              <a:t>&amp;</a:t>
            </a:r>
            <a:r>
              <a:rPr sz="950" b="1" spc="20" dirty="0">
                <a:solidFill>
                  <a:srgbClr val="2562EB"/>
                </a:solidFill>
                <a:latin typeface="Noto Sans KR"/>
                <a:cs typeface="Noto Sans KR"/>
              </a:rPr>
              <a:t> </a:t>
            </a:r>
            <a:r>
              <a:rPr sz="950" b="1" spc="-55" dirty="0">
                <a:solidFill>
                  <a:srgbClr val="2562EB"/>
                </a:solidFill>
                <a:latin typeface="Noto Sans KR"/>
                <a:cs typeface="Noto Sans KR"/>
              </a:rPr>
              <a:t>Standardization</a:t>
            </a:r>
            <a:endParaRPr sz="950">
              <a:latin typeface="Noto Sans KR"/>
              <a:cs typeface="Noto Sans KR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7255906" y="3395602"/>
            <a:ext cx="2378710" cy="265430"/>
            <a:chOff x="7255906" y="3395602"/>
            <a:chExt cx="2378710" cy="265430"/>
          </a:xfrm>
        </p:grpSpPr>
        <p:sp>
          <p:nvSpPr>
            <p:cNvPr id="73" name="object 73"/>
            <p:cNvSpPr/>
            <p:nvPr/>
          </p:nvSpPr>
          <p:spPr>
            <a:xfrm>
              <a:off x="7255906" y="3652956"/>
              <a:ext cx="2378710" cy="8255"/>
            </a:xfrm>
            <a:custGeom>
              <a:avLst/>
              <a:gdLst/>
              <a:ahLst/>
              <a:cxnLst/>
              <a:rect l="l" t="t" r="r" b="b"/>
              <a:pathLst>
                <a:path w="2378709" h="8254">
                  <a:moveTo>
                    <a:pt x="2378571" y="7798"/>
                  </a:moveTo>
                  <a:lnTo>
                    <a:pt x="0" y="7798"/>
                  </a:lnTo>
                  <a:lnTo>
                    <a:pt x="0" y="0"/>
                  </a:lnTo>
                  <a:lnTo>
                    <a:pt x="2378571" y="0"/>
                  </a:lnTo>
                  <a:lnTo>
                    <a:pt x="2378571" y="7798"/>
                  </a:lnTo>
                  <a:close/>
                </a:path>
              </a:pathLst>
            </a:custGeom>
            <a:solidFill>
              <a:srgbClr val="F2F4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8698645" y="3395602"/>
              <a:ext cx="296545" cy="156210"/>
            </a:xfrm>
            <a:custGeom>
              <a:avLst/>
              <a:gdLst/>
              <a:ahLst/>
              <a:cxnLst/>
              <a:rect l="l" t="t" r="r" b="b"/>
              <a:pathLst>
                <a:path w="296545" h="156210">
                  <a:moveTo>
                    <a:pt x="269289" y="155971"/>
                  </a:moveTo>
                  <a:lnTo>
                    <a:pt x="27058" y="155971"/>
                  </a:lnTo>
                  <a:lnTo>
                    <a:pt x="23078" y="155179"/>
                  </a:lnTo>
                  <a:lnTo>
                    <a:pt x="0" y="128913"/>
                  </a:lnTo>
                  <a:lnTo>
                    <a:pt x="0" y="124777"/>
                  </a:lnTo>
                  <a:lnTo>
                    <a:pt x="0" y="27057"/>
                  </a:lnTo>
                  <a:lnTo>
                    <a:pt x="27058" y="0"/>
                  </a:lnTo>
                  <a:lnTo>
                    <a:pt x="269289" y="0"/>
                  </a:lnTo>
                  <a:lnTo>
                    <a:pt x="296346" y="27057"/>
                  </a:lnTo>
                  <a:lnTo>
                    <a:pt x="296346" y="128913"/>
                  </a:lnTo>
                  <a:lnTo>
                    <a:pt x="273267" y="155179"/>
                  </a:lnTo>
                  <a:lnTo>
                    <a:pt x="269289" y="155971"/>
                  </a:lnTo>
                  <a:close/>
                </a:path>
              </a:pathLst>
            </a:custGeom>
            <a:solidFill>
              <a:srgbClr val="DAE9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5" name="object 75"/>
          <p:cNvSpPr txBox="1"/>
          <p:nvPr/>
        </p:nvSpPr>
        <p:spPr>
          <a:xfrm>
            <a:off x="7245765" y="3414097"/>
            <a:ext cx="21209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70" dirty="0">
                <a:solidFill>
                  <a:srgbClr val="6A7280"/>
                </a:solidFill>
                <a:latin typeface="맑은 고딕"/>
                <a:cs typeface="맑은 고딕"/>
              </a:rPr>
              <a:t>대상</a:t>
            </a:r>
            <a:endParaRPr sz="800">
              <a:latin typeface="맑은 고딕"/>
              <a:cs typeface="맑은 고딕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7635695" y="3395661"/>
            <a:ext cx="1337945" cy="1600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spc="-60" dirty="0">
                <a:solidFill>
                  <a:srgbClr val="1F2937"/>
                </a:solidFill>
                <a:latin typeface="Arial Unicode MS"/>
                <a:cs typeface="Arial Unicode MS"/>
              </a:rPr>
              <a:t>공통관리</a:t>
            </a:r>
            <a:r>
              <a:rPr sz="850" b="0" spc="5" dirty="0">
                <a:solidFill>
                  <a:srgbClr val="1F2937"/>
                </a:solidFill>
                <a:latin typeface="Noto Sans KR Medium"/>
                <a:cs typeface="Noto Sans KR Medium"/>
              </a:rPr>
              <a:t>/</a:t>
            </a:r>
            <a:r>
              <a:rPr sz="850" b="0" dirty="0">
                <a:solidFill>
                  <a:srgbClr val="1F2937"/>
                </a:solidFill>
                <a:latin typeface="Noto Sans KR Medium"/>
                <a:cs typeface="Noto Sans KR Medium"/>
              </a:rPr>
              <a:t>UI</a:t>
            </a:r>
            <a:r>
              <a:rPr sz="850" b="0" spc="45" dirty="0">
                <a:solidFill>
                  <a:srgbClr val="1F2937"/>
                </a:solidFill>
                <a:latin typeface="Noto Sans KR Medium"/>
                <a:cs typeface="Noto Sans KR Medium"/>
              </a:rPr>
              <a:t> </a:t>
            </a:r>
            <a:r>
              <a:rPr sz="850" spc="-60" dirty="0">
                <a:solidFill>
                  <a:srgbClr val="1F2937"/>
                </a:solidFill>
                <a:latin typeface="Arial Unicode MS"/>
                <a:cs typeface="Arial Unicode MS"/>
              </a:rPr>
              <a:t>표준</a:t>
            </a:r>
            <a:r>
              <a:rPr sz="850" dirty="0">
                <a:solidFill>
                  <a:srgbClr val="1F2937"/>
                </a:solidFill>
                <a:latin typeface="Arial Unicode MS"/>
                <a:cs typeface="Arial Unicode MS"/>
              </a:rPr>
              <a:t> </a:t>
            </a:r>
            <a:r>
              <a:rPr sz="850" spc="-60" dirty="0">
                <a:solidFill>
                  <a:srgbClr val="1F2937"/>
                </a:solidFill>
                <a:latin typeface="Arial Unicode MS"/>
                <a:cs typeface="Arial Unicode MS"/>
              </a:rPr>
              <a:t>결함</a:t>
            </a:r>
            <a:r>
              <a:rPr sz="850" dirty="0">
                <a:solidFill>
                  <a:srgbClr val="1F2937"/>
                </a:solidFill>
                <a:latin typeface="Arial Unicode MS"/>
                <a:cs typeface="Arial Unicode MS"/>
              </a:rPr>
              <a:t> </a:t>
            </a:r>
            <a:r>
              <a:rPr sz="850" spc="10" dirty="0">
                <a:solidFill>
                  <a:srgbClr val="1F2937"/>
                </a:solidFill>
                <a:latin typeface="Arial Unicode MS"/>
                <a:cs typeface="Arial Unicode MS"/>
              </a:rPr>
              <a:t> </a:t>
            </a:r>
            <a:r>
              <a:rPr sz="850" b="1" spc="5" dirty="0">
                <a:solidFill>
                  <a:srgbClr val="1C4ED8"/>
                </a:solidFill>
                <a:latin typeface="Trebuchet MS"/>
                <a:cs typeface="Trebuchet MS"/>
              </a:rPr>
              <a:t>52</a:t>
            </a:r>
            <a:r>
              <a:rPr sz="850" b="1" spc="-60" dirty="0">
                <a:solidFill>
                  <a:srgbClr val="1C4ED8"/>
                </a:solidFill>
                <a:latin typeface="맑은 고딕"/>
                <a:cs typeface="맑은 고딕"/>
              </a:rPr>
              <a:t>건</a:t>
            </a:r>
            <a:endParaRPr sz="850">
              <a:latin typeface="맑은 고딕"/>
              <a:cs typeface="맑은 고딕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7245765" y="3772832"/>
            <a:ext cx="21209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70" dirty="0">
                <a:solidFill>
                  <a:srgbClr val="6A7280"/>
                </a:solidFill>
                <a:latin typeface="맑은 고딕"/>
                <a:cs typeface="맑은 고딕"/>
              </a:rPr>
              <a:t>조치</a:t>
            </a:r>
            <a:endParaRPr sz="800">
              <a:latin typeface="맑은 고딕"/>
              <a:cs typeface="맑은 고딕"/>
            </a:endParaRPr>
          </a:p>
        </p:txBody>
      </p:sp>
      <p:grpSp>
        <p:nvGrpSpPr>
          <p:cNvPr id="78" name="object 78"/>
          <p:cNvGrpSpPr/>
          <p:nvPr/>
        </p:nvGrpSpPr>
        <p:grpSpPr>
          <a:xfrm>
            <a:off x="7645835" y="4144267"/>
            <a:ext cx="1529080" cy="374650"/>
            <a:chOff x="7645835" y="4144267"/>
            <a:chExt cx="1529080" cy="374650"/>
          </a:xfrm>
        </p:grpSpPr>
        <p:sp>
          <p:nvSpPr>
            <p:cNvPr id="79" name="object 79"/>
            <p:cNvSpPr/>
            <p:nvPr/>
          </p:nvSpPr>
          <p:spPr>
            <a:xfrm>
              <a:off x="7645835" y="4144267"/>
              <a:ext cx="1529080" cy="374650"/>
            </a:xfrm>
            <a:custGeom>
              <a:avLst/>
              <a:gdLst/>
              <a:ahLst/>
              <a:cxnLst/>
              <a:rect l="l" t="t" r="r" b="b"/>
              <a:pathLst>
                <a:path w="1529079" h="374650">
                  <a:moveTo>
                    <a:pt x="1501465" y="374332"/>
                  </a:moveTo>
                  <a:lnTo>
                    <a:pt x="27057" y="374332"/>
                  </a:lnTo>
                  <a:lnTo>
                    <a:pt x="23078" y="373540"/>
                  </a:lnTo>
                  <a:lnTo>
                    <a:pt x="0" y="347274"/>
                  </a:lnTo>
                  <a:lnTo>
                    <a:pt x="0" y="343138"/>
                  </a:lnTo>
                  <a:lnTo>
                    <a:pt x="0" y="27057"/>
                  </a:lnTo>
                  <a:lnTo>
                    <a:pt x="27057" y="0"/>
                  </a:lnTo>
                  <a:lnTo>
                    <a:pt x="1501465" y="0"/>
                  </a:lnTo>
                  <a:lnTo>
                    <a:pt x="1528523" y="27057"/>
                  </a:lnTo>
                  <a:lnTo>
                    <a:pt x="1528523" y="347274"/>
                  </a:lnTo>
                  <a:lnTo>
                    <a:pt x="1505444" y="373540"/>
                  </a:lnTo>
                  <a:lnTo>
                    <a:pt x="1501465" y="374332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0" name="object 8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713958" y="4225488"/>
              <a:ext cx="73024" cy="98424"/>
            </a:xfrm>
            <a:prstGeom prst="rect">
              <a:avLst/>
            </a:prstGeom>
          </p:spPr>
        </p:pic>
      </p:grpSp>
      <p:sp>
        <p:nvSpPr>
          <p:cNvPr id="81" name="object 81"/>
          <p:cNvSpPr txBox="1"/>
          <p:nvPr/>
        </p:nvSpPr>
        <p:spPr>
          <a:xfrm>
            <a:off x="7635695" y="3724480"/>
            <a:ext cx="1554480" cy="3530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6400"/>
              </a:lnSpc>
              <a:spcBef>
                <a:spcPts val="95"/>
              </a:spcBef>
            </a:pPr>
            <a:r>
              <a:rPr sz="850" spc="-60" dirty="0">
                <a:solidFill>
                  <a:srgbClr val="1F2937"/>
                </a:solidFill>
                <a:latin typeface="Arial Unicode MS"/>
                <a:cs typeface="Arial Unicode MS"/>
              </a:rPr>
              <a:t>개별 수정 없이 퍼블리싱 </a:t>
            </a:r>
            <a:r>
              <a:rPr sz="850" spc="-45" dirty="0">
                <a:solidFill>
                  <a:srgbClr val="1F2937"/>
                </a:solidFill>
                <a:latin typeface="Arial Unicode MS"/>
                <a:cs typeface="Arial Unicode MS"/>
              </a:rPr>
              <a:t>담당자가  </a:t>
            </a:r>
            <a:r>
              <a:rPr sz="850" b="1" spc="-60" dirty="0">
                <a:solidFill>
                  <a:srgbClr val="1F2937"/>
                </a:solidFill>
                <a:latin typeface="맑은 고딕"/>
                <a:cs typeface="맑은 고딕"/>
              </a:rPr>
              <a:t>공통 </a:t>
            </a:r>
            <a:r>
              <a:rPr sz="850" b="1" spc="-30" dirty="0">
                <a:solidFill>
                  <a:srgbClr val="1F2937"/>
                </a:solidFill>
                <a:latin typeface="Noto Sans KR"/>
                <a:cs typeface="Noto Sans KR"/>
              </a:rPr>
              <a:t>C</a:t>
            </a:r>
            <a:r>
              <a:rPr sz="850" b="1" spc="-20" dirty="0">
                <a:solidFill>
                  <a:srgbClr val="1F2937"/>
                </a:solidFill>
                <a:latin typeface="Noto Sans KR"/>
                <a:cs typeface="Noto Sans KR"/>
              </a:rPr>
              <a:t>S</a:t>
            </a:r>
            <a:r>
              <a:rPr sz="850" b="1" spc="5" dirty="0">
                <a:solidFill>
                  <a:srgbClr val="1F2937"/>
                </a:solidFill>
                <a:latin typeface="Noto Sans KR"/>
                <a:cs typeface="Noto Sans KR"/>
              </a:rPr>
              <a:t>S/JS</a:t>
            </a:r>
            <a:r>
              <a:rPr sz="850" b="1" spc="45" dirty="0">
                <a:solidFill>
                  <a:srgbClr val="1F2937"/>
                </a:solidFill>
                <a:latin typeface="Noto Sans KR"/>
                <a:cs typeface="Noto Sans KR"/>
              </a:rPr>
              <a:t> </a:t>
            </a:r>
            <a:r>
              <a:rPr sz="850" b="1" spc="-60" dirty="0">
                <a:solidFill>
                  <a:srgbClr val="1F2937"/>
                </a:solidFill>
                <a:latin typeface="맑은 고딕"/>
                <a:cs typeface="맑은 고딕"/>
              </a:rPr>
              <a:t>패치 </a:t>
            </a:r>
            <a:r>
              <a:rPr sz="850" spc="-60" dirty="0">
                <a:solidFill>
                  <a:srgbClr val="1F2937"/>
                </a:solidFill>
                <a:latin typeface="Arial Unicode MS"/>
                <a:cs typeface="Arial Unicode MS"/>
              </a:rPr>
              <a:t>일괄</a:t>
            </a:r>
            <a:r>
              <a:rPr sz="850" dirty="0">
                <a:solidFill>
                  <a:srgbClr val="1F2937"/>
                </a:solidFill>
                <a:latin typeface="Arial Unicode MS"/>
                <a:cs typeface="Arial Unicode MS"/>
              </a:rPr>
              <a:t> </a:t>
            </a:r>
            <a:r>
              <a:rPr sz="850" spc="-60" dirty="0">
                <a:solidFill>
                  <a:srgbClr val="1F2937"/>
                </a:solidFill>
                <a:latin typeface="Arial Unicode MS"/>
                <a:cs typeface="Arial Unicode MS"/>
              </a:rPr>
              <a:t>적용</a:t>
            </a:r>
            <a:endParaRPr sz="850">
              <a:latin typeface="Arial Unicode MS"/>
              <a:cs typeface="Arial Unicode MS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7698084" y="4190947"/>
            <a:ext cx="1415415" cy="2736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 indent="139065">
              <a:lnSpc>
                <a:spcPct val="111000"/>
              </a:lnSpc>
              <a:spcBef>
                <a:spcPts val="130"/>
              </a:spcBef>
            </a:pPr>
            <a:r>
              <a:rPr sz="700" spc="-25" dirty="0">
                <a:solidFill>
                  <a:srgbClr val="6A7280"/>
                </a:solidFill>
                <a:latin typeface="Arial Unicode MS"/>
                <a:cs typeface="Arial Unicode MS"/>
              </a:rPr>
              <a:t>전체</a:t>
            </a:r>
            <a:r>
              <a:rPr sz="700" spc="-5" dirty="0">
                <a:solidFill>
                  <a:srgbClr val="6A7280"/>
                </a:solidFill>
                <a:latin typeface="Arial Unicode MS"/>
                <a:cs typeface="Arial Unicode MS"/>
              </a:rPr>
              <a:t> </a:t>
            </a:r>
            <a:r>
              <a:rPr sz="700" spc="-25" dirty="0">
                <a:solidFill>
                  <a:srgbClr val="6A7280"/>
                </a:solidFill>
                <a:latin typeface="Arial Unicode MS"/>
                <a:cs typeface="Arial Unicode MS"/>
              </a:rPr>
              <a:t>화면</a:t>
            </a:r>
            <a:r>
              <a:rPr sz="700" dirty="0">
                <a:solidFill>
                  <a:srgbClr val="6A7280"/>
                </a:solidFill>
                <a:latin typeface="Arial Unicode MS"/>
                <a:cs typeface="Arial Unicode MS"/>
              </a:rPr>
              <a:t> </a:t>
            </a:r>
            <a:r>
              <a:rPr sz="700" spc="-25" dirty="0">
                <a:solidFill>
                  <a:srgbClr val="6A7280"/>
                </a:solidFill>
                <a:latin typeface="Arial Unicode MS"/>
                <a:cs typeface="Arial Unicode MS"/>
              </a:rPr>
              <a:t>스타일</a:t>
            </a:r>
            <a:r>
              <a:rPr sz="700" spc="-5" dirty="0">
                <a:solidFill>
                  <a:srgbClr val="6A7280"/>
                </a:solidFill>
                <a:latin typeface="Arial Unicode MS"/>
                <a:cs typeface="Arial Unicode MS"/>
              </a:rPr>
              <a:t> </a:t>
            </a:r>
            <a:r>
              <a:rPr sz="700" spc="-25" dirty="0">
                <a:solidFill>
                  <a:srgbClr val="6A7280"/>
                </a:solidFill>
                <a:latin typeface="Arial Unicode MS"/>
                <a:cs typeface="Arial Unicode MS"/>
              </a:rPr>
              <a:t>통일성</a:t>
            </a:r>
            <a:r>
              <a:rPr sz="700" dirty="0">
                <a:solidFill>
                  <a:srgbClr val="6A7280"/>
                </a:solidFill>
                <a:latin typeface="Arial Unicode MS"/>
                <a:cs typeface="Arial Unicode MS"/>
              </a:rPr>
              <a:t> </a:t>
            </a:r>
            <a:r>
              <a:rPr sz="700" spc="-25" dirty="0">
                <a:solidFill>
                  <a:srgbClr val="6A7280"/>
                </a:solidFill>
                <a:latin typeface="Arial Unicode MS"/>
                <a:cs typeface="Arial Unicode MS"/>
              </a:rPr>
              <a:t>확보</a:t>
            </a:r>
            <a:r>
              <a:rPr sz="700" spc="-5" dirty="0">
                <a:solidFill>
                  <a:srgbClr val="6A7280"/>
                </a:solidFill>
                <a:latin typeface="Arial Unicode MS"/>
                <a:cs typeface="Arial Unicode MS"/>
              </a:rPr>
              <a:t> </a:t>
            </a:r>
            <a:r>
              <a:rPr sz="700" spc="-25" dirty="0">
                <a:solidFill>
                  <a:srgbClr val="6A7280"/>
                </a:solidFill>
                <a:latin typeface="Arial Unicode MS"/>
                <a:cs typeface="Arial Unicode MS"/>
              </a:rPr>
              <a:t>및 </a:t>
            </a:r>
            <a:r>
              <a:rPr sz="700" spc="-175" dirty="0">
                <a:solidFill>
                  <a:srgbClr val="6A7280"/>
                </a:solidFill>
                <a:latin typeface="Arial Unicode MS"/>
                <a:cs typeface="Arial Unicode MS"/>
              </a:rPr>
              <a:t> </a:t>
            </a:r>
            <a:r>
              <a:rPr sz="700" spc="-25" dirty="0">
                <a:solidFill>
                  <a:srgbClr val="6A7280"/>
                </a:solidFill>
                <a:latin typeface="Arial Unicode MS"/>
                <a:cs typeface="Arial Unicode MS"/>
              </a:rPr>
              <a:t>결함</a:t>
            </a:r>
            <a:r>
              <a:rPr sz="700" spc="5" dirty="0">
                <a:solidFill>
                  <a:srgbClr val="6A7280"/>
                </a:solidFill>
                <a:latin typeface="Arial Unicode MS"/>
                <a:cs typeface="Arial Unicode MS"/>
              </a:rPr>
              <a:t> </a:t>
            </a:r>
            <a:r>
              <a:rPr sz="700" spc="-25" dirty="0">
                <a:solidFill>
                  <a:srgbClr val="6A7280"/>
                </a:solidFill>
                <a:latin typeface="Arial Unicode MS"/>
                <a:cs typeface="Arial Unicode MS"/>
              </a:rPr>
              <a:t>조치</a:t>
            </a:r>
            <a:r>
              <a:rPr sz="700" spc="5" dirty="0">
                <a:solidFill>
                  <a:srgbClr val="6A7280"/>
                </a:solidFill>
                <a:latin typeface="Arial Unicode MS"/>
                <a:cs typeface="Arial Unicode MS"/>
              </a:rPr>
              <a:t> </a:t>
            </a:r>
            <a:r>
              <a:rPr sz="700" spc="-25" dirty="0">
                <a:solidFill>
                  <a:srgbClr val="6A7280"/>
                </a:solidFill>
                <a:latin typeface="Arial Unicode MS"/>
                <a:cs typeface="Arial Unicode MS"/>
              </a:rPr>
              <a:t>리드타임</a:t>
            </a:r>
            <a:r>
              <a:rPr sz="700" spc="5" dirty="0">
                <a:solidFill>
                  <a:srgbClr val="6A7280"/>
                </a:solidFill>
                <a:latin typeface="Arial Unicode MS"/>
                <a:cs typeface="Arial Unicode MS"/>
              </a:rPr>
              <a:t> </a:t>
            </a:r>
            <a:r>
              <a:rPr sz="750" spc="-10" dirty="0">
                <a:solidFill>
                  <a:srgbClr val="6A7280"/>
                </a:solidFill>
                <a:latin typeface="Noto Sans KR"/>
                <a:cs typeface="Noto Sans KR"/>
              </a:rPr>
              <a:t>80%</a:t>
            </a:r>
            <a:r>
              <a:rPr sz="750" spc="30" dirty="0">
                <a:solidFill>
                  <a:srgbClr val="6A7280"/>
                </a:solidFill>
                <a:latin typeface="Noto Sans KR"/>
                <a:cs typeface="Noto Sans KR"/>
              </a:rPr>
              <a:t> </a:t>
            </a:r>
            <a:r>
              <a:rPr sz="700" spc="-25" dirty="0">
                <a:solidFill>
                  <a:srgbClr val="6A7280"/>
                </a:solidFill>
                <a:latin typeface="Arial Unicode MS"/>
                <a:cs typeface="Arial Unicode MS"/>
              </a:rPr>
              <a:t>단축</a:t>
            </a:r>
            <a:endParaRPr sz="700">
              <a:latin typeface="Arial Unicode MS"/>
              <a:cs typeface="Arial Unicode MS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361949" y="1297781"/>
            <a:ext cx="9973310" cy="8255"/>
          </a:xfrm>
          <a:custGeom>
            <a:avLst/>
            <a:gdLst/>
            <a:ahLst/>
            <a:cxnLst/>
            <a:rect l="l" t="t" r="r" b="b"/>
            <a:pathLst>
              <a:path w="9973310" h="8255">
                <a:moveTo>
                  <a:pt x="0" y="7798"/>
                </a:moveTo>
                <a:lnTo>
                  <a:pt x="0" y="0"/>
                </a:lnTo>
                <a:lnTo>
                  <a:pt x="9973120" y="0"/>
                </a:lnTo>
                <a:lnTo>
                  <a:pt x="9973120" y="7798"/>
                </a:lnTo>
                <a:lnTo>
                  <a:pt x="0" y="7798"/>
                </a:lnTo>
                <a:close/>
              </a:path>
            </a:pathLst>
          </a:custGeom>
          <a:solidFill>
            <a:srgbClr val="E4E7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 txBox="1"/>
          <p:nvPr/>
        </p:nvSpPr>
        <p:spPr>
          <a:xfrm>
            <a:off x="817165" y="676791"/>
            <a:ext cx="1709420" cy="1568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b="1" spc="70" dirty="0">
                <a:solidFill>
                  <a:srgbClr val="1D3A8A"/>
                </a:solidFill>
                <a:latin typeface="Noto Sans KR"/>
                <a:cs typeface="Noto Sans KR"/>
              </a:rPr>
              <a:t>ITERATION</a:t>
            </a:r>
            <a:r>
              <a:rPr sz="850" b="1" spc="195" dirty="0">
                <a:solidFill>
                  <a:srgbClr val="1D3A8A"/>
                </a:solidFill>
                <a:latin typeface="Noto Sans KR"/>
                <a:cs typeface="Noto Sans KR"/>
              </a:rPr>
              <a:t> </a:t>
            </a:r>
            <a:r>
              <a:rPr sz="850" b="1" spc="5" dirty="0">
                <a:solidFill>
                  <a:srgbClr val="1D3A8A"/>
                </a:solidFill>
                <a:latin typeface="Noto Sans KR"/>
                <a:cs typeface="Noto Sans KR"/>
              </a:rPr>
              <a:t>2</a:t>
            </a:r>
            <a:r>
              <a:rPr sz="850" b="1" spc="10" dirty="0">
                <a:solidFill>
                  <a:srgbClr val="1D3A8A"/>
                </a:solidFill>
                <a:latin typeface="Noto Sans KR"/>
                <a:cs typeface="Noto Sans KR"/>
              </a:rPr>
              <a:t> </a:t>
            </a:r>
            <a:r>
              <a:rPr sz="850" b="1" spc="-20" dirty="0">
                <a:solidFill>
                  <a:srgbClr val="1D3A8A"/>
                </a:solidFill>
                <a:latin typeface="맑은 고딕"/>
                <a:cs typeface="맑은 고딕"/>
              </a:rPr>
              <a:t>결함</a:t>
            </a:r>
            <a:r>
              <a:rPr sz="850" b="1" spc="95" dirty="0">
                <a:solidFill>
                  <a:srgbClr val="1D3A8A"/>
                </a:solidFill>
                <a:latin typeface="맑은 고딕"/>
                <a:cs typeface="맑은 고딕"/>
              </a:rPr>
              <a:t> </a:t>
            </a:r>
            <a:r>
              <a:rPr sz="850" b="1" spc="-20" dirty="0">
                <a:solidFill>
                  <a:srgbClr val="1D3A8A"/>
                </a:solidFill>
                <a:latin typeface="맑은 고딕"/>
                <a:cs typeface="맑은 고딕"/>
              </a:rPr>
              <a:t>분석</a:t>
            </a:r>
            <a:r>
              <a:rPr sz="850" b="1" spc="95" dirty="0">
                <a:solidFill>
                  <a:srgbClr val="1D3A8A"/>
                </a:solidFill>
                <a:latin typeface="맑은 고딕"/>
                <a:cs typeface="맑은 고딕"/>
              </a:rPr>
              <a:t> </a:t>
            </a:r>
            <a:r>
              <a:rPr sz="850" b="1" spc="-5" dirty="0">
                <a:solidFill>
                  <a:srgbClr val="1D3A8A"/>
                </a:solidFill>
                <a:latin typeface="맑은 고딕"/>
                <a:cs typeface="맑은 고딕"/>
              </a:rPr>
              <a:t>보고서</a:t>
            </a:r>
            <a:endParaRPr sz="850">
              <a:latin typeface="맑은 고딕"/>
              <a:cs typeface="맑은 고딕"/>
            </a:endParaRPr>
          </a:p>
        </p:txBody>
      </p:sp>
      <p:sp>
        <p:nvSpPr>
          <p:cNvPr id="85" name="object 85"/>
          <p:cNvSpPr txBox="1">
            <a:spLocks noGrp="1"/>
          </p:cNvSpPr>
          <p:nvPr>
            <p:ph type="title"/>
          </p:nvPr>
        </p:nvSpPr>
        <p:spPr>
          <a:xfrm>
            <a:off x="817165" y="856158"/>
            <a:ext cx="4595495" cy="3067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5" dirty="0"/>
              <a:t>3.</a:t>
            </a:r>
            <a:r>
              <a:rPr spc="80" dirty="0"/>
              <a:t> </a:t>
            </a:r>
            <a:r>
              <a:rPr spc="-10" dirty="0"/>
              <a:t>즉시</a:t>
            </a:r>
            <a:r>
              <a:rPr spc="85" dirty="0"/>
              <a:t> </a:t>
            </a:r>
            <a:r>
              <a:rPr spc="-10" dirty="0"/>
              <a:t>실행</a:t>
            </a:r>
            <a:r>
              <a:rPr spc="85" dirty="0"/>
              <a:t> </a:t>
            </a:r>
            <a:r>
              <a:rPr spc="-10" dirty="0"/>
              <a:t>가능한</a:t>
            </a:r>
            <a:r>
              <a:rPr spc="85" dirty="0"/>
              <a:t> </a:t>
            </a:r>
            <a:r>
              <a:rPr spc="-25" dirty="0"/>
              <a:t>ACTUAL</a:t>
            </a:r>
            <a:r>
              <a:rPr spc="85" dirty="0"/>
              <a:t> </a:t>
            </a:r>
            <a:r>
              <a:rPr spc="-20" dirty="0"/>
              <a:t>ACTION</a:t>
            </a:r>
            <a:r>
              <a:rPr spc="85" dirty="0"/>
              <a:t> </a:t>
            </a:r>
            <a:r>
              <a:rPr spc="-15" dirty="0"/>
              <a:t>PLAN</a:t>
            </a:r>
          </a:p>
        </p:txBody>
      </p:sp>
      <p:pic>
        <p:nvPicPr>
          <p:cNvPr id="86" name="object 8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551710" y="1018539"/>
            <a:ext cx="111124" cy="98424"/>
          </a:xfrm>
          <a:prstGeom prst="rect">
            <a:avLst/>
          </a:prstGeom>
        </p:spPr>
      </p:pic>
      <p:sp>
        <p:nvSpPr>
          <p:cNvPr id="87" name="object 87"/>
          <p:cNvSpPr txBox="1"/>
          <p:nvPr/>
        </p:nvSpPr>
        <p:spPr>
          <a:xfrm>
            <a:off x="6713755" y="974541"/>
            <a:ext cx="3175635" cy="1739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50" spc="-80" dirty="0">
                <a:solidFill>
                  <a:srgbClr val="6A7280"/>
                </a:solidFill>
                <a:latin typeface="Noto Sans KR"/>
                <a:cs typeface="Noto Sans KR"/>
              </a:rPr>
              <a:t>S</a:t>
            </a:r>
            <a:r>
              <a:rPr sz="950" spc="-35" dirty="0">
                <a:solidFill>
                  <a:srgbClr val="6A7280"/>
                </a:solidFill>
                <a:latin typeface="Noto Sans KR"/>
                <a:cs typeface="Noto Sans KR"/>
              </a:rPr>
              <a:t>t</a:t>
            </a:r>
            <a:r>
              <a:rPr sz="950" spc="-60" dirty="0">
                <a:solidFill>
                  <a:srgbClr val="6A7280"/>
                </a:solidFill>
                <a:latin typeface="Noto Sans KR"/>
                <a:cs typeface="Noto Sans KR"/>
              </a:rPr>
              <a:t>rat</a:t>
            </a:r>
            <a:r>
              <a:rPr sz="950" spc="-65" dirty="0">
                <a:solidFill>
                  <a:srgbClr val="6A7280"/>
                </a:solidFill>
                <a:latin typeface="Noto Sans KR"/>
                <a:cs typeface="Noto Sans KR"/>
              </a:rPr>
              <a:t>e</a:t>
            </a:r>
            <a:r>
              <a:rPr sz="950" spc="-40" dirty="0">
                <a:solidFill>
                  <a:srgbClr val="6A7280"/>
                </a:solidFill>
                <a:latin typeface="Noto Sans KR"/>
                <a:cs typeface="Noto Sans KR"/>
              </a:rPr>
              <a:t>gic</a:t>
            </a:r>
            <a:r>
              <a:rPr sz="950" spc="25" dirty="0">
                <a:solidFill>
                  <a:srgbClr val="6A7280"/>
                </a:solidFill>
                <a:latin typeface="Noto Sans KR"/>
                <a:cs typeface="Noto Sans KR"/>
              </a:rPr>
              <a:t> </a:t>
            </a:r>
            <a:r>
              <a:rPr sz="950" spc="-45" dirty="0">
                <a:solidFill>
                  <a:srgbClr val="6A7280"/>
                </a:solidFill>
                <a:latin typeface="Noto Sans KR"/>
                <a:cs typeface="Noto Sans KR"/>
              </a:rPr>
              <a:t>Solutions</a:t>
            </a:r>
            <a:r>
              <a:rPr sz="950" dirty="0">
                <a:solidFill>
                  <a:srgbClr val="6A7280"/>
                </a:solidFill>
                <a:latin typeface="Noto Sans KR"/>
                <a:cs typeface="Noto Sans KR"/>
              </a:rPr>
              <a:t>    </a:t>
            </a:r>
            <a:r>
              <a:rPr sz="950" spc="-85" dirty="0">
                <a:solidFill>
                  <a:srgbClr val="6A7280"/>
                </a:solidFill>
                <a:latin typeface="Noto Sans KR"/>
                <a:cs typeface="Noto Sans KR"/>
              </a:rPr>
              <a:t> </a:t>
            </a:r>
            <a:r>
              <a:rPr sz="850" spc="-60" dirty="0">
                <a:solidFill>
                  <a:srgbClr val="6A7280"/>
                </a:solidFill>
                <a:latin typeface="Arial Unicode MS"/>
                <a:cs typeface="Arial Unicode MS"/>
              </a:rPr>
              <a:t>유효</a:t>
            </a:r>
            <a:r>
              <a:rPr sz="850" dirty="0">
                <a:solidFill>
                  <a:srgbClr val="6A7280"/>
                </a:solidFill>
                <a:latin typeface="Arial Unicode MS"/>
                <a:cs typeface="Arial Unicode MS"/>
              </a:rPr>
              <a:t> </a:t>
            </a:r>
            <a:r>
              <a:rPr sz="850" spc="-60" dirty="0">
                <a:solidFill>
                  <a:srgbClr val="6A7280"/>
                </a:solidFill>
                <a:latin typeface="Arial Unicode MS"/>
                <a:cs typeface="Arial Unicode MS"/>
              </a:rPr>
              <a:t>결함</a:t>
            </a:r>
            <a:r>
              <a:rPr sz="850" dirty="0">
                <a:solidFill>
                  <a:srgbClr val="6A7280"/>
                </a:solidFill>
                <a:latin typeface="Arial Unicode MS"/>
                <a:cs typeface="Arial Unicode MS"/>
              </a:rPr>
              <a:t> </a:t>
            </a:r>
            <a:r>
              <a:rPr sz="950" spc="-50" dirty="0">
                <a:solidFill>
                  <a:srgbClr val="6A7280"/>
                </a:solidFill>
                <a:latin typeface="Noto Sans KR"/>
                <a:cs typeface="Noto Sans KR"/>
              </a:rPr>
              <a:t>192</a:t>
            </a:r>
            <a:r>
              <a:rPr sz="850" spc="-60" dirty="0">
                <a:solidFill>
                  <a:srgbClr val="6A7280"/>
                </a:solidFill>
                <a:latin typeface="Arial Unicode MS"/>
                <a:cs typeface="Arial Unicode MS"/>
              </a:rPr>
              <a:t>건</a:t>
            </a:r>
            <a:r>
              <a:rPr sz="850" dirty="0">
                <a:solidFill>
                  <a:srgbClr val="6A7280"/>
                </a:solidFill>
                <a:latin typeface="Arial Unicode MS"/>
                <a:cs typeface="Arial Unicode MS"/>
              </a:rPr>
              <a:t> </a:t>
            </a:r>
            <a:r>
              <a:rPr sz="850" spc="-60" dirty="0">
                <a:solidFill>
                  <a:srgbClr val="6A7280"/>
                </a:solidFill>
                <a:latin typeface="Arial Unicode MS"/>
                <a:cs typeface="Arial Unicode MS"/>
              </a:rPr>
              <a:t>완전</a:t>
            </a:r>
            <a:r>
              <a:rPr sz="850" dirty="0">
                <a:solidFill>
                  <a:srgbClr val="6A7280"/>
                </a:solidFill>
                <a:latin typeface="Arial Unicode MS"/>
                <a:cs typeface="Arial Unicode MS"/>
              </a:rPr>
              <a:t> </a:t>
            </a:r>
            <a:r>
              <a:rPr sz="850" spc="-60" dirty="0">
                <a:solidFill>
                  <a:srgbClr val="6A7280"/>
                </a:solidFill>
                <a:latin typeface="Arial Unicode MS"/>
                <a:cs typeface="Arial Unicode MS"/>
              </a:rPr>
              <a:t>해결을</a:t>
            </a:r>
            <a:r>
              <a:rPr sz="850" dirty="0">
                <a:solidFill>
                  <a:srgbClr val="6A7280"/>
                </a:solidFill>
                <a:latin typeface="Arial Unicode MS"/>
                <a:cs typeface="Arial Unicode MS"/>
              </a:rPr>
              <a:t> </a:t>
            </a:r>
            <a:r>
              <a:rPr sz="850" spc="-60" dirty="0">
                <a:solidFill>
                  <a:srgbClr val="6A7280"/>
                </a:solidFill>
                <a:latin typeface="Arial Unicode MS"/>
                <a:cs typeface="Arial Unicode MS"/>
              </a:rPr>
              <a:t>위한</a:t>
            </a:r>
            <a:r>
              <a:rPr sz="850" dirty="0">
                <a:solidFill>
                  <a:srgbClr val="6A7280"/>
                </a:solidFill>
                <a:latin typeface="Arial Unicode MS"/>
                <a:cs typeface="Arial Unicode MS"/>
              </a:rPr>
              <a:t> </a:t>
            </a:r>
            <a:r>
              <a:rPr sz="950" spc="-50" dirty="0">
                <a:solidFill>
                  <a:srgbClr val="6A7280"/>
                </a:solidFill>
                <a:latin typeface="Noto Sans KR"/>
                <a:cs typeface="Noto Sans KR"/>
              </a:rPr>
              <a:t>3</a:t>
            </a:r>
            <a:r>
              <a:rPr sz="850" spc="-60" dirty="0">
                <a:solidFill>
                  <a:srgbClr val="6A7280"/>
                </a:solidFill>
                <a:latin typeface="Arial Unicode MS"/>
                <a:cs typeface="Arial Unicode MS"/>
              </a:rPr>
              <a:t>단계</a:t>
            </a:r>
            <a:r>
              <a:rPr sz="850" dirty="0">
                <a:solidFill>
                  <a:srgbClr val="6A7280"/>
                </a:solidFill>
                <a:latin typeface="Arial Unicode MS"/>
                <a:cs typeface="Arial Unicode MS"/>
              </a:rPr>
              <a:t> </a:t>
            </a:r>
            <a:r>
              <a:rPr sz="850" spc="-60" dirty="0">
                <a:solidFill>
                  <a:srgbClr val="6A7280"/>
                </a:solidFill>
                <a:latin typeface="Arial Unicode MS"/>
                <a:cs typeface="Arial Unicode MS"/>
              </a:rPr>
              <a:t>전략</a:t>
            </a:r>
            <a:endParaRPr sz="850">
              <a:latin typeface="Arial Unicode MS"/>
              <a:cs typeface="Arial Unicode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61949" y="1227593"/>
            <a:ext cx="9974580" cy="5974080"/>
            <a:chOff x="361949" y="1227593"/>
            <a:chExt cx="9974580" cy="5974080"/>
          </a:xfrm>
        </p:grpSpPr>
        <p:sp>
          <p:nvSpPr>
            <p:cNvPr id="3" name="object 3"/>
            <p:cNvSpPr/>
            <p:nvPr/>
          </p:nvSpPr>
          <p:spPr>
            <a:xfrm>
              <a:off x="361949" y="1227593"/>
              <a:ext cx="9973310" cy="4749800"/>
            </a:xfrm>
            <a:custGeom>
              <a:avLst/>
              <a:gdLst/>
              <a:ahLst/>
              <a:cxnLst/>
              <a:rect l="l" t="t" r="r" b="b"/>
              <a:pathLst>
                <a:path w="9973310" h="4749800">
                  <a:moveTo>
                    <a:pt x="0" y="0"/>
                  </a:moveTo>
                  <a:lnTo>
                    <a:pt x="9973120" y="0"/>
                  </a:lnTo>
                  <a:lnTo>
                    <a:pt x="9973120" y="4749343"/>
                  </a:lnTo>
                  <a:lnTo>
                    <a:pt x="0" y="47493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67728" y="4191000"/>
              <a:ext cx="2953512" cy="1785937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7191175" y="4271422"/>
            <a:ext cx="716915" cy="366395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700" b="1" spc="-10" dirty="0">
                <a:solidFill>
                  <a:srgbClr val="6A7280"/>
                </a:solidFill>
                <a:latin typeface="Noto Sans KR"/>
                <a:cs typeface="Noto Sans KR"/>
              </a:rPr>
              <a:t>T</a:t>
            </a:r>
            <a:r>
              <a:rPr sz="700" b="1" spc="25" dirty="0">
                <a:solidFill>
                  <a:srgbClr val="6A7280"/>
                </a:solidFill>
                <a:latin typeface="Noto Sans KR"/>
                <a:cs typeface="Noto Sans KR"/>
              </a:rPr>
              <a:t>O</a:t>
            </a:r>
            <a:r>
              <a:rPr sz="700" b="1" spc="5" dirty="0">
                <a:solidFill>
                  <a:srgbClr val="6A7280"/>
                </a:solidFill>
                <a:latin typeface="Noto Sans KR"/>
                <a:cs typeface="Noto Sans KR"/>
              </a:rPr>
              <a:t>D</a:t>
            </a:r>
            <a:r>
              <a:rPr sz="700" b="1" dirty="0">
                <a:solidFill>
                  <a:srgbClr val="6A7280"/>
                </a:solidFill>
                <a:latin typeface="Noto Sans KR"/>
                <a:cs typeface="Noto Sans KR"/>
              </a:rPr>
              <a:t>A</a:t>
            </a:r>
            <a:r>
              <a:rPr sz="700" b="1" spc="15" dirty="0">
                <a:solidFill>
                  <a:srgbClr val="6A7280"/>
                </a:solidFill>
                <a:latin typeface="Noto Sans KR"/>
                <a:cs typeface="Noto Sans KR"/>
              </a:rPr>
              <a:t>Y</a:t>
            </a:r>
            <a:r>
              <a:rPr sz="700" b="1" spc="45" dirty="0">
                <a:solidFill>
                  <a:srgbClr val="6A7280"/>
                </a:solidFill>
                <a:latin typeface="Noto Sans KR"/>
                <a:cs typeface="Noto Sans KR"/>
              </a:rPr>
              <a:t> </a:t>
            </a:r>
            <a:r>
              <a:rPr sz="700" b="1" spc="-20" dirty="0">
                <a:solidFill>
                  <a:srgbClr val="6A7280"/>
                </a:solidFill>
                <a:latin typeface="Noto Sans KR"/>
                <a:cs typeface="Noto Sans KR"/>
              </a:rPr>
              <a:t>T</a:t>
            </a:r>
            <a:r>
              <a:rPr sz="700" b="1" spc="20" dirty="0">
                <a:solidFill>
                  <a:srgbClr val="6A7280"/>
                </a:solidFill>
                <a:latin typeface="Noto Sans KR"/>
                <a:cs typeface="Noto Sans KR"/>
              </a:rPr>
              <a:t>ARGET</a:t>
            </a:r>
            <a:endParaRPr sz="700">
              <a:latin typeface="Noto Sans KR"/>
              <a:cs typeface="Noto Sans KR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1100" b="1" dirty="0">
                <a:solidFill>
                  <a:srgbClr val="1F2937"/>
                </a:solidFill>
                <a:latin typeface="Noto Sans KR"/>
                <a:cs typeface="Noto Sans KR"/>
              </a:rPr>
              <a:t>25</a:t>
            </a:r>
            <a:r>
              <a:rPr sz="1100" b="1" spc="-85" dirty="0">
                <a:solidFill>
                  <a:srgbClr val="1F2937"/>
                </a:solidFill>
                <a:latin typeface="맑은 고딕"/>
                <a:cs typeface="맑은 고딕"/>
              </a:rPr>
              <a:t>건</a:t>
            </a:r>
            <a:r>
              <a:rPr sz="1100" b="1" spc="-80" dirty="0">
                <a:solidFill>
                  <a:srgbClr val="1F2937"/>
                </a:solidFill>
                <a:latin typeface="맑은 고딕"/>
                <a:cs typeface="맑은 고딕"/>
              </a:rPr>
              <a:t> </a:t>
            </a:r>
            <a:r>
              <a:rPr sz="1100" b="1" spc="-85" dirty="0">
                <a:solidFill>
                  <a:srgbClr val="1F2937"/>
                </a:solidFill>
                <a:latin typeface="맑은 고딕"/>
                <a:cs typeface="맑은 고딕"/>
              </a:rPr>
              <a:t>처리</a:t>
            </a:r>
            <a:endParaRPr sz="1100">
              <a:latin typeface="맑은 고딕"/>
              <a:cs typeface="맑은 고딕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4192" y="1435608"/>
            <a:ext cx="9159240" cy="4318635"/>
            <a:chOff x="774192" y="1435608"/>
            <a:chExt cx="9159240" cy="431863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01901" y="4407475"/>
              <a:ext cx="123824" cy="12699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01901" y="5015765"/>
              <a:ext cx="123824" cy="12699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05076" y="5624055"/>
              <a:ext cx="117474" cy="13017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74192" y="1435608"/>
              <a:ext cx="9159240" cy="2719070"/>
            </a:xfrm>
            <a:custGeom>
              <a:avLst/>
              <a:gdLst/>
              <a:ahLst/>
              <a:cxnLst/>
              <a:rect l="l" t="t" r="r" b="b"/>
              <a:pathLst>
                <a:path w="9159240" h="2719070">
                  <a:moveTo>
                    <a:pt x="9159240" y="2718816"/>
                  </a:moveTo>
                  <a:lnTo>
                    <a:pt x="0" y="2718816"/>
                  </a:lnTo>
                  <a:lnTo>
                    <a:pt x="0" y="0"/>
                  </a:lnTo>
                  <a:lnTo>
                    <a:pt x="9159240" y="0"/>
                  </a:lnTo>
                  <a:lnTo>
                    <a:pt x="9159240" y="33742"/>
                  </a:lnTo>
                  <a:lnTo>
                    <a:pt x="149256" y="33742"/>
                  </a:lnTo>
                  <a:lnTo>
                    <a:pt x="140806" y="34150"/>
                  </a:lnTo>
                  <a:lnTo>
                    <a:pt x="101588" y="48186"/>
                  </a:lnTo>
                  <a:lnTo>
                    <a:pt x="73612" y="79047"/>
                  </a:lnTo>
                  <a:lnTo>
                    <a:pt x="63472" y="119527"/>
                  </a:lnTo>
                  <a:lnTo>
                    <a:pt x="63472" y="2537091"/>
                  </a:lnTo>
                  <a:lnTo>
                    <a:pt x="73612" y="2577570"/>
                  </a:lnTo>
                  <a:lnTo>
                    <a:pt x="101588" y="2608431"/>
                  </a:lnTo>
                  <a:lnTo>
                    <a:pt x="140806" y="2622467"/>
                  </a:lnTo>
                  <a:lnTo>
                    <a:pt x="149256" y="2622875"/>
                  </a:lnTo>
                  <a:lnTo>
                    <a:pt x="9159240" y="2622875"/>
                  </a:lnTo>
                  <a:lnTo>
                    <a:pt x="9159240" y="2718816"/>
                  </a:lnTo>
                  <a:close/>
                </a:path>
                <a:path w="9159240" h="2719070">
                  <a:moveTo>
                    <a:pt x="9159240" y="2622875"/>
                  </a:moveTo>
                  <a:lnTo>
                    <a:pt x="9008459" y="2622875"/>
                  </a:lnTo>
                  <a:lnTo>
                    <a:pt x="9016909" y="2622467"/>
                  </a:lnTo>
                  <a:lnTo>
                    <a:pt x="9025197" y="2621242"/>
                  </a:lnTo>
                  <a:lnTo>
                    <a:pt x="9062853" y="2603436"/>
                  </a:lnTo>
                  <a:lnTo>
                    <a:pt x="9087712" y="2569919"/>
                  </a:lnTo>
                  <a:lnTo>
                    <a:pt x="9094243" y="2537091"/>
                  </a:lnTo>
                  <a:lnTo>
                    <a:pt x="9094243" y="119527"/>
                  </a:lnTo>
                  <a:lnTo>
                    <a:pt x="9084101" y="79047"/>
                  </a:lnTo>
                  <a:lnTo>
                    <a:pt x="9056126" y="48186"/>
                  </a:lnTo>
                  <a:lnTo>
                    <a:pt x="9016909" y="34150"/>
                  </a:lnTo>
                  <a:lnTo>
                    <a:pt x="9008459" y="33742"/>
                  </a:lnTo>
                  <a:lnTo>
                    <a:pt x="9159240" y="33742"/>
                  </a:lnTo>
                  <a:lnTo>
                    <a:pt x="9159240" y="2622875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29865" y="1461551"/>
              <a:ext cx="9046845" cy="2604770"/>
            </a:xfrm>
            <a:custGeom>
              <a:avLst/>
              <a:gdLst/>
              <a:ahLst/>
              <a:cxnLst/>
              <a:rect l="l" t="t" r="r" b="b"/>
              <a:pathLst>
                <a:path w="9046845" h="2604770">
                  <a:moveTo>
                    <a:pt x="8958930" y="2604730"/>
                  </a:moveTo>
                  <a:lnTo>
                    <a:pt x="87438" y="2604730"/>
                  </a:lnTo>
                  <a:lnTo>
                    <a:pt x="81352" y="2604130"/>
                  </a:lnTo>
                  <a:lnTo>
                    <a:pt x="36481" y="2585544"/>
                  </a:lnTo>
                  <a:lnTo>
                    <a:pt x="9475" y="2552636"/>
                  </a:lnTo>
                  <a:lnTo>
                    <a:pt x="0" y="2517291"/>
                  </a:lnTo>
                  <a:lnTo>
                    <a:pt x="0" y="2511147"/>
                  </a:lnTo>
                  <a:lnTo>
                    <a:pt x="0" y="87438"/>
                  </a:lnTo>
                  <a:lnTo>
                    <a:pt x="12357" y="46700"/>
                  </a:lnTo>
                  <a:lnTo>
                    <a:pt x="46700" y="12357"/>
                  </a:lnTo>
                  <a:lnTo>
                    <a:pt x="87438" y="0"/>
                  </a:lnTo>
                  <a:lnTo>
                    <a:pt x="8958930" y="0"/>
                  </a:lnTo>
                  <a:lnTo>
                    <a:pt x="8999667" y="12357"/>
                  </a:lnTo>
                  <a:lnTo>
                    <a:pt x="9034010" y="46700"/>
                  </a:lnTo>
                  <a:lnTo>
                    <a:pt x="9046368" y="87438"/>
                  </a:lnTo>
                  <a:lnTo>
                    <a:pt x="9046368" y="2517291"/>
                  </a:lnTo>
                  <a:lnTo>
                    <a:pt x="9034010" y="2558029"/>
                  </a:lnTo>
                  <a:lnTo>
                    <a:pt x="8999667" y="2592371"/>
                  </a:lnTo>
                  <a:lnTo>
                    <a:pt x="8965015" y="2604130"/>
                  </a:lnTo>
                  <a:lnTo>
                    <a:pt x="8958930" y="26047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85837" y="2319396"/>
              <a:ext cx="8734425" cy="8255"/>
            </a:xfrm>
            <a:custGeom>
              <a:avLst/>
              <a:gdLst/>
              <a:ahLst/>
              <a:cxnLst/>
              <a:rect l="l" t="t" r="r" b="b"/>
              <a:pathLst>
                <a:path w="8734425" h="8255">
                  <a:moveTo>
                    <a:pt x="8734424" y="7798"/>
                  </a:moveTo>
                  <a:lnTo>
                    <a:pt x="0" y="7798"/>
                  </a:lnTo>
                  <a:lnTo>
                    <a:pt x="0" y="0"/>
                  </a:lnTo>
                  <a:lnTo>
                    <a:pt x="8734424" y="0"/>
                  </a:lnTo>
                  <a:lnTo>
                    <a:pt x="8734424" y="7798"/>
                  </a:lnTo>
                  <a:close/>
                </a:path>
              </a:pathLst>
            </a:custGeom>
            <a:solidFill>
              <a:srgbClr val="E4E7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48226" y="1684317"/>
              <a:ext cx="139699" cy="104774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7191175" y="4879713"/>
            <a:ext cx="922019" cy="974725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700" b="1" spc="20" dirty="0">
                <a:solidFill>
                  <a:srgbClr val="6A7280"/>
                </a:solidFill>
                <a:latin typeface="Noto Sans KR"/>
                <a:cs typeface="Noto Sans KR"/>
              </a:rPr>
              <a:t>REMAINING</a:t>
            </a:r>
            <a:r>
              <a:rPr sz="700" b="1" spc="5" dirty="0">
                <a:solidFill>
                  <a:srgbClr val="6A7280"/>
                </a:solidFill>
                <a:latin typeface="Noto Sans KR"/>
                <a:cs typeface="Noto Sans KR"/>
              </a:rPr>
              <a:t> DAYS</a:t>
            </a:r>
            <a:endParaRPr sz="700">
              <a:latin typeface="Noto Sans KR"/>
              <a:cs typeface="Noto Sans KR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1100" b="1" dirty="0">
                <a:solidFill>
                  <a:srgbClr val="1F2937"/>
                </a:solidFill>
                <a:latin typeface="Noto Sans KR"/>
                <a:cs typeface="Noto Sans KR"/>
              </a:rPr>
              <a:t>D-11</a:t>
            </a:r>
            <a:endParaRPr sz="1100">
              <a:latin typeface="Noto Sans KR"/>
              <a:cs typeface="Noto Sans KR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150">
              <a:latin typeface="Noto Sans KR"/>
              <a:cs typeface="Noto Sans KR"/>
            </a:endParaRPr>
          </a:p>
          <a:p>
            <a:pPr marL="12700">
              <a:lnSpc>
                <a:spcPct val="100000"/>
              </a:lnSpc>
            </a:pPr>
            <a:r>
              <a:rPr sz="700" b="1" spc="15" dirty="0">
                <a:solidFill>
                  <a:srgbClr val="6A7280"/>
                </a:solidFill>
                <a:latin typeface="Noto Sans KR"/>
                <a:cs typeface="Noto Sans KR"/>
              </a:rPr>
              <a:t>EXPECTED</a:t>
            </a:r>
            <a:r>
              <a:rPr sz="700" b="1" spc="20" dirty="0">
                <a:solidFill>
                  <a:srgbClr val="6A7280"/>
                </a:solidFill>
                <a:latin typeface="Noto Sans KR"/>
                <a:cs typeface="Noto Sans KR"/>
              </a:rPr>
              <a:t> OUTPUT</a:t>
            </a:r>
            <a:endParaRPr sz="700">
              <a:latin typeface="Noto Sans KR"/>
              <a:cs typeface="Noto Sans KR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1100" b="1" spc="-85" dirty="0">
                <a:solidFill>
                  <a:srgbClr val="1F2937"/>
                </a:solidFill>
                <a:latin typeface="맑은 고딕"/>
                <a:cs typeface="맑은 고딕"/>
              </a:rPr>
              <a:t>안정성</a:t>
            </a:r>
            <a:r>
              <a:rPr sz="1100" b="1" spc="-80" dirty="0">
                <a:solidFill>
                  <a:srgbClr val="1F2937"/>
                </a:solidFill>
                <a:latin typeface="맑은 고딕"/>
                <a:cs typeface="맑은 고딕"/>
              </a:rPr>
              <a:t> </a:t>
            </a:r>
            <a:r>
              <a:rPr sz="1100" b="1" dirty="0">
                <a:solidFill>
                  <a:srgbClr val="1F2937"/>
                </a:solidFill>
                <a:latin typeface="Noto Sans KR"/>
                <a:cs typeface="Noto Sans KR"/>
              </a:rPr>
              <a:t>99%</a:t>
            </a:r>
            <a:endParaRPr sz="1100">
              <a:latin typeface="Noto Sans KR"/>
              <a:cs typeface="Noto Sans KR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38289" y="1636017"/>
            <a:ext cx="1137285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spc="-85" dirty="0">
                <a:solidFill>
                  <a:srgbClr val="1F2937"/>
                </a:solidFill>
                <a:latin typeface="맑은 고딕"/>
                <a:cs typeface="맑은 고딕"/>
              </a:rPr>
              <a:t>조치</a:t>
            </a:r>
            <a:r>
              <a:rPr sz="1100" b="1" spc="-80" dirty="0">
                <a:solidFill>
                  <a:srgbClr val="1F2937"/>
                </a:solidFill>
                <a:latin typeface="맑은 고딕"/>
                <a:cs typeface="맑은 고딕"/>
              </a:rPr>
              <a:t> </a:t>
            </a:r>
            <a:r>
              <a:rPr sz="1100" b="1" spc="-85" dirty="0">
                <a:solidFill>
                  <a:srgbClr val="1F2937"/>
                </a:solidFill>
                <a:latin typeface="맑은 고딕"/>
                <a:cs typeface="맑은 고딕"/>
              </a:rPr>
              <a:t>실행</a:t>
            </a:r>
            <a:r>
              <a:rPr sz="1100" b="1" spc="-80" dirty="0">
                <a:solidFill>
                  <a:srgbClr val="1F2937"/>
                </a:solidFill>
                <a:latin typeface="맑은 고딕"/>
                <a:cs typeface="맑은 고딕"/>
              </a:rPr>
              <a:t> </a:t>
            </a:r>
            <a:r>
              <a:rPr sz="1100" b="1" spc="-85" dirty="0">
                <a:solidFill>
                  <a:srgbClr val="1F2937"/>
                </a:solidFill>
                <a:latin typeface="맑은 고딕"/>
                <a:cs typeface="맑은 고딕"/>
              </a:rPr>
              <a:t>타임라인</a:t>
            </a:r>
            <a:endParaRPr sz="1100">
              <a:latin typeface="맑은 고딕"/>
              <a:cs typeface="맑은 고딕"/>
            </a:endParaRPr>
          </a:p>
        </p:txBody>
      </p:sp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817405" y="1726703"/>
            <a:ext cx="93583" cy="93582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7930091" y="1695349"/>
            <a:ext cx="478155" cy="1511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00" b="0" spc="-35" dirty="0">
                <a:solidFill>
                  <a:srgbClr val="6A7280"/>
                </a:solidFill>
                <a:latin typeface="Noto Sans KR Medium"/>
                <a:cs typeface="Noto Sans KR Medium"/>
              </a:rPr>
              <a:t>Major</a:t>
            </a:r>
            <a:r>
              <a:rPr sz="800" b="0" spc="-10" dirty="0">
                <a:solidFill>
                  <a:srgbClr val="6A7280"/>
                </a:solidFill>
                <a:latin typeface="Noto Sans KR Medium"/>
                <a:cs typeface="Noto Sans KR Medium"/>
              </a:rPr>
              <a:t> </a:t>
            </a:r>
            <a:r>
              <a:rPr sz="700" spc="-25" dirty="0">
                <a:solidFill>
                  <a:srgbClr val="6A7280"/>
                </a:solidFill>
                <a:latin typeface="Arial Unicode MS"/>
                <a:cs typeface="Arial Unicode MS"/>
              </a:rPr>
              <a:t>결함</a:t>
            </a:r>
            <a:endParaRPr sz="700">
              <a:latin typeface="Arial Unicode MS"/>
              <a:cs typeface="Arial Unicode MS"/>
            </a:endParaRPr>
          </a:p>
        </p:txBody>
      </p:sp>
      <p:pic>
        <p:nvPicPr>
          <p:cNvPr id="18" name="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519277" y="1726703"/>
            <a:ext cx="93583" cy="93582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8632452" y="1706205"/>
            <a:ext cx="396240" cy="1377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700" spc="-25" dirty="0">
                <a:solidFill>
                  <a:srgbClr val="6A7280"/>
                </a:solidFill>
                <a:latin typeface="Arial Unicode MS"/>
                <a:cs typeface="Arial Unicode MS"/>
              </a:rPr>
              <a:t>기능</a:t>
            </a:r>
            <a:r>
              <a:rPr sz="700" spc="10" dirty="0">
                <a:solidFill>
                  <a:srgbClr val="6A7280"/>
                </a:solidFill>
                <a:latin typeface="Arial Unicode MS"/>
                <a:cs typeface="Arial Unicode MS"/>
              </a:rPr>
              <a:t> </a:t>
            </a:r>
            <a:r>
              <a:rPr sz="700" spc="-25" dirty="0">
                <a:solidFill>
                  <a:srgbClr val="6A7280"/>
                </a:solidFill>
                <a:latin typeface="Arial Unicode MS"/>
                <a:cs typeface="Arial Unicode MS"/>
              </a:rPr>
              <a:t>로직</a:t>
            </a:r>
            <a:endParaRPr sz="700">
              <a:latin typeface="Arial Unicode MS"/>
              <a:cs typeface="Arial Unicode MS"/>
            </a:endParaRPr>
          </a:p>
        </p:txBody>
      </p:sp>
      <p:pic>
        <p:nvPicPr>
          <p:cNvPr id="20" name="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143165" y="1726703"/>
            <a:ext cx="93584" cy="93582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9252684" y="1695349"/>
            <a:ext cx="418465" cy="1511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00" b="0" spc="-25" dirty="0">
                <a:solidFill>
                  <a:srgbClr val="6A7280"/>
                </a:solidFill>
                <a:latin typeface="Noto Sans KR Medium"/>
                <a:cs typeface="Noto Sans KR Medium"/>
              </a:rPr>
              <a:t>UI/</a:t>
            </a:r>
            <a:r>
              <a:rPr sz="700" spc="-25" dirty="0">
                <a:solidFill>
                  <a:srgbClr val="6A7280"/>
                </a:solidFill>
                <a:latin typeface="Arial Unicode MS"/>
                <a:cs typeface="Arial Unicode MS"/>
              </a:rPr>
              <a:t>안정화</a:t>
            </a:r>
            <a:endParaRPr sz="700">
              <a:latin typeface="Arial Unicode MS"/>
              <a:cs typeface="Arial Unicode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35974" y="1935483"/>
            <a:ext cx="227965" cy="30670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sz="700" b="1" spc="15" dirty="0">
                <a:solidFill>
                  <a:srgbClr val="6A7280"/>
                </a:solidFill>
                <a:latin typeface="Noto Sans KR"/>
                <a:cs typeface="Noto Sans KR"/>
              </a:rPr>
              <a:t>1/26</a:t>
            </a:r>
            <a:endParaRPr sz="700">
              <a:latin typeface="Noto Sans KR"/>
              <a:cs typeface="Noto Sans KR"/>
            </a:endParaRPr>
          </a:p>
          <a:p>
            <a:pPr marL="18415">
              <a:lnSpc>
                <a:spcPct val="100000"/>
              </a:lnSpc>
              <a:spcBef>
                <a:spcPts val="265"/>
              </a:spcBef>
            </a:pPr>
            <a:r>
              <a:rPr sz="700" spc="20" dirty="0">
                <a:solidFill>
                  <a:srgbClr val="6A7280"/>
                </a:solidFill>
                <a:latin typeface="Noto Sans KR"/>
                <a:cs typeface="Noto Sans KR"/>
              </a:rPr>
              <a:t>Mon</a:t>
            </a:r>
            <a:endParaRPr sz="700">
              <a:latin typeface="Noto Sans KR"/>
              <a:cs typeface="Noto Sans KR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352371" y="1227593"/>
            <a:ext cx="8255" cy="1092200"/>
          </a:xfrm>
          <a:custGeom>
            <a:avLst/>
            <a:gdLst/>
            <a:ahLst/>
            <a:cxnLst/>
            <a:rect l="l" t="t" r="r" b="b"/>
            <a:pathLst>
              <a:path w="8255" h="1092200">
                <a:moveTo>
                  <a:pt x="0" y="1091803"/>
                </a:moveTo>
                <a:lnTo>
                  <a:pt x="7798" y="1091803"/>
                </a:lnTo>
                <a:lnTo>
                  <a:pt x="7798" y="0"/>
                </a:lnTo>
                <a:lnTo>
                  <a:pt x="0" y="0"/>
                </a:lnTo>
                <a:lnTo>
                  <a:pt x="0" y="1091803"/>
                </a:lnTo>
                <a:close/>
              </a:path>
            </a:pathLst>
          </a:custGeom>
          <a:solidFill>
            <a:srgbClr val="F2F4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1963802" y="1935483"/>
            <a:ext cx="227965" cy="30670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sz="700" b="1" spc="15" dirty="0">
                <a:solidFill>
                  <a:srgbClr val="6A7280"/>
                </a:solidFill>
                <a:latin typeface="Noto Sans KR"/>
                <a:cs typeface="Noto Sans KR"/>
              </a:rPr>
              <a:t>1/27</a:t>
            </a:r>
            <a:endParaRPr sz="700">
              <a:latin typeface="Noto Sans KR"/>
              <a:cs typeface="Noto Sans KR"/>
            </a:endParaRPr>
          </a:p>
          <a:p>
            <a:pPr marL="33655">
              <a:lnSpc>
                <a:spcPct val="100000"/>
              </a:lnSpc>
              <a:spcBef>
                <a:spcPts val="265"/>
              </a:spcBef>
            </a:pPr>
            <a:r>
              <a:rPr sz="700" spc="5" dirty="0">
                <a:solidFill>
                  <a:srgbClr val="6A7280"/>
                </a:solidFill>
                <a:latin typeface="Noto Sans KR"/>
                <a:cs typeface="Noto Sans KR"/>
              </a:rPr>
              <a:t>Tue</a:t>
            </a:r>
            <a:endParaRPr sz="700">
              <a:latin typeface="Noto Sans KR"/>
              <a:cs typeface="Noto Sans KR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077640" y="1227593"/>
            <a:ext cx="8255" cy="1092200"/>
          </a:xfrm>
          <a:custGeom>
            <a:avLst/>
            <a:gdLst/>
            <a:ahLst/>
            <a:cxnLst/>
            <a:rect l="l" t="t" r="r" b="b"/>
            <a:pathLst>
              <a:path w="8255" h="1092200">
                <a:moveTo>
                  <a:pt x="0" y="1091803"/>
                </a:moveTo>
                <a:lnTo>
                  <a:pt x="7798" y="1091803"/>
                </a:lnTo>
                <a:lnTo>
                  <a:pt x="7798" y="0"/>
                </a:lnTo>
                <a:lnTo>
                  <a:pt x="0" y="0"/>
                </a:lnTo>
                <a:lnTo>
                  <a:pt x="0" y="1091803"/>
                </a:lnTo>
                <a:close/>
              </a:path>
            </a:pathLst>
          </a:custGeom>
          <a:solidFill>
            <a:srgbClr val="F2F4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2696626" y="2103933"/>
            <a:ext cx="217804" cy="1377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700" spc="20" dirty="0">
                <a:solidFill>
                  <a:srgbClr val="6A7280"/>
                </a:solidFill>
                <a:latin typeface="Noto Sans KR"/>
                <a:cs typeface="Noto Sans KR"/>
              </a:rPr>
              <a:t>Wed</a:t>
            </a:r>
            <a:endParaRPr sz="700">
              <a:latin typeface="Noto Sans KR"/>
              <a:cs typeface="Noto Sans KR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802909" y="1227593"/>
            <a:ext cx="8255" cy="1092200"/>
          </a:xfrm>
          <a:custGeom>
            <a:avLst/>
            <a:gdLst/>
            <a:ahLst/>
            <a:cxnLst/>
            <a:rect l="l" t="t" r="r" b="b"/>
            <a:pathLst>
              <a:path w="8255" h="1092200">
                <a:moveTo>
                  <a:pt x="0" y="1091803"/>
                </a:moveTo>
                <a:lnTo>
                  <a:pt x="7798" y="1091803"/>
                </a:lnTo>
                <a:lnTo>
                  <a:pt x="7798" y="0"/>
                </a:lnTo>
                <a:lnTo>
                  <a:pt x="0" y="0"/>
                </a:lnTo>
                <a:lnTo>
                  <a:pt x="0" y="1091803"/>
                </a:lnTo>
                <a:close/>
              </a:path>
            </a:pathLst>
          </a:custGeom>
          <a:solidFill>
            <a:srgbClr val="F2F4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3419458" y="1935483"/>
            <a:ext cx="227965" cy="30670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sz="700" b="1" spc="15" dirty="0">
                <a:solidFill>
                  <a:srgbClr val="6A7280"/>
                </a:solidFill>
                <a:latin typeface="Noto Sans KR"/>
                <a:cs typeface="Noto Sans KR"/>
              </a:rPr>
              <a:t>1/29</a:t>
            </a:r>
            <a:endParaRPr sz="700">
              <a:latin typeface="Noto Sans KR"/>
              <a:cs typeface="Noto Sans KR"/>
            </a:endParaRPr>
          </a:p>
          <a:p>
            <a:pPr marL="28575">
              <a:lnSpc>
                <a:spcPct val="100000"/>
              </a:lnSpc>
              <a:spcBef>
                <a:spcPts val="265"/>
              </a:spcBef>
            </a:pPr>
            <a:r>
              <a:rPr sz="700" spc="20" dirty="0">
                <a:solidFill>
                  <a:srgbClr val="6A7280"/>
                </a:solidFill>
                <a:latin typeface="Noto Sans KR"/>
                <a:cs typeface="Noto Sans KR"/>
              </a:rPr>
              <a:t>Thu</a:t>
            </a:r>
            <a:endParaRPr sz="700">
              <a:latin typeface="Noto Sans KR"/>
              <a:cs typeface="Noto Sans KR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3535977" y="1227593"/>
            <a:ext cx="8255" cy="1092200"/>
          </a:xfrm>
          <a:custGeom>
            <a:avLst/>
            <a:gdLst/>
            <a:ahLst/>
            <a:cxnLst/>
            <a:rect l="l" t="t" r="r" b="b"/>
            <a:pathLst>
              <a:path w="8254" h="1092200">
                <a:moveTo>
                  <a:pt x="0" y="1091803"/>
                </a:moveTo>
                <a:lnTo>
                  <a:pt x="7798" y="1091803"/>
                </a:lnTo>
                <a:lnTo>
                  <a:pt x="7798" y="0"/>
                </a:lnTo>
                <a:lnTo>
                  <a:pt x="0" y="0"/>
                </a:lnTo>
                <a:lnTo>
                  <a:pt x="0" y="1091803"/>
                </a:lnTo>
                <a:close/>
              </a:path>
            </a:pathLst>
          </a:custGeom>
          <a:solidFill>
            <a:srgbClr val="F2F4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4147286" y="1935483"/>
            <a:ext cx="227965" cy="30670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sz="700" b="1" spc="15" dirty="0">
                <a:solidFill>
                  <a:srgbClr val="6A7280"/>
                </a:solidFill>
                <a:latin typeface="Noto Sans KR"/>
                <a:cs typeface="Noto Sans KR"/>
              </a:rPr>
              <a:t>1/30</a:t>
            </a:r>
            <a:endParaRPr sz="700">
              <a:latin typeface="Noto Sans KR"/>
              <a:cs typeface="Noto Sans KR"/>
            </a:endParaRPr>
          </a:p>
          <a:p>
            <a:pPr marL="57785">
              <a:lnSpc>
                <a:spcPct val="100000"/>
              </a:lnSpc>
              <a:spcBef>
                <a:spcPts val="265"/>
              </a:spcBef>
            </a:pPr>
            <a:r>
              <a:rPr sz="700" spc="5" dirty="0">
                <a:solidFill>
                  <a:srgbClr val="6A7280"/>
                </a:solidFill>
                <a:latin typeface="Noto Sans KR"/>
                <a:cs typeface="Noto Sans KR"/>
              </a:rPr>
              <a:t>Fri</a:t>
            </a:r>
            <a:endParaRPr sz="700">
              <a:latin typeface="Noto Sans KR"/>
              <a:cs typeface="Noto Sans KR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4261246" y="1227593"/>
            <a:ext cx="1092200" cy="1092200"/>
            <a:chOff x="4261246" y="1227593"/>
            <a:chExt cx="1092200" cy="1092200"/>
          </a:xfrm>
        </p:grpSpPr>
        <p:sp>
          <p:nvSpPr>
            <p:cNvPr id="32" name="object 32"/>
            <p:cNvSpPr/>
            <p:nvPr/>
          </p:nvSpPr>
          <p:spPr>
            <a:xfrm>
              <a:off x="4261246" y="1227593"/>
              <a:ext cx="8255" cy="1092200"/>
            </a:xfrm>
            <a:custGeom>
              <a:avLst/>
              <a:gdLst/>
              <a:ahLst/>
              <a:cxnLst/>
              <a:rect l="l" t="t" r="r" b="b"/>
              <a:pathLst>
                <a:path w="8254" h="1092200">
                  <a:moveTo>
                    <a:pt x="0" y="1091803"/>
                  </a:moveTo>
                  <a:lnTo>
                    <a:pt x="7798" y="1091803"/>
                  </a:lnTo>
                  <a:lnTo>
                    <a:pt x="7798" y="0"/>
                  </a:lnTo>
                  <a:lnTo>
                    <a:pt x="0" y="0"/>
                  </a:lnTo>
                  <a:lnTo>
                    <a:pt x="0" y="1091803"/>
                  </a:lnTo>
                  <a:close/>
                </a:path>
              </a:pathLst>
            </a:custGeom>
            <a:solidFill>
              <a:srgbClr val="F2F4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627780" y="1960661"/>
              <a:ext cx="725805" cy="281305"/>
            </a:xfrm>
            <a:custGeom>
              <a:avLst/>
              <a:gdLst/>
              <a:ahLst/>
              <a:cxnLst/>
              <a:rect l="l" t="t" r="r" b="b"/>
              <a:pathLst>
                <a:path w="725804" h="281305">
                  <a:moveTo>
                    <a:pt x="725269" y="280749"/>
                  </a:moveTo>
                  <a:lnTo>
                    <a:pt x="0" y="280749"/>
                  </a:lnTo>
                  <a:lnTo>
                    <a:pt x="0" y="0"/>
                  </a:lnTo>
                  <a:lnTo>
                    <a:pt x="725269" y="0"/>
                  </a:lnTo>
                  <a:lnTo>
                    <a:pt x="725269" y="280749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4875115" y="1963558"/>
            <a:ext cx="227965" cy="1377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700" b="1" spc="15" dirty="0">
                <a:solidFill>
                  <a:srgbClr val="6A7280"/>
                </a:solidFill>
                <a:latin typeface="Noto Sans KR"/>
                <a:cs typeface="Noto Sans KR"/>
              </a:rPr>
              <a:t>1/31</a:t>
            </a:r>
            <a:endParaRPr sz="700">
              <a:latin typeface="Noto Sans KR"/>
              <a:cs typeface="Noto Sans KR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905090" y="2103933"/>
            <a:ext cx="167640" cy="1377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700" spc="10" dirty="0">
                <a:solidFill>
                  <a:srgbClr val="6A7280"/>
                </a:solidFill>
                <a:latin typeface="Noto Sans KR"/>
                <a:cs typeface="Noto Sans KR"/>
              </a:rPr>
              <a:t>Sat</a:t>
            </a:r>
            <a:endParaRPr sz="700">
              <a:latin typeface="Noto Sans KR"/>
              <a:cs typeface="Noto Sans KR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4986516" y="1227593"/>
            <a:ext cx="1092200" cy="1092200"/>
            <a:chOff x="4986516" y="1227593"/>
            <a:chExt cx="1092200" cy="1092200"/>
          </a:xfrm>
        </p:grpSpPr>
        <p:sp>
          <p:nvSpPr>
            <p:cNvPr id="37" name="object 37"/>
            <p:cNvSpPr/>
            <p:nvPr/>
          </p:nvSpPr>
          <p:spPr>
            <a:xfrm>
              <a:off x="4986516" y="1227593"/>
              <a:ext cx="8255" cy="1092200"/>
            </a:xfrm>
            <a:custGeom>
              <a:avLst/>
              <a:gdLst/>
              <a:ahLst/>
              <a:cxnLst/>
              <a:rect l="l" t="t" r="r" b="b"/>
              <a:pathLst>
                <a:path w="8254" h="1092200">
                  <a:moveTo>
                    <a:pt x="0" y="1091803"/>
                  </a:moveTo>
                  <a:lnTo>
                    <a:pt x="7798" y="1091803"/>
                  </a:lnTo>
                  <a:lnTo>
                    <a:pt x="7798" y="0"/>
                  </a:lnTo>
                  <a:lnTo>
                    <a:pt x="0" y="0"/>
                  </a:lnTo>
                  <a:lnTo>
                    <a:pt x="0" y="1091803"/>
                  </a:lnTo>
                  <a:close/>
                </a:path>
              </a:pathLst>
            </a:custGeom>
            <a:solidFill>
              <a:srgbClr val="F2F4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353050" y="1960661"/>
              <a:ext cx="725805" cy="281305"/>
            </a:xfrm>
            <a:custGeom>
              <a:avLst/>
              <a:gdLst/>
              <a:ahLst/>
              <a:cxnLst/>
              <a:rect l="l" t="t" r="r" b="b"/>
              <a:pathLst>
                <a:path w="725804" h="281305">
                  <a:moveTo>
                    <a:pt x="725269" y="280749"/>
                  </a:moveTo>
                  <a:lnTo>
                    <a:pt x="0" y="280749"/>
                  </a:lnTo>
                  <a:lnTo>
                    <a:pt x="0" y="0"/>
                  </a:lnTo>
                  <a:lnTo>
                    <a:pt x="725269" y="0"/>
                  </a:lnTo>
                  <a:lnTo>
                    <a:pt x="725269" y="280749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5602943" y="1935483"/>
            <a:ext cx="227965" cy="30670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sz="700" b="1" spc="15" dirty="0">
                <a:solidFill>
                  <a:srgbClr val="6A7280"/>
                </a:solidFill>
                <a:latin typeface="Noto Sans KR"/>
                <a:cs typeface="Noto Sans KR"/>
              </a:rPr>
              <a:t>2/01</a:t>
            </a:r>
            <a:endParaRPr sz="700">
              <a:latin typeface="Noto Sans KR"/>
              <a:cs typeface="Noto Sans KR"/>
            </a:endParaRPr>
          </a:p>
          <a:p>
            <a:pPr marL="28575">
              <a:lnSpc>
                <a:spcPct val="100000"/>
              </a:lnSpc>
              <a:spcBef>
                <a:spcPts val="265"/>
              </a:spcBef>
            </a:pPr>
            <a:r>
              <a:rPr sz="700" spc="20" dirty="0">
                <a:solidFill>
                  <a:srgbClr val="6A7280"/>
                </a:solidFill>
                <a:latin typeface="Noto Sans KR"/>
                <a:cs typeface="Noto Sans KR"/>
              </a:rPr>
              <a:t>Sun</a:t>
            </a:r>
            <a:endParaRPr sz="700">
              <a:latin typeface="Noto Sans KR"/>
              <a:cs typeface="Noto Sans KR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5719583" y="1227593"/>
            <a:ext cx="8255" cy="1092200"/>
          </a:xfrm>
          <a:custGeom>
            <a:avLst/>
            <a:gdLst/>
            <a:ahLst/>
            <a:cxnLst/>
            <a:rect l="l" t="t" r="r" b="b"/>
            <a:pathLst>
              <a:path w="8254" h="1092200">
                <a:moveTo>
                  <a:pt x="0" y="1091803"/>
                </a:moveTo>
                <a:lnTo>
                  <a:pt x="7798" y="1091803"/>
                </a:lnTo>
                <a:lnTo>
                  <a:pt x="7798" y="0"/>
                </a:lnTo>
                <a:lnTo>
                  <a:pt x="0" y="0"/>
                </a:lnTo>
                <a:lnTo>
                  <a:pt x="0" y="1091803"/>
                </a:lnTo>
                <a:close/>
              </a:path>
            </a:pathLst>
          </a:custGeom>
          <a:solidFill>
            <a:srgbClr val="F2F4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6330771" y="1935483"/>
            <a:ext cx="227965" cy="30670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sz="700" b="1" spc="15" dirty="0">
                <a:solidFill>
                  <a:srgbClr val="6A7280"/>
                </a:solidFill>
                <a:latin typeface="Noto Sans KR"/>
                <a:cs typeface="Noto Sans KR"/>
              </a:rPr>
              <a:t>2/02</a:t>
            </a:r>
            <a:endParaRPr sz="700">
              <a:latin typeface="Noto Sans KR"/>
              <a:cs typeface="Noto Sans KR"/>
            </a:endParaRPr>
          </a:p>
          <a:p>
            <a:pPr marL="18415">
              <a:lnSpc>
                <a:spcPct val="100000"/>
              </a:lnSpc>
              <a:spcBef>
                <a:spcPts val="265"/>
              </a:spcBef>
            </a:pPr>
            <a:r>
              <a:rPr sz="700" spc="20" dirty="0">
                <a:solidFill>
                  <a:srgbClr val="6A7280"/>
                </a:solidFill>
                <a:latin typeface="Noto Sans KR"/>
                <a:cs typeface="Noto Sans KR"/>
              </a:rPr>
              <a:t>Mon</a:t>
            </a:r>
            <a:endParaRPr sz="700">
              <a:latin typeface="Noto Sans KR"/>
              <a:cs typeface="Noto Sans KR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6444853" y="1227593"/>
            <a:ext cx="8255" cy="1092200"/>
          </a:xfrm>
          <a:custGeom>
            <a:avLst/>
            <a:gdLst/>
            <a:ahLst/>
            <a:cxnLst/>
            <a:rect l="l" t="t" r="r" b="b"/>
            <a:pathLst>
              <a:path w="8254" h="1092200">
                <a:moveTo>
                  <a:pt x="0" y="1091803"/>
                </a:moveTo>
                <a:lnTo>
                  <a:pt x="7798" y="1091803"/>
                </a:lnTo>
                <a:lnTo>
                  <a:pt x="7798" y="0"/>
                </a:lnTo>
                <a:lnTo>
                  <a:pt x="0" y="0"/>
                </a:lnTo>
                <a:lnTo>
                  <a:pt x="0" y="1091803"/>
                </a:lnTo>
                <a:close/>
              </a:path>
            </a:pathLst>
          </a:custGeom>
          <a:solidFill>
            <a:srgbClr val="F2F4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7058599" y="1935483"/>
            <a:ext cx="227965" cy="30670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sz="700" b="1" spc="15" dirty="0">
                <a:solidFill>
                  <a:srgbClr val="6A7280"/>
                </a:solidFill>
                <a:latin typeface="Noto Sans KR"/>
                <a:cs typeface="Noto Sans KR"/>
              </a:rPr>
              <a:t>2/03</a:t>
            </a:r>
            <a:endParaRPr sz="700">
              <a:latin typeface="Noto Sans KR"/>
              <a:cs typeface="Noto Sans KR"/>
            </a:endParaRPr>
          </a:p>
          <a:p>
            <a:pPr marL="33655">
              <a:lnSpc>
                <a:spcPct val="100000"/>
              </a:lnSpc>
              <a:spcBef>
                <a:spcPts val="265"/>
              </a:spcBef>
            </a:pPr>
            <a:r>
              <a:rPr sz="700" spc="5" dirty="0">
                <a:solidFill>
                  <a:srgbClr val="6A7280"/>
                </a:solidFill>
                <a:latin typeface="Noto Sans KR"/>
                <a:cs typeface="Noto Sans KR"/>
              </a:rPr>
              <a:t>Tue</a:t>
            </a:r>
            <a:endParaRPr sz="700">
              <a:latin typeface="Noto Sans KR"/>
              <a:cs typeface="Noto Sans KR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7170122" y="1227593"/>
            <a:ext cx="8255" cy="1092200"/>
          </a:xfrm>
          <a:custGeom>
            <a:avLst/>
            <a:gdLst/>
            <a:ahLst/>
            <a:cxnLst/>
            <a:rect l="l" t="t" r="r" b="b"/>
            <a:pathLst>
              <a:path w="8254" h="1092200">
                <a:moveTo>
                  <a:pt x="0" y="1091803"/>
                </a:moveTo>
                <a:lnTo>
                  <a:pt x="7798" y="1091803"/>
                </a:lnTo>
                <a:lnTo>
                  <a:pt x="7798" y="0"/>
                </a:lnTo>
                <a:lnTo>
                  <a:pt x="0" y="0"/>
                </a:lnTo>
                <a:lnTo>
                  <a:pt x="0" y="1091803"/>
                </a:lnTo>
                <a:close/>
              </a:path>
            </a:pathLst>
          </a:custGeom>
          <a:solidFill>
            <a:srgbClr val="F2F4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7786427" y="1935483"/>
            <a:ext cx="227965" cy="30670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sz="700" b="1" spc="15" dirty="0">
                <a:solidFill>
                  <a:srgbClr val="6A7280"/>
                </a:solidFill>
                <a:latin typeface="Noto Sans KR"/>
                <a:cs typeface="Noto Sans KR"/>
              </a:rPr>
              <a:t>2/04</a:t>
            </a:r>
            <a:endParaRPr sz="700">
              <a:latin typeface="Noto Sans KR"/>
              <a:cs typeface="Noto Sans KR"/>
            </a:endParaRPr>
          </a:p>
          <a:p>
            <a:pPr marL="17145">
              <a:lnSpc>
                <a:spcPct val="100000"/>
              </a:lnSpc>
              <a:spcBef>
                <a:spcPts val="265"/>
              </a:spcBef>
            </a:pPr>
            <a:r>
              <a:rPr sz="700" spc="20" dirty="0">
                <a:solidFill>
                  <a:srgbClr val="6A7280"/>
                </a:solidFill>
                <a:latin typeface="Noto Sans KR"/>
                <a:cs typeface="Noto Sans KR"/>
              </a:rPr>
              <a:t>Wed</a:t>
            </a:r>
            <a:endParaRPr sz="700">
              <a:latin typeface="Noto Sans KR"/>
              <a:cs typeface="Noto Sans KR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7903189" y="1227593"/>
            <a:ext cx="8255" cy="1092200"/>
          </a:xfrm>
          <a:custGeom>
            <a:avLst/>
            <a:gdLst/>
            <a:ahLst/>
            <a:cxnLst/>
            <a:rect l="l" t="t" r="r" b="b"/>
            <a:pathLst>
              <a:path w="8254" h="1092200">
                <a:moveTo>
                  <a:pt x="0" y="1091803"/>
                </a:moveTo>
                <a:lnTo>
                  <a:pt x="7798" y="1091803"/>
                </a:lnTo>
                <a:lnTo>
                  <a:pt x="7798" y="0"/>
                </a:lnTo>
                <a:lnTo>
                  <a:pt x="0" y="0"/>
                </a:lnTo>
                <a:lnTo>
                  <a:pt x="0" y="1091803"/>
                </a:lnTo>
                <a:close/>
              </a:path>
            </a:pathLst>
          </a:custGeom>
          <a:solidFill>
            <a:srgbClr val="F2F4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8514255" y="1935483"/>
            <a:ext cx="227965" cy="30670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sz="700" b="1" spc="15" dirty="0">
                <a:solidFill>
                  <a:srgbClr val="6A7280"/>
                </a:solidFill>
                <a:latin typeface="Noto Sans KR"/>
                <a:cs typeface="Noto Sans KR"/>
              </a:rPr>
              <a:t>2/05</a:t>
            </a:r>
            <a:endParaRPr sz="700">
              <a:latin typeface="Noto Sans KR"/>
              <a:cs typeface="Noto Sans KR"/>
            </a:endParaRPr>
          </a:p>
          <a:p>
            <a:pPr marL="28575">
              <a:lnSpc>
                <a:spcPct val="100000"/>
              </a:lnSpc>
              <a:spcBef>
                <a:spcPts val="265"/>
              </a:spcBef>
            </a:pPr>
            <a:r>
              <a:rPr sz="700" spc="20" dirty="0">
                <a:solidFill>
                  <a:srgbClr val="6A7280"/>
                </a:solidFill>
                <a:latin typeface="Noto Sans KR"/>
                <a:cs typeface="Noto Sans KR"/>
              </a:rPr>
              <a:t>Thu</a:t>
            </a:r>
            <a:endParaRPr sz="700">
              <a:latin typeface="Noto Sans KR"/>
              <a:cs typeface="Noto Sans KR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8628459" y="1227593"/>
            <a:ext cx="8255" cy="1092200"/>
          </a:xfrm>
          <a:custGeom>
            <a:avLst/>
            <a:gdLst/>
            <a:ahLst/>
            <a:cxnLst/>
            <a:rect l="l" t="t" r="r" b="b"/>
            <a:pathLst>
              <a:path w="8254" h="1092200">
                <a:moveTo>
                  <a:pt x="0" y="1091803"/>
                </a:moveTo>
                <a:lnTo>
                  <a:pt x="7798" y="1091803"/>
                </a:lnTo>
                <a:lnTo>
                  <a:pt x="7798" y="0"/>
                </a:lnTo>
                <a:lnTo>
                  <a:pt x="0" y="0"/>
                </a:lnTo>
                <a:lnTo>
                  <a:pt x="0" y="1091803"/>
                </a:lnTo>
                <a:close/>
              </a:path>
            </a:pathLst>
          </a:custGeom>
          <a:solidFill>
            <a:srgbClr val="F2F4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9242083" y="1935483"/>
            <a:ext cx="227965" cy="30670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sz="700" b="1" spc="15" dirty="0">
                <a:solidFill>
                  <a:srgbClr val="6A7280"/>
                </a:solidFill>
                <a:latin typeface="Noto Sans KR"/>
                <a:cs typeface="Noto Sans KR"/>
              </a:rPr>
              <a:t>2/06</a:t>
            </a:r>
            <a:endParaRPr sz="700">
              <a:latin typeface="Noto Sans KR"/>
              <a:cs typeface="Noto Sans KR"/>
            </a:endParaRPr>
          </a:p>
          <a:p>
            <a:pPr marL="57785">
              <a:lnSpc>
                <a:spcPct val="100000"/>
              </a:lnSpc>
              <a:spcBef>
                <a:spcPts val="265"/>
              </a:spcBef>
            </a:pPr>
            <a:r>
              <a:rPr sz="700" spc="5" dirty="0">
                <a:solidFill>
                  <a:srgbClr val="6A7280"/>
                </a:solidFill>
                <a:latin typeface="Noto Sans KR"/>
                <a:cs typeface="Noto Sans KR"/>
              </a:rPr>
              <a:t>Fri</a:t>
            </a:r>
            <a:endParaRPr sz="700">
              <a:latin typeface="Noto Sans KR"/>
              <a:cs typeface="Noto Sans KR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774192" y="1227593"/>
            <a:ext cx="8587740" cy="4749800"/>
            <a:chOff x="774192" y="1227593"/>
            <a:chExt cx="8587740" cy="4749800"/>
          </a:xfrm>
        </p:grpSpPr>
        <p:sp>
          <p:nvSpPr>
            <p:cNvPr id="51" name="object 51"/>
            <p:cNvSpPr/>
            <p:nvPr/>
          </p:nvSpPr>
          <p:spPr>
            <a:xfrm>
              <a:off x="9353728" y="1227593"/>
              <a:ext cx="8255" cy="1092200"/>
            </a:xfrm>
            <a:custGeom>
              <a:avLst/>
              <a:gdLst/>
              <a:ahLst/>
              <a:cxnLst/>
              <a:rect l="l" t="t" r="r" b="b"/>
              <a:pathLst>
                <a:path w="8254" h="1092200">
                  <a:moveTo>
                    <a:pt x="0" y="1091803"/>
                  </a:moveTo>
                  <a:lnTo>
                    <a:pt x="7798" y="1091803"/>
                  </a:lnTo>
                  <a:lnTo>
                    <a:pt x="7798" y="0"/>
                  </a:lnTo>
                  <a:lnTo>
                    <a:pt x="0" y="0"/>
                  </a:lnTo>
                  <a:lnTo>
                    <a:pt x="0" y="1091803"/>
                  </a:lnTo>
                  <a:close/>
                </a:path>
              </a:pathLst>
            </a:custGeom>
            <a:solidFill>
              <a:srgbClr val="F2F4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774192" y="4197096"/>
              <a:ext cx="6139180" cy="1779905"/>
            </a:xfrm>
            <a:custGeom>
              <a:avLst/>
              <a:gdLst/>
              <a:ahLst/>
              <a:cxnLst/>
              <a:rect l="l" t="t" r="r" b="b"/>
              <a:pathLst>
                <a:path w="6139180" h="1779904">
                  <a:moveTo>
                    <a:pt x="6138672" y="1779841"/>
                  </a:moveTo>
                  <a:lnTo>
                    <a:pt x="0" y="1779841"/>
                  </a:lnTo>
                  <a:lnTo>
                    <a:pt x="0" y="0"/>
                  </a:lnTo>
                  <a:lnTo>
                    <a:pt x="6138672" y="0"/>
                  </a:lnTo>
                  <a:lnTo>
                    <a:pt x="6138672" y="32956"/>
                  </a:lnTo>
                  <a:lnTo>
                    <a:pt x="149256" y="32956"/>
                  </a:lnTo>
                  <a:lnTo>
                    <a:pt x="140806" y="33364"/>
                  </a:lnTo>
                  <a:lnTo>
                    <a:pt x="101588" y="47399"/>
                  </a:lnTo>
                  <a:lnTo>
                    <a:pt x="73612" y="78261"/>
                  </a:lnTo>
                  <a:lnTo>
                    <a:pt x="63472" y="118741"/>
                  </a:lnTo>
                  <a:lnTo>
                    <a:pt x="63472" y="1647265"/>
                  </a:lnTo>
                  <a:lnTo>
                    <a:pt x="73612" y="1687744"/>
                  </a:lnTo>
                  <a:lnTo>
                    <a:pt x="101588" y="1718605"/>
                  </a:lnTo>
                  <a:lnTo>
                    <a:pt x="140806" y="1732641"/>
                  </a:lnTo>
                  <a:lnTo>
                    <a:pt x="149256" y="1733049"/>
                  </a:lnTo>
                  <a:lnTo>
                    <a:pt x="6138672" y="1733049"/>
                  </a:lnTo>
                  <a:lnTo>
                    <a:pt x="6138672" y="1779841"/>
                  </a:lnTo>
                  <a:close/>
                </a:path>
                <a:path w="6139180" h="1779904">
                  <a:moveTo>
                    <a:pt x="6138672" y="1733049"/>
                  </a:moveTo>
                  <a:lnTo>
                    <a:pt x="5990403" y="1733049"/>
                  </a:lnTo>
                  <a:lnTo>
                    <a:pt x="5998853" y="1732641"/>
                  </a:lnTo>
                  <a:lnTo>
                    <a:pt x="6007141" y="1731416"/>
                  </a:lnTo>
                  <a:lnTo>
                    <a:pt x="6044797" y="1713610"/>
                  </a:lnTo>
                  <a:lnTo>
                    <a:pt x="6069657" y="1680092"/>
                  </a:lnTo>
                  <a:lnTo>
                    <a:pt x="6076187" y="1647265"/>
                  </a:lnTo>
                  <a:lnTo>
                    <a:pt x="6076187" y="118741"/>
                  </a:lnTo>
                  <a:lnTo>
                    <a:pt x="6066046" y="78261"/>
                  </a:lnTo>
                  <a:lnTo>
                    <a:pt x="6038070" y="47399"/>
                  </a:lnTo>
                  <a:lnTo>
                    <a:pt x="5998853" y="33364"/>
                  </a:lnTo>
                  <a:lnTo>
                    <a:pt x="5990403" y="32956"/>
                  </a:lnTo>
                  <a:lnTo>
                    <a:pt x="6138672" y="32956"/>
                  </a:lnTo>
                  <a:lnTo>
                    <a:pt x="6138672" y="1733049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829865" y="4222254"/>
              <a:ext cx="6028690" cy="1715770"/>
            </a:xfrm>
            <a:custGeom>
              <a:avLst/>
              <a:gdLst/>
              <a:ahLst/>
              <a:cxnLst/>
              <a:rect l="l" t="t" r="r" b="b"/>
              <a:pathLst>
                <a:path w="6028690" h="1715770">
                  <a:moveTo>
                    <a:pt x="5940874" y="1715690"/>
                  </a:moveTo>
                  <a:lnTo>
                    <a:pt x="87438" y="1715690"/>
                  </a:lnTo>
                  <a:lnTo>
                    <a:pt x="81352" y="1715090"/>
                  </a:lnTo>
                  <a:lnTo>
                    <a:pt x="36481" y="1696504"/>
                  </a:lnTo>
                  <a:lnTo>
                    <a:pt x="9475" y="1663596"/>
                  </a:lnTo>
                  <a:lnTo>
                    <a:pt x="0" y="1628251"/>
                  </a:lnTo>
                  <a:lnTo>
                    <a:pt x="0" y="1622107"/>
                  </a:lnTo>
                  <a:lnTo>
                    <a:pt x="0" y="87437"/>
                  </a:lnTo>
                  <a:lnTo>
                    <a:pt x="12357" y="46699"/>
                  </a:lnTo>
                  <a:lnTo>
                    <a:pt x="46700" y="12357"/>
                  </a:lnTo>
                  <a:lnTo>
                    <a:pt x="87438" y="0"/>
                  </a:lnTo>
                  <a:lnTo>
                    <a:pt x="5940874" y="0"/>
                  </a:lnTo>
                  <a:lnTo>
                    <a:pt x="5981612" y="12357"/>
                  </a:lnTo>
                  <a:lnTo>
                    <a:pt x="6015954" y="46699"/>
                  </a:lnTo>
                  <a:lnTo>
                    <a:pt x="6028312" y="87437"/>
                  </a:lnTo>
                  <a:lnTo>
                    <a:pt x="6028312" y="1628251"/>
                  </a:lnTo>
                  <a:lnTo>
                    <a:pt x="6015954" y="1668989"/>
                  </a:lnTo>
                  <a:lnTo>
                    <a:pt x="5981612" y="1703332"/>
                  </a:lnTo>
                  <a:lnTo>
                    <a:pt x="5946960" y="1715090"/>
                  </a:lnTo>
                  <a:lnTo>
                    <a:pt x="5940874" y="171569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973137" y="4376865"/>
            <a:ext cx="1637664" cy="1619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50" b="1" spc="-60" dirty="0">
                <a:solidFill>
                  <a:srgbClr val="374050"/>
                </a:solidFill>
                <a:latin typeface="맑은 고딕"/>
                <a:cs typeface="맑은 고딕"/>
              </a:rPr>
              <a:t>일별 결함 조치 목표 </a:t>
            </a:r>
            <a:r>
              <a:rPr sz="900" b="1" spc="-20" dirty="0">
                <a:solidFill>
                  <a:srgbClr val="374050"/>
                </a:solidFill>
                <a:latin typeface="Noto Sans KR"/>
                <a:cs typeface="Noto Sans KR"/>
              </a:rPr>
              <a:t>(Burn</a:t>
            </a:r>
            <a:r>
              <a:rPr sz="900" b="1" spc="-15" dirty="0">
                <a:solidFill>
                  <a:srgbClr val="374050"/>
                </a:solidFill>
                <a:latin typeface="Noto Sans KR"/>
                <a:cs typeface="Noto Sans KR"/>
              </a:rPr>
              <a:t>-</a:t>
            </a:r>
            <a:r>
              <a:rPr sz="900" b="1" spc="-25" dirty="0">
                <a:solidFill>
                  <a:srgbClr val="374050"/>
                </a:solidFill>
                <a:latin typeface="Noto Sans KR"/>
                <a:cs typeface="Noto Sans KR"/>
              </a:rPr>
              <a:t>d</a:t>
            </a:r>
            <a:r>
              <a:rPr sz="900" b="1" spc="-40" dirty="0">
                <a:solidFill>
                  <a:srgbClr val="374050"/>
                </a:solidFill>
                <a:latin typeface="Noto Sans KR"/>
                <a:cs typeface="Noto Sans KR"/>
              </a:rPr>
              <a:t>o</a:t>
            </a:r>
            <a:r>
              <a:rPr sz="900" b="1" spc="-25" dirty="0">
                <a:solidFill>
                  <a:srgbClr val="374050"/>
                </a:solidFill>
                <a:latin typeface="Noto Sans KR"/>
                <a:cs typeface="Noto Sans KR"/>
              </a:rPr>
              <a:t>wn)</a:t>
            </a:r>
            <a:endParaRPr sz="900">
              <a:latin typeface="Noto Sans KR"/>
              <a:cs typeface="Noto Sans KR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5722115" y="4373324"/>
            <a:ext cx="995680" cy="1377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700" spc="-5" dirty="0">
                <a:solidFill>
                  <a:srgbClr val="6A7280"/>
                </a:solidFill>
                <a:latin typeface="Noto Sans KR"/>
                <a:cs typeface="Noto Sans KR"/>
              </a:rPr>
              <a:t>*</a:t>
            </a:r>
            <a:r>
              <a:rPr sz="700" spc="-5" dirty="0">
                <a:solidFill>
                  <a:srgbClr val="6A7280"/>
                </a:solidFill>
                <a:latin typeface="Arial Unicode MS"/>
                <a:cs typeface="Arial Unicode MS"/>
              </a:rPr>
              <a:t>목표</a:t>
            </a:r>
            <a:r>
              <a:rPr sz="700" spc="-5" dirty="0">
                <a:solidFill>
                  <a:srgbClr val="6A7280"/>
                </a:solidFill>
                <a:latin typeface="Noto Sans KR"/>
                <a:cs typeface="Noto Sans KR"/>
              </a:rPr>
              <a:t>:</a:t>
            </a:r>
            <a:r>
              <a:rPr sz="700" spc="30" dirty="0">
                <a:solidFill>
                  <a:srgbClr val="6A7280"/>
                </a:solidFill>
                <a:latin typeface="Noto Sans KR"/>
                <a:cs typeface="Noto Sans KR"/>
              </a:rPr>
              <a:t> </a:t>
            </a:r>
            <a:r>
              <a:rPr sz="700" spc="15" dirty="0">
                <a:solidFill>
                  <a:srgbClr val="6A7280"/>
                </a:solidFill>
                <a:latin typeface="Noto Sans KR"/>
                <a:cs typeface="Noto Sans KR"/>
              </a:rPr>
              <a:t>2/6</a:t>
            </a:r>
            <a:r>
              <a:rPr sz="700" spc="30" dirty="0">
                <a:solidFill>
                  <a:srgbClr val="6A7280"/>
                </a:solidFill>
                <a:latin typeface="Noto Sans KR"/>
                <a:cs typeface="Noto Sans KR"/>
              </a:rPr>
              <a:t> </a:t>
            </a:r>
            <a:r>
              <a:rPr sz="700" spc="-25" dirty="0">
                <a:solidFill>
                  <a:srgbClr val="6A7280"/>
                </a:solidFill>
                <a:latin typeface="Arial Unicode MS"/>
                <a:cs typeface="Arial Unicode MS"/>
              </a:rPr>
              <a:t>잔여</a:t>
            </a:r>
            <a:r>
              <a:rPr sz="700" spc="-5" dirty="0">
                <a:solidFill>
                  <a:srgbClr val="6A7280"/>
                </a:solidFill>
                <a:latin typeface="Arial Unicode MS"/>
                <a:cs typeface="Arial Unicode MS"/>
              </a:rPr>
              <a:t> </a:t>
            </a:r>
            <a:r>
              <a:rPr sz="700" spc="-25" dirty="0">
                <a:solidFill>
                  <a:srgbClr val="6A7280"/>
                </a:solidFill>
                <a:latin typeface="Arial Unicode MS"/>
                <a:cs typeface="Arial Unicode MS"/>
              </a:rPr>
              <a:t>결함</a:t>
            </a:r>
            <a:r>
              <a:rPr sz="700" spc="-5" dirty="0">
                <a:solidFill>
                  <a:srgbClr val="6A7280"/>
                </a:solidFill>
                <a:latin typeface="Arial Unicode MS"/>
                <a:cs typeface="Arial Unicode MS"/>
              </a:rPr>
              <a:t> </a:t>
            </a:r>
            <a:r>
              <a:rPr sz="700" spc="-5" dirty="0">
                <a:solidFill>
                  <a:srgbClr val="6A7280"/>
                </a:solidFill>
                <a:latin typeface="Noto Sans KR"/>
                <a:cs typeface="Noto Sans KR"/>
              </a:rPr>
              <a:t>0</a:t>
            </a:r>
            <a:r>
              <a:rPr sz="700" spc="-5" dirty="0">
                <a:solidFill>
                  <a:srgbClr val="6A7280"/>
                </a:solidFill>
                <a:latin typeface="Arial Unicode MS"/>
                <a:cs typeface="Arial Unicode MS"/>
              </a:rPr>
              <a:t>건</a:t>
            </a:r>
            <a:endParaRPr sz="700">
              <a:latin typeface="Arial Unicode MS"/>
              <a:cs typeface="Arial Unicode MS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985837" y="2444174"/>
            <a:ext cx="8734425" cy="3400425"/>
            <a:chOff x="985837" y="2444174"/>
            <a:chExt cx="8734425" cy="3400425"/>
          </a:xfrm>
        </p:grpSpPr>
        <p:pic>
          <p:nvPicPr>
            <p:cNvPr id="57" name="object 5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85837" y="4596586"/>
              <a:ext cx="5716368" cy="1247774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85837" y="2520493"/>
              <a:ext cx="107949" cy="111124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2389584" y="2444174"/>
              <a:ext cx="7331075" cy="249554"/>
            </a:xfrm>
            <a:custGeom>
              <a:avLst/>
              <a:gdLst/>
              <a:ahLst/>
              <a:cxnLst/>
              <a:rect l="l" t="t" r="r" b="b"/>
              <a:pathLst>
                <a:path w="7331075" h="249555">
                  <a:moveTo>
                    <a:pt x="7214093" y="249554"/>
                  </a:moveTo>
                  <a:lnTo>
                    <a:pt x="116584" y="249554"/>
                  </a:lnTo>
                  <a:lnTo>
                    <a:pt x="108470" y="248755"/>
                  </a:lnTo>
                  <a:lnTo>
                    <a:pt x="69457" y="236921"/>
                  </a:lnTo>
                  <a:lnTo>
                    <a:pt x="30753" y="207214"/>
                  </a:lnTo>
                  <a:lnTo>
                    <a:pt x="6362" y="164958"/>
                  </a:lnTo>
                  <a:lnTo>
                    <a:pt x="0" y="132970"/>
                  </a:lnTo>
                  <a:lnTo>
                    <a:pt x="0" y="124777"/>
                  </a:lnTo>
                  <a:lnTo>
                    <a:pt x="0" y="116584"/>
                  </a:lnTo>
                  <a:lnTo>
                    <a:pt x="12633" y="69457"/>
                  </a:lnTo>
                  <a:lnTo>
                    <a:pt x="42339" y="30752"/>
                  </a:lnTo>
                  <a:lnTo>
                    <a:pt x="84596" y="6362"/>
                  </a:lnTo>
                  <a:lnTo>
                    <a:pt x="116584" y="0"/>
                  </a:lnTo>
                  <a:lnTo>
                    <a:pt x="7214093" y="0"/>
                  </a:lnTo>
                  <a:lnTo>
                    <a:pt x="7261219" y="12632"/>
                  </a:lnTo>
                  <a:lnTo>
                    <a:pt x="7299923" y="42339"/>
                  </a:lnTo>
                  <a:lnTo>
                    <a:pt x="7324314" y="84596"/>
                  </a:lnTo>
                  <a:lnTo>
                    <a:pt x="7330677" y="116584"/>
                  </a:lnTo>
                  <a:lnTo>
                    <a:pt x="7330677" y="132970"/>
                  </a:lnTo>
                  <a:lnTo>
                    <a:pt x="7318043" y="180096"/>
                  </a:lnTo>
                  <a:lnTo>
                    <a:pt x="7288337" y="218801"/>
                  </a:lnTo>
                  <a:lnTo>
                    <a:pt x="7246079" y="243191"/>
                  </a:lnTo>
                  <a:lnTo>
                    <a:pt x="7222207" y="248755"/>
                  </a:lnTo>
                  <a:lnTo>
                    <a:pt x="7214093" y="249554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2343912" y="2444496"/>
              <a:ext cx="3139440" cy="280670"/>
            </a:xfrm>
            <a:custGeom>
              <a:avLst/>
              <a:gdLst/>
              <a:ahLst/>
              <a:cxnLst/>
              <a:rect l="l" t="t" r="r" b="b"/>
              <a:pathLst>
                <a:path w="3139440" h="280669">
                  <a:moveTo>
                    <a:pt x="3139440" y="280416"/>
                  </a:moveTo>
                  <a:lnTo>
                    <a:pt x="0" y="280416"/>
                  </a:lnTo>
                  <a:lnTo>
                    <a:pt x="0" y="0"/>
                  </a:lnTo>
                  <a:lnTo>
                    <a:pt x="3139440" y="0"/>
                  </a:lnTo>
                  <a:lnTo>
                    <a:pt x="3139440" y="38671"/>
                  </a:lnTo>
                  <a:lnTo>
                    <a:pt x="139255" y="38671"/>
                  </a:lnTo>
                  <a:lnTo>
                    <a:pt x="130804" y="39079"/>
                  </a:lnTo>
                  <a:lnTo>
                    <a:pt x="91586" y="53115"/>
                  </a:lnTo>
                  <a:lnTo>
                    <a:pt x="63611" y="83976"/>
                  </a:lnTo>
                  <a:lnTo>
                    <a:pt x="53470" y="124456"/>
                  </a:lnTo>
                  <a:lnTo>
                    <a:pt x="53878" y="132906"/>
                  </a:lnTo>
                  <a:lnTo>
                    <a:pt x="67914" y="172124"/>
                  </a:lnTo>
                  <a:lnTo>
                    <a:pt x="98775" y="200099"/>
                  </a:lnTo>
                  <a:lnTo>
                    <a:pt x="139255" y="210240"/>
                  </a:lnTo>
                  <a:lnTo>
                    <a:pt x="3139440" y="210240"/>
                  </a:lnTo>
                  <a:lnTo>
                    <a:pt x="3139440" y="280416"/>
                  </a:lnTo>
                  <a:close/>
                </a:path>
                <a:path w="3139440" h="280669">
                  <a:moveTo>
                    <a:pt x="3139440" y="210240"/>
                  </a:moveTo>
                  <a:lnTo>
                    <a:pt x="3001339" y="210240"/>
                  </a:lnTo>
                  <a:lnTo>
                    <a:pt x="3009789" y="209832"/>
                  </a:lnTo>
                  <a:lnTo>
                    <a:pt x="3018077" y="208608"/>
                  </a:lnTo>
                  <a:lnTo>
                    <a:pt x="3055733" y="190801"/>
                  </a:lnTo>
                  <a:lnTo>
                    <a:pt x="3080593" y="157284"/>
                  </a:lnTo>
                  <a:lnTo>
                    <a:pt x="3087123" y="124456"/>
                  </a:lnTo>
                  <a:lnTo>
                    <a:pt x="3086715" y="116005"/>
                  </a:lnTo>
                  <a:lnTo>
                    <a:pt x="3072679" y="76787"/>
                  </a:lnTo>
                  <a:lnTo>
                    <a:pt x="3041817" y="48812"/>
                  </a:lnTo>
                  <a:lnTo>
                    <a:pt x="3001339" y="38671"/>
                  </a:lnTo>
                  <a:lnTo>
                    <a:pt x="3139440" y="38671"/>
                  </a:lnTo>
                  <a:lnTo>
                    <a:pt x="3139440" y="210240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2389584" y="2475368"/>
              <a:ext cx="3049270" cy="187325"/>
            </a:xfrm>
            <a:custGeom>
              <a:avLst/>
              <a:gdLst/>
              <a:ahLst/>
              <a:cxnLst/>
              <a:rect l="l" t="t" r="r" b="b"/>
              <a:pathLst>
                <a:path w="3049270" h="187325">
                  <a:moveTo>
                    <a:pt x="2961811" y="187166"/>
                  </a:moveTo>
                  <a:lnTo>
                    <a:pt x="87438" y="187166"/>
                  </a:lnTo>
                  <a:lnTo>
                    <a:pt x="81352" y="186566"/>
                  </a:lnTo>
                  <a:lnTo>
                    <a:pt x="36482" y="167980"/>
                  </a:lnTo>
                  <a:lnTo>
                    <a:pt x="9475" y="135072"/>
                  </a:lnTo>
                  <a:lnTo>
                    <a:pt x="0" y="99727"/>
                  </a:lnTo>
                  <a:lnTo>
                    <a:pt x="0" y="93583"/>
                  </a:lnTo>
                  <a:lnTo>
                    <a:pt x="0" y="87438"/>
                  </a:lnTo>
                  <a:lnTo>
                    <a:pt x="12357" y="46699"/>
                  </a:lnTo>
                  <a:lnTo>
                    <a:pt x="46700" y="12357"/>
                  </a:lnTo>
                  <a:lnTo>
                    <a:pt x="87438" y="0"/>
                  </a:lnTo>
                  <a:lnTo>
                    <a:pt x="2961811" y="0"/>
                  </a:lnTo>
                  <a:lnTo>
                    <a:pt x="3002549" y="12357"/>
                  </a:lnTo>
                  <a:lnTo>
                    <a:pt x="3036892" y="46699"/>
                  </a:lnTo>
                  <a:lnTo>
                    <a:pt x="3049250" y="87438"/>
                  </a:lnTo>
                  <a:lnTo>
                    <a:pt x="3049250" y="99727"/>
                  </a:lnTo>
                  <a:lnTo>
                    <a:pt x="3036892" y="140465"/>
                  </a:lnTo>
                  <a:lnTo>
                    <a:pt x="3002549" y="174807"/>
                  </a:lnTo>
                  <a:lnTo>
                    <a:pt x="2967897" y="186566"/>
                  </a:lnTo>
                  <a:lnTo>
                    <a:pt x="2961811" y="187166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1144706" y="2489605"/>
            <a:ext cx="915035" cy="1619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50" b="1" spc="-40" dirty="0">
                <a:solidFill>
                  <a:srgbClr val="374050"/>
                </a:solidFill>
                <a:latin typeface="맑은 고딕"/>
                <a:cs typeface="맑은 고딕"/>
              </a:rPr>
              <a:t>운항계획</a:t>
            </a:r>
            <a:r>
              <a:rPr sz="900" b="1" spc="-40" dirty="0">
                <a:solidFill>
                  <a:srgbClr val="374050"/>
                </a:solidFill>
                <a:latin typeface="Noto Sans KR"/>
                <a:cs typeface="Noto Sans KR"/>
              </a:rPr>
              <a:t>(FP)</a:t>
            </a:r>
            <a:r>
              <a:rPr sz="900" b="1" spc="10" dirty="0">
                <a:solidFill>
                  <a:srgbClr val="374050"/>
                </a:solidFill>
                <a:latin typeface="Noto Sans KR"/>
                <a:cs typeface="Noto Sans KR"/>
              </a:rPr>
              <a:t> </a:t>
            </a:r>
            <a:r>
              <a:rPr sz="900" b="1" spc="-15" dirty="0">
                <a:solidFill>
                  <a:srgbClr val="374050"/>
                </a:solidFill>
                <a:latin typeface="Noto Sans KR"/>
                <a:cs typeface="Noto Sans KR"/>
              </a:rPr>
              <a:t>/</a:t>
            </a:r>
            <a:r>
              <a:rPr sz="900" b="1" spc="10" dirty="0">
                <a:solidFill>
                  <a:srgbClr val="374050"/>
                </a:solidFill>
                <a:latin typeface="Noto Sans KR"/>
                <a:cs typeface="Noto Sans KR"/>
              </a:rPr>
              <a:t> </a:t>
            </a:r>
            <a:r>
              <a:rPr sz="900" b="1" spc="-30" dirty="0">
                <a:solidFill>
                  <a:srgbClr val="374050"/>
                </a:solidFill>
                <a:latin typeface="Noto Sans KR"/>
                <a:cs typeface="Noto Sans KR"/>
              </a:rPr>
              <a:t>CM</a:t>
            </a:r>
            <a:endParaRPr sz="900">
              <a:latin typeface="Noto Sans KR"/>
              <a:cs typeface="Noto Sans KR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2470467" y="2490151"/>
            <a:ext cx="859155" cy="15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b="1" spc="-35" dirty="0">
                <a:solidFill>
                  <a:srgbClr val="FFFFFF"/>
                </a:solidFill>
                <a:latin typeface="Noto Sans KR"/>
                <a:cs typeface="Noto Sans KR"/>
              </a:rPr>
              <a:t>High</a:t>
            </a:r>
            <a:r>
              <a:rPr sz="800" b="1" spc="20" dirty="0">
                <a:solidFill>
                  <a:srgbClr val="FFFFFF"/>
                </a:solidFill>
                <a:latin typeface="Noto Sans KR"/>
                <a:cs typeface="Noto Sans KR"/>
              </a:rPr>
              <a:t> </a:t>
            </a:r>
            <a:r>
              <a:rPr sz="800" b="1" spc="-30" dirty="0">
                <a:solidFill>
                  <a:srgbClr val="FFFFFF"/>
                </a:solidFill>
                <a:latin typeface="Noto Sans KR"/>
                <a:cs typeface="Noto Sans KR"/>
              </a:rPr>
              <a:t>Risk</a:t>
            </a:r>
            <a:r>
              <a:rPr sz="800" b="1" spc="20" dirty="0">
                <a:solidFill>
                  <a:srgbClr val="FFFFFF"/>
                </a:solidFill>
                <a:latin typeface="Noto Sans KR"/>
                <a:cs typeface="Noto Sans KR"/>
              </a:rPr>
              <a:t> </a:t>
            </a:r>
            <a:r>
              <a:rPr sz="700" b="1" spc="-25" dirty="0">
                <a:solidFill>
                  <a:srgbClr val="FFFFFF"/>
                </a:solidFill>
                <a:latin typeface="맑은 고딕"/>
                <a:cs typeface="맑은 고딕"/>
              </a:rPr>
              <a:t>집중</a:t>
            </a:r>
            <a:r>
              <a:rPr sz="700" b="1" spc="-40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700" b="1" spc="-25" dirty="0">
                <a:solidFill>
                  <a:srgbClr val="FFFFFF"/>
                </a:solidFill>
                <a:latin typeface="맑은 고딕"/>
                <a:cs typeface="맑은 고딕"/>
              </a:rPr>
              <a:t>기간</a:t>
            </a:r>
            <a:endParaRPr sz="700">
              <a:latin typeface="맑은 고딕"/>
              <a:cs typeface="맑은 고딕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985837" y="2810708"/>
            <a:ext cx="8734425" cy="280035"/>
            <a:chOff x="985837" y="2810708"/>
            <a:chExt cx="8734425" cy="280035"/>
          </a:xfrm>
        </p:grpSpPr>
        <p:pic>
          <p:nvPicPr>
            <p:cNvPr id="65" name="object 6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85837" y="2887027"/>
              <a:ext cx="133349" cy="111124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2389584" y="2810708"/>
              <a:ext cx="7331075" cy="249554"/>
            </a:xfrm>
            <a:custGeom>
              <a:avLst/>
              <a:gdLst/>
              <a:ahLst/>
              <a:cxnLst/>
              <a:rect l="l" t="t" r="r" b="b"/>
              <a:pathLst>
                <a:path w="7331075" h="249555">
                  <a:moveTo>
                    <a:pt x="7214093" y="249554"/>
                  </a:moveTo>
                  <a:lnTo>
                    <a:pt x="116584" y="249554"/>
                  </a:lnTo>
                  <a:lnTo>
                    <a:pt x="108470" y="248755"/>
                  </a:lnTo>
                  <a:lnTo>
                    <a:pt x="69457" y="236921"/>
                  </a:lnTo>
                  <a:lnTo>
                    <a:pt x="30753" y="207214"/>
                  </a:lnTo>
                  <a:lnTo>
                    <a:pt x="6362" y="164958"/>
                  </a:lnTo>
                  <a:lnTo>
                    <a:pt x="0" y="132970"/>
                  </a:lnTo>
                  <a:lnTo>
                    <a:pt x="0" y="124777"/>
                  </a:lnTo>
                  <a:lnTo>
                    <a:pt x="0" y="116584"/>
                  </a:lnTo>
                  <a:lnTo>
                    <a:pt x="12633" y="69457"/>
                  </a:lnTo>
                  <a:lnTo>
                    <a:pt x="42339" y="30752"/>
                  </a:lnTo>
                  <a:lnTo>
                    <a:pt x="84596" y="6362"/>
                  </a:lnTo>
                  <a:lnTo>
                    <a:pt x="116584" y="0"/>
                  </a:lnTo>
                  <a:lnTo>
                    <a:pt x="7214093" y="0"/>
                  </a:lnTo>
                  <a:lnTo>
                    <a:pt x="7261219" y="12633"/>
                  </a:lnTo>
                  <a:lnTo>
                    <a:pt x="7299923" y="42339"/>
                  </a:lnTo>
                  <a:lnTo>
                    <a:pt x="7324314" y="84596"/>
                  </a:lnTo>
                  <a:lnTo>
                    <a:pt x="7330677" y="116584"/>
                  </a:lnTo>
                  <a:lnTo>
                    <a:pt x="7330677" y="132970"/>
                  </a:lnTo>
                  <a:lnTo>
                    <a:pt x="7318043" y="180096"/>
                  </a:lnTo>
                  <a:lnTo>
                    <a:pt x="7288337" y="218801"/>
                  </a:lnTo>
                  <a:lnTo>
                    <a:pt x="7246079" y="243191"/>
                  </a:lnTo>
                  <a:lnTo>
                    <a:pt x="7222207" y="248755"/>
                  </a:lnTo>
                  <a:lnTo>
                    <a:pt x="7214093" y="249554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4785360" y="2813304"/>
              <a:ext cx="3755390" cy="277495"/>
            </a:xfrm>
            <a:custGeom>
              <a:avLst/>
              <a:gdLst/>
              <a:ahLst/>
              <a:cxnLst/>
              <a:rect l="l" t="t" r="r" b="b"/>
              <a:pathLst>
                <a:path w="3755390" h="277494">
                  <a:moveTo>
                    <a:pt x="3755136" y="277368"/>
                  </a:moveTo>
                  <a:lnTo>
                    <a:pt x="0" y="277368"/>
                  </a:lnTo>
                  <a:lnTo>
                    <a:pt x="0" y="0"/>
                  </a:lnTo>
                  <a:lnTo>
                    <a:pt x="3755136" y="0"/>
                  </a:lnTo>
                  <a:lnTo>
                    <a:pt x="3755136" y="36397"/>
                  </a:lnTo>
                  <a:lnTo>
                    <a:pt x="138767" y="36397"/>
                  </a:lnTo>
                  <a:lnTo>
                    <a:pt x="130316" y="36805"/>
                  </a:lnTo>
                  <a:lnTo>
                    <a:pt x="91098" y="50841"/>
                  </a:lnTo>
                  <a:lnTo>
                    <a:pt x="63123" y="81702"/>
                  </a:lnTo>
                  <a:lnTo>
                    <a:pt x="52982" y="122182"/>
                  </a:lnTo>
                  <a:lnTo>
                    <a:pt x="53390" y="130632"/>
                  </a:lnTo>
                  <a:lnTo>
                    <a:pt x="67426" y="169850"/>
                  </a:lnTo>
                  <a:lnTo>
                    <a:pt x="98287" y="197825"/>
                  </a:lnTo>
                  <a:lnTo>
                    <a:pt x="138767" y="207966"/>
                  </a:lnTo>
                  <a:lnTo>
                    <a:pt x="3755136" y="207966"/>
                  </a:lnTo>
                  <a:lnTo>
                    <a:pt x="3755136" y="277368"/>
                  </a:lnTo>
                  <a:close/>
                </a:path>
                <a:path w="3755390" h="277494">
                  <a:moveTo>
                    <a:pt x="3755136" y="207966"/>
                  </a:moveTo>
                  <a:lnTo>
                    <a:pt x="3616939" y="207966"/>
                  </a:lnTo>
                  <a:lnTo>
                    <a:pt x="3625390" y="207558"/>
                  </a:lnTo>
                  <a:lnTo>
                    <a:pt x="3633678" y="206333"/>
                  </a:lnTo>
                  <a:lnTo>
                    <a:pt x="3671333" y="188527"/>
                  </a:lnTo>
                  <a:lnTo>
                    <a:pt x="3696193" y="155010"/>
                  </a:lnTo>
                  <a:lnTo>
                    <a:pt x="3702724" y="122182"/>
                  </a:lnTo>
                  <a:lnTo>
                    <a:pt x="3702315" y="113731"/>
                  </a:lnTo>
                  <a:lnTo>
                    <a:pt x="3688279" y="74513"/>
                  </a:lnTo>
                  <a:lnTo>
                    <a:pt x="3657418" y="46538"/>
                  </a:lnTo>
                  <a:lnTo>
                    <a:pt x="3616939" y="36397"/>
                  </a:lnTo>
                  <a:lnTo>
                    <a:pt x="3755136" y="36397"/>
                  </a:lnTo>
                  <a:lnTo>
                    <a:pt x="3755136" y="207966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4830544" y="2841903"/>
              <a:ext cx="3665854" cy="187325"/>
            </a:xfrm>
            <a:custGeom>
              <a:avLst/>
              <a:gdLst/>
              <a:ahLst/>
              <a:cxnLst/>
              <a:rect l="l" t="t" r="r" b="b"/>
              <a:pathLst>
                <a:path w="3665854" h="187325">
                  <a:moveTo>
                    <a:pt x="3577900" y="187166"/>
                  </a:moveTo>
                  <a:lnTo>
                    <a:pt x="87438" y="187166"/>
                  </a:lnTo>
                  <a:lnTo>
                    <a:pt x="81352" y="186566"/>
                  </a:lnTo>
                  <a:lnTo>
                    <a:pt x="36481" y="167980"/>
                  </a:lnTo>
                  <a:lnTo>
                    <a:pt x="9474" y="135072"/>
                  </a:lnTo>
                  <a:lnTo>
                    <a:pt x="0" y="99727"/>
                  </a:lnTo>
                  <a:lnTo>
                    <a:pt x="0" y="93582"/>
                  </a:lnTo>
                  <a:lnTo>
                    <a:pt x="0" y="87438"/>
                  </a:lnTo>
                  <a:lnTo>
                    <a:pt x="12357" y="46699"/>
                  </a:lnTo>
                  <a:lnTo>
                    <a:pt x="46699" y="12357"/>
                  </a:lnTo>
                  <a:lnTo>
                    <a:pt x="87438" y="0"/>
                  </a:lnTo>
                  <a:lnTo>
                    <a:pt x="3577900" y="0"/>
                  </a:lnTo>
                  <a:lnTo>
                    <a:pt x="3618637" y="12357"/>
                  </a:lnTo>
                  <a:lnTo>
                    <a:pt x="3652980" y="46699"/>
                  </a:lnTo>
                  <a:lnTo>
                    <a:pt x="3665338" y="87438"/>
                  </a:lnTo>
                  <a:lnTo>
                    <a:pt x="3665338" y="99727"/>
                  </a:lnTo>
                  <a:lnTo>
                    <a:pt x="3652980" y="140465"/>
                  </a:lnTo>
                  <a:lnTo>
                    <a:pt x="3618637" y="174807"/>
                  </a:lnTo>
                  <a:lnTo>
                    <a:pt x="3583985" y="186566"/>
                  </a:lnTo>
                  <a:lnTo>
                    <a:pt x="3577900" y="187166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1172001" y="2856138"/>
            <a:ext cx="970915" cy="1619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900" b="1" spc="-20" dirty="0">
                <a:solidFill>
                  <a:srgbClr val="374050"/>
                </a:solidFill>
                <a:latin typeface="Noto Sans KR"/>
                <a:cs typeface="Noto Sans KR"/>
              </a:rPr>
              <a:t>[S]</a:t>
            </a:r>
            <a:r>
              <a:rPr sz="900" b="1" spc="35" dirty="0">
                <a:solidFill>
                  <a:srgbClr val="374050"/>
                </a:solidFill>
                <a:latin typeface="Noto Sans KR"/>
                <a:cs typeface="Noto Sans KR"/>
              </a:rPr>
              <a:t> </a:t>
            </a:r>
            <a:r>
              <a:rPr sz="850" b="1" spc="-60" dirty="0">
                <a:solidFill>
                  <a:srgbClr val="374050"/>
                </a:solidFill>
                <a:latin typeface="맑은 고딕"/>
                <a:cs typeface="맑은 고딕"/>
              </a:rPr>
              <a:t>기능 로직 재검증</a:t>
            </a:r>
            <a:endParaRPr sz="850">
              <a:latin typeface="맑은 고딕"/>
              <a:cs typeface="맑은 고딕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4911549" y="2856685"/>
            <a:ext cx="775970" cy="15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00" b="1" spc="-25" dirty="0">
                <a:solidFill>
                  <a:srgbClr val="FFFFFF"/>
                </a:solidFill>
                <a:latin typeface="맑은 고딕"/>
                <a:cs typeface="맑은 고딕"/>
              </a:rPr>
              <a:t>전수</a:t>
            </a:r>
            <a:r>
              <a:rPr sz="700" b="1" spc="-40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700" b="1" spc="-25" dirty="0">
                <a:solidFill>
                  <a:srgbClr val="FFFFFF"/>
                </a:solidFill>
                <a:latin typeface="맑은 고딕"/>
                <a:cs typeface="맑은 고딕"/>
              </a:rPr>
              <a:t>테스트</a:t>
            </a:r>
            <a:r>
              <a:rPr sz="700" b="1" spc="-40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800" b="1" spc="-40" dirty="0">
                <a:solidFill>
                  <a:srgbClr val="FFFFFF"/>
                </a:solidFill>
                <a:latin typeface="Noto Sans KR"/>
                <a:cs typeface="Noto Sans KR"/>
              </a:rPr>
              <a:t>&amp;</a:t>
            </a:r>
            <a:r>
              <a:rPr sz="800" b="1" spc="20" dirty="0">
                <a:solidFill>
                  <a:srgbClr val="FFFFFF"/>
                </a:solidFill>
                <a:latin typeface="Noto Sans KR"/>
                <a:cs typeface="Noto Sans KR"/>
              </a:rPr>
              <a:t> </a:t>
            </a:r>
            <a:r>
              <a:rPr sz="700" b="1" spc="-25" dirty="0">
                <a:solidFill>
                  <a:srgbClr val="FFFFFF"/>
                </a:solidFill>
                <a:latin typeface="맑은 고딕"/>
                <a:cs typeface="맑은 고딕"/>
              </a:rPr>
              <a:t>수정</a:t>
            </a:r>
            <a:endParaRPr sz="700">
              <a:latin typeface="맑은 고딕"/>
              <a:cs typeface="맑은 고딕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985837" y="3177242"/>
            <a:ext cx="8774430" cy="279400"/>
            <a:chOff x="985837" y="3177242"/>
            <a:chExt cx="8774430" cy="279400"/>
          </a:xfrm>
        </p:grpSpPr>
        <p:pic>
          <p:nvPicPr>
            <p:cNvPr id="72" name="object 7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85837" y="3253561"/>
              <a:ext cx="123824" cy="111124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2389584" y="3177242"/>
              <a:ext cx="7331075" cy="249554"/>
            </a:xfrm>
            <a:custGeom>
              <a:avLst/>
              <a:gdLst/>
              <a:ahLst/>
              <a:cxnLst/>
              <a:rect l="l" t="t" r="r" b="b"/>
              <a:pathLst>
                <a:path w="7331075" h="249554">
                  <a:moveTo>
                    <a:pt x="7214093" y="249554"/>
                  </a:moveTo>
                  <a:lnTo>
                    <a:pt x="116584" y="249554"/>
                  </a:lnTo>
                  <a:lnTo>
                    <a:pt x="108470" y="248755"/>
                  </a:lnTo>
                  <a:lnTo>
                    <a:pt x="69457" y="236921"/>
                  </a:lnTo>
                  <a:lnTo>
                    <a:pt x="30753" y="207214"/>
                  </a:lnTo>
                  <a:lnTo>
                    <a:pt x="6362" y="164958"/>
                  </a:lnTo>
                  <a:lnTo>
                    <a:pt x="0" y="132970"/>
                  </a:lnTo>
                  <a:lnTo>
                    <a:pt x="0" y="124777"/>
                  </a:lnTo>
                  <a:lnTo>
                    <a:pt x="0" y="116584"/>
                  </a:lnTo>
                  <a:lnTo>
                    <a:pt x="12633" y="69457"/>
                  </a:lnTo>
                  <a:lnTo>
                    <a:pt x="42339" y="30752"/>
                  </a:lnTo>
                  <a:lnTo>
                    <a:pt x="84596" y="6362"/>
                  </a:lnTo>
                  <a:lnTo>
                    <a:pt x="116584" y="0"/>
                  </a:lnTo>
                  <a:lnTo>
                    <a:pt x="7214093" y="0"/>
                  </a:lnTo>
                  <a:lnTo>
                    <a:pt x="7261219" y="12633"/>
                  </a:lnTo>
                  <a:lnTo>
                    <a:pt x="7299923" y="42339"/>
                  </a:lnTo>
                  <a:lnTo>
                    <a:pt x="7324314" y="84596"/>
                  </a:lnTo>
                  <a:lnTo>
                    <a:pt x="7330677" y="116584"/>
                  </a:lnTo>
                  <a:lnTo>
                    <a:pt x="7330677" y="132970"/>
                  </a:lnTo>
                  <a:lnTo>
                    <a:pt x="7318043" y="180097"/>
                  </a:lnTo>
                  <a:lnTo>
                    <a:pt x="7288337" y="218801"/>
                  </a:lnTo>
                  <a:lnTo>
                    <a:pt x="7246079" y="243191"/>
                  </a:lnTo>
                  <a:lnTo>
                    <a:pt x="7222207" y="248755"/>
                  </a:lnTo>
                  <a:lnTo>
                    <a:pt x="7214093" y="249554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6617208" y="3179064"/>
              <a:ext cx="3142615" cy="277495"/>
            </a:xfrm>
            <a:custGeom>
              <a:avLst/>
              <a:gdLst/>
              <a:ahLst/>
              <a:cxnLst/>
              <a:rect l="l" t="t" r="r" b="b"/>
              <a:pathLst>
                <a:path w="3142615" h="277495">
                  <a:moveTo>
                    <a:pt x="3142488" y="277368"/>
                  </a:moveTo>
                  <a:lnTo>
                    <a:pt x="0" y="277368"/>
                  </a:lnTo>
                  <a:lnTo>
                    <a:pt x="0" y="0"/>
                  </a:lnTo>
                  <a:lnTo>
                    <a:pt x="3142488" y="0"/>
                  </a:lnTo>
                  <a:lnTo>
                    <a:pt x="3142488" y="37171"/>
                  </a:lnTo>
                  <a:lnTo>
                    <a:pt x="139588" y="37171"/>
                  </a:lnTo>
                  <a:lnTo>
                    <a:pt x="131137" y="37579"/>
                  </a:lnTo>
                  <a:lnTo>
                    <a:pt x="91919" y="51615"/>
                  </a:lnTo>
                  <a:lnTo>
                    <a:pt x="63943" y="82475"/>
                  </a:lnTo>
                  <a:lnTo>
                    <a:pt x="53803" y="122956"/>
                  </a:lnTo>
                  <a:lnTo>
                    <a:pt x="54211" y="131406"/>
                  </a:lnTo>
                  <a:lnTo>
                    <a:pt x="68246" y="170623"/>
                  </a:lnTo>
                  <a:lnTo>
                    <a:pt x="99108" y="198599"/>
                  </a:lnTo>
                  <a:lnTo>
                    <a:pt x="139588" y="208740"/>
                  </a:lnTo>
                  <a:lnTo>
                    <a:pt x="3142488" y="208740"/>
                  </a:lnTo>
                  <a:lnTo>
                    <a:pt x="3142488" y="277368"/>
                  </a:lnTo>
                  <a:close/>
                </a:path>
                <a:path w="3142615" h="277495">
                  <a:moveTo>
                    <a:pt x="3142488" y="208740"/>
                  </a:moveTo>
                  <a:lnTo>
                    <a:pt x="3001672" y="208740"/>
                  </a:lnTo>
                  <a:lnTo>
                    <a:pt x="3010122" y="208332"/>
                  </a:lnTo>
                  <a:lnTo>
                    <a:pt x="3018411" y="207107"/>
                  </a:lnTo>
                  <a:lnTo>
                    <a:pt x="3056066" y="189301"/>
                  </a:lnTo>
                  <a:lnTo>
                    <a:pt x="3080926" y="155783"/>
                  </a:lnTo>
                  <a:lnTo>
                    <a:pt x="3087456" y="122956"/>
                  </a:lnTo>
                  <a:lnTo>
                    <a:pt x="3087048" y="114505"/>
                  </a:lnTo>
                  <a:lnTo>
                    <a:pt x="3073012" y="75287"/>
                  </a:lnTo>
                  <a:lnTo>
                    <a:pt x="3042150" y="47312"/>
                  </a:lnTo>
                  <a:lnTo>
                    <a:pt x="3001672" y="37171"/>
                  </a:lnTo>
                  <a:lnTo>
                    <a:pt x="3142488" y="37171"/>
                  </a:lnTo>
                  <a:lnTo>
                    <a:pt x="3142488" y="208740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6663213" y="3208436"/>
              <a:ext cx="3049270" cy="187325"/>
            </a:xfrm>
            <a:custGeom>
              <a:avLst/>
              <a:gdLst/>
              <a:ahLst/>
              <a:cxnLst/>
              <a:rect l="l" t="t" r="r" b="b"/>
              <a:pathLst>
                <a:path w="3049270" h="187325">
                  <a:moveTo>
                    <a:pt x="2961811" y="187166"/>
                  </a:moveTo>
                  <a:lnTo>
                    <a:pt x="87438" y="187166"/>
                  </a:lnTo>
                  <a:lnTo>
                    <a:pt x="81352" y="186566"/>
                  </a:lnTo>
                  <a:lnTo>
                    <a:pt x="36481" y="167980"/>
                  </a:lnTo>
                  <a:lnTo>
                    <a:pt x="9474" y="135072"/>
                  </a:lnTo>
                  <a:lnTo>
                    <a:pt x="0" y="99727"/>
                  </a:lnTo>
                  <a:lnTo>
                    <a:pt x="0" y="93583"/>
                  </a:lnTo>
                  <a:lnTo>
                    <a:pt x="0" y="87438"/>
                  </a:lnTo>
                  <a:lnTo>
                    <a:pt x="12357" y="46699"/>
                  </a:lnTo>
                  <a:lnTo>
                    <a:pt x="46699" y="12357"/>
                  </a:lnTo>
                  <a:lnTo>
                    <a:pt x="87438" y="0"/>
                  </a:lnTo>
                  <a:lnTo>
                    <a:pt x="2961811" y="0"/>
                  </a:lnTo>
                  <a:lnTo>
                    <a:pt x="3002548" y="12357"/>
                  </a:lnTo>
                  <a:lnTo>
                    <a:pt x="3036891" y="46699"/>
                  </a:lnTo>
                  <a:lnTo>
                    <a:pt x="3049249" y="87438"/>
                  </a:lnTo>
                  <a:lnTo>
                    <a:pt x="3049249" y="99727"/>
                  </a:lnTo>
                  <a:lnTo>
                    <a:pt x="3036891" y="140465"/>
                  </a:lnTo>
                  <a:lnTo>
                    <a:pt x="3002548" y="174808"/>
                  </a:lnTo>
                  <a:lnTo>
                    <a:pt x="2967897" y="186566"/>
                  </a:lnTo>
                  <a:lnTo>
                    <a:pt x="2961811" y="187166"/>
                  </a:lnTo>
                  <a:close/>
                </a:path>
              </a:pathLst>
            </a:custGeom>
            <a:solidFill>
              <a:srgbClr val="0FB9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1158354" y="3222673"/>
            <a:ext cx="922019" cy="1619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900" b="1" spc="-20" dirty="0">
                <a:solidFill>
                  <a:srgbClr val="374050"/>
                </a:solidFill>
                <a:latin typeface="Noto Sans KR"/>
                <a:cs typeface="Noto Sans KR"/>
              </a:rPr>
              <a:t>[C]</a:t>
            </a:r>
            <a:r>
              <a:rPr sz="900" b="1" spc="35" dirty="0">
                <a:solidFill>
                  <a:srgbClr val="374050"/>
                </a:solidFill>
                <a:latin typeface="Noto Sans KR"/>
                <a:cs typeface="Noto Sans KR"/>
              </a:rPr>
              <a:t> </a:t>
            </a:r>
            <a:r>
              <a:rPr sz="900" b="1" spc="-20" dirty="0">
                <a:solidFill>
                  <a:srgbClr val="374050"/>
                </a:solidFill>
                <a:latin typeface="Noto Sans KR"/>
                <a:cs typeface="Noto Sans KR"/>
              </a:rPr>
              <a:t>UI</a:t>
            </a:r>
            <a:r>
              <a:rPr sz="900" b="1" spc="35" dirty="0">
                <a:solidFill>
                  <a:srgbClr val="374050"/>
                </a:solidFill>
                <a:latin typeface="Noto Sans KR"/>
                <a:cs typeface="Noto Sans KR"/>
              </a:rPr>
              <a:t> </a:t>
            </a:r>
            <a:r>
              <a:rPr sz="850" b="1" spc="-60" dirty="0">
                <a:solidFill>
                  <a:srgbClr val="374050"/>
                </a:solidFill>
                <a:latin typeface="맑은 고딕"/>
                <a:cs typeface="맑은 고딕"/>
              </a:rPr>
              <a:t>표준 및 잔여</a:t>
            </a:r>
            <a:endParaRPr sz="850">
              <a:latin typeface="맑은 고딕"/>
              <a:cs typeface="맑은 고딕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6744218" y="3223218"/>
            <a:ext cx="920115" cy="15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b="1" spc="-30" dirty="0">
                <a:solidFill>
                  <a:srgbClr val="FFFFFF"/>
                </a:solidFill>
                <a:latin typeface="Noto Sans KR"/>
                <a:cs typeface="Noto Sans KR"/>
              </a:rPr>
              <a:t>UI</a:t>
            </a:r>
            <a:r>
              <a:rPr sz="800" b="1" spc="20" dirty="0">
                <a:solidFill>
                  <a:srgbClr val="FFFFFF"/>
                </a:solidFill>
                <a:latin typeface="Noto Sans KR"/>
                <a:cs typeface="Noto Sans KR"/>
              </a:rPr>
              <a:t> </a:t>
            </a:r>
            <a:r>
              <a:rPr sz="700" b="1" spc="-25" dirty="0">
                <a:solidFill>
                  <a:srgbClr val="FFFFFF"/>
                </a:solidFill>
                <a:latin typeface="맑은 고딕"/>
                <a:cs typeface="맑은 고딕"/>
              </a:rPr>
              <a:t>일괄</a:t>
            </a:r>
            <a:r>
              <a:rPr sz="700" b="1" spc="-40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700" b="1" spc="-25" dirty="0">
                <a:solidFill>
                  <a:srgbClr val="FFFFFF"/>
                </a:solidFill>
                <a:latin typeface="맑은 고딕"/>
                <a:cs typeface="맑은 고딕"/>
              </a:rPr>
              <a:t>패치</a:t>
            </a:r>
            <a:r>
              <a:rPr sz="700" b="1" spc="-40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700" b="1" spc="-25" dirty="0">
                <a:solidFill>
                  <a:srgbClr val="FFFFFF"/>
                </a:solidFill>
                <a:latin typeface="맑은 고딕"/>
                <a:cs typeface="맑은 고딕"/>
              </a:rPr>
              <a:t>및</a:t>
            </a:r>
            <a:r>
              <a:rPr sz="700" b="1" spc="-40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700" b="1" spc="-25" dirty="0">
                <a:solidFill>
                  <a:srgbClr val="FFFFFF"/>
                </a:solidFill>
                <a:latin typeface="맑은 고딕"/>
                <a:cs typeface="맑은 고딕"/>
              </a:rPr>
              <a:t>안정화</a:t>
            </a:r>
            <a:endParaRPr sz="700">
              <a:latin typeface="맑은 고딕"/>
              <a:cs typeface="맑은 고딕"/>
            </a:endParaRPr>
          </a:p>
        </p:txBody>
      </p:sp>
      <p:grpSp>
        <p:nvGrpSpPr>
          <p:cNvPr id="78" name="object 78"/>
          <p:cNvGrpSpPr/>
          <p:nvPr/>
        </p:nvGrpSpPr>
        <p:grpSpPr>
          <a:xfrm>
            <a:off x="985837" y="3543776"/>
            <a:ext cx="8774430" cy="278765"/>
            <a:chOff x="985837" y="3543776"/>
            <a:chExt cx="8774430" cy="278765"/>
          </a:xfrm>
        </p:grpSpPr>
        <p:pic>
          <p:nvPicPr>
            <p:cNvPr id="79" name="object 7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85837" y="3620095"/>
              <a:ext cx="95249" cy="111124"/>
            </a:xfrm>
            <a:prstGeom prst="rect">
              <a:avLst/>
            </a:prstGeom>
          </p:spPr>
        </p:pic>
        <p:sp>
          <p:nvSpPr>
            <p:cNvPr id="80" name="object 80"/>
            <p:cNvSpPr/>
            <p:nvPr/>
          </p:nvSpPr>
          <p:spPr>
            <a:xfrm>
              <a:off x="2389584" y="3543776"/>
              <a:ext cx="7331075" cy="249554"/>
            </a:xfrm>
            <a:custGeom>
              <a:avLst/>
              <a:gdLst/>
              <a:ahLst/>
              <a:cxnLst/>
              <a:rect l="l" t="t" r="r" b="b"/>
              <a:pathLst>
                <a:path w="7331075" h="249554">
                  <a:moveTo>
                    <a:pt x="7214093" y="249554"/>
                  </a:moveTo>
                  <a:lnTo>
                    <a:pt x="116584" y="249554"/>
                  </a:lnTo>
                  <a:lnTo>
                    <a:pt x="108470" y="248755"/>
                  </a:lnTo>
                  <a:lnTo>
                    <a:pt x="69457" y="236921"/>
                  </a:lnTo>
                  <a:lnTo>
                    <a:pt x="30753" y="207214"/>
                  </a:lnTo>
                  <a:lnTo>
                    <a:pt x="6362" y="164957"/>
                  </a:lnTo>
                  <a:lnTo>
                    <a:pt x="0" y="132970"/>
                  </a:lnTo>
                  <a:lnTo>
                    <a:pt x="0" y="124777"/>
                  </a:lnTo>
                  <a:lnTo>
                    <a:pt x="0" y="116584"/>
                  </a:lnTo>
                  <a:lnTo>
                    <a:pt x="12633" y="69457"/>
                  </a:lnTo>
                  <a:lnTo>
                    <a:pt x="42339" y="30752"/>
                  </a:lnTo>
                  <a:lnTo>
                    <a:pt x="84596" y="6362"/>
                  </a:lnTo>
                  <a:lnTo>
                    <a:pt x="116584" y="0"/>
                  </a:lnTo>
                  <a:lnTo>
                    <a:pt x="7214093" y="0"/>
                  </a:lnTo>
                  <a:lnTo>
                    <a:pt x="7261219" y="12633"/>
                  </a:lnTo>
                  <a:lnTo>
                    <a:pt x="7299923" y="42339"/>
                  </a:lnTo>
                  <a:lnTo>
                    <a:pt x="7324314" y="84596"/>
                  </a:lnTo>
                  <a:lnTo>
                    <a:pt x="7330677" y="116584"/>
                  </a:lnTo>
                  <a:lnTo>
                    <a:pt x="7330677" y="132970"/>
                  </a:lnTo>
                  <a:lnTo>
                    <a:pt x="7318043" y="180096"/>
                  </a:lnTo>
                  <a:lnTo>
                    <a:pt x="7288337" y="218801"/>
                  </a:lnTo>
                  <a:lnTo>
                    <a:pt x="7246079" y="243191"/>
                  </a:lnTo>
                  <a:lnTo>
                    <a:pt x="7222207" y="248755"/>
                  </a:lnTo>
                  <a:lnTo>
                    <a:pt x="7214093" y="249554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8449056" y="3544824"/>
              <a:ext cx="1310640" cy="277495"/>
            </a:xfrm>
            <a:custGeom>
              <a:avLst/>
              <a:gdLst/>
              <a:ahLst/>
              <a:cxnLst/>
              <a:rect l="l" t="t" r="r" b="b"/>
              <a:pathLst>
                <a:path w="1310640" h="277495">
                  <a:moveTo>
                    <a:pt x="1310640" y="277368"/>
                  </a:moveTo>
                  <a:lnTo>
                    <a:pt x="0" y="277368"/>
                  </a:lnTo>
                  <a:lnTo>
                    <a:pt x="0" y="0"/>
                  </a:lnTo>
                  <a:lnTo>
                    <a:pt x="1310640" y="0"/>
                  </a:lnTo>
                  <a:lnTo>
                    <a:pt x="1310640" y="37945"/>
                  </a:lnTo>
                  <a:lnTo>
                    <a:pt x="140409" y="37945"/>
                  </a:lnTo>
                  <a:lnTo>
                    <a:pt x="131958" y="38353"/>
                  </a:lnTo>
                  <a:lnTo>
                    <a:pt x="92740" y="52389"/>
                  </a:lnTo>
                  <a:lnTo>
                    <a:pt x="64765" y="83249"/>
                  </a:lnTo>
                  <a:lnTo>
                    <a:pt x="54625" y="123729"/>
                  </a:lnTo>
                  <a:lnTo>
                    <a:pt x="55033" y="132180"/>
                  </a:lnTo>
                  <a:lnTo>
                    <a:pt x="69068" y="171397"/>
                  </a:lnTo>
                  <a:lnTo>
                    <a:pt x="99929" y="199372"/>
                  </a:lnTo>
                  <a:lnTo>
                    <a:pt x="140409" y="209514"/>
                  </a:lnTo>
                  <a:lnTo>
                    <a:pt x="1310640" y="209514"/>
                  </a:lnTo>
                  <a:lnTo>
                    <a:pt x="1310640" y="277368"/>
                  </a:lnTo>
                  <a:close/>
                </a:path>
                <a:path w="1310640" h="277495">
                  <a:moveTo>
                    <a:pt x="1310640" y="209514"/>
                  </a:moveTo>
                  <a:lnTo>
                    <a:pt x="1169824" y="209514"/>
                  </a:lnTo>
                  <a:lnTo>
                    <a:pt x="1178274" y="209106"/>
                  </a:lnTo>
                  <a:lnTo>
                    <a:pt x="1186563" y="207881"/>
                  </a:lnTo>
                  <a:lnTo>
                    <a:pt x="1224218" y="190075"/>
                  </a:lnTo>
                  <a:lnTo>
                    <a:pt x="1249078" y="156557"/>
                  </a:lnTo>
                  <a:lnTo>
                    <a:pt x="1255608" y="123729"/>
                  </a:lnTo>
                  <a:lnTo>
                    <a:pt x="1255200" y="115279"/>
                  </a:lnTo>
                  <a:lnTo>
                    <a:pt x="1241164" y="76061"/>
                  </a:lnTo>
                  <a:lnTo>
                    <a:pt x="1210302" y="48086"/>
                  </a:lnTo>
                  <a:lnTo>
                    <a:pt x="1169824" y="37945"/>
                  </a:lnTo>
                  <a:lnTo>
                    <a:pt x="1310640" y="37945"/>
                  </a:lnTo>
                  <a:lnTo>
                    <a:pt x="1310640" y="209514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8495882" y="3574970"/>
              <a:ext cx="1216660" cy="187325"/>
            </a:xfrm>
            <a:custGeom>
              <a:avLst/>
              <a:gdLst/>
              <a:ahLst/>
              <a:cxnLst/>
              <a:rect l="l" t="t" r="r" b="b"/>
              <a:pathLst>
                <a:path w="1216659" h="187325">
                  <a:moveTo>
                    <a:pt x="1129142" y="187166"/>
                  </a:moveTo>
                  <a:lnTo>
                    <a:pt x="87438" y="187166"/>
                  </a:lnTo>
                  <a:lnTo>
                    <a:pt x="81352" y="186567"/>
                  </a:lnTo>
                  <a:lnTo>
                    <a:pt x="36480" y="167980"/>
                  </a:lnTo>
                  <a:lnTo>
                    <a:pt x="9474" y="135072"/>
                  </a:lnTo>
                  <a:lnTo>
                    <a:pt x="0" y="99727"/>
                  </a:lnTo>
                  <a:lnTo>
                    <a:pt x="0" y="93583"/>
                  </a:lnTo>
                  <a:lnTo>
                    <a:pt x="0" y="87438"/>
                  </a:lnTo>
                  <a:lnTo>
                    <a:pt x="12356" y="46699"/>
                  </a:lnTo>
                  <a:lnTo>
                    <a:pt x="46699" y="12357"/>
                  </a:lnTo>
                  <a:lnTo>
                    <a:pt x="87438" y="0"/>
                  </a:lnTo>
                  <a:lnTo>
                    <a:pt x="1129142" y="0"/>
                  </a:lnTo>
                  <a:lnTo>
                    <a:pt x="1169879" y="12357"/>
                  </a:lnTo>
                  <a:lnTo>
                    <a:pt x="1204222" y="46699"/>
                  </a:lnTo>
                  <a:lnTo>
                    <a:pt x="1216579" y="87438"/>
                  </a:lnTo>
                  <a:lnTo>
                    <a:pt x="1216579" y="99727"/>
                  </a:lnTo>
                  <a:lnTo>
                    <a:pt x="1204222" y="140465"/>
                  </a:lnTo>
                  <a:lnTo>
                    <a:pt x="1169879" y="174808"/>
                  </a:lnTo>
                  <a:lnTo>
                    <a:pt x="1135227" y="186566"/>
                  </a:lnTo>
                  <a:lnTo>
                    <a:pt x="1129142" y="187166"/>
                  </a:lnTo>
                  <a:close/>
                </a:path>
              </a:pathLst>
            </a:custGeom>
            <a:solidFill>
              <a:srgbClr val="9CA2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3" name="object 83"/>
          <p:cNvSpPr txBox="1"/>
          <p:nvPr/>
        </p:nvSpPr>
        <p:spPr>
          <a:xfrm>
            <a:off x="1131058" y="3589206"/>
            <a:ext cx="946150" cy="1619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50" b="1" spc="-40" dirty="0">
                <a:solidFill>
                  <a:srgbClr val="374050"/>
                </a:solidFill>
                <a:latin typeface="맑은 고딕"/>
                <a:cs typeface="맑은 고딕"/>
              </a:rPr>
              <a:t>통합테스트</a:t>
            </a:r>
            <a:r>
              <a:rPr sz="900" b="1" spc="-40" dirty="0">
                <a:solidFill>
                  <a:srgbClr val="374050"/>
                </a:solidFill>
                <a:latin typeface="Noto Sans KR"/>
                <a:cs typeface="Noto Sans KR"/>
              </a:rPr>
              <a:t>(IT)</a:t>
            </a:r>
            <a:r>
              <a:rPr sz="900" b="1" spc="-10" dirty="0">
                <a:solidFill>
                  <a:srgbClr val="374050"/>
                </a:solidFill>
                <a:latin typeface="Noto Sans KR"/>
                <a:cs typeface="Noto Sans KR"/>
              </a:rPr>
              <a:t> </a:t>
            </a:r>
            <a:r>
              <a:rPr sz="850" b="1" spc="-60" dirty="0">
                <a:solidFill>
                  <a:srgbClr val="374050"/>
                </a:solidFill>
                <a:latin typeface="맑은 고딕"/>
                <a:cs typeface="맑은 고딕"/>
              </a:rPr>
              <a:t>준비</a:t>
            </a:r>
            <a:endParaRPr sz="850">
              <a:latin typeface="맑은 고딕"/>
              <a:cs typeface="맑은 고딕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8576888" y="3601263"/>
            <a:ext cx="482600" cy="1377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700" b="1" spc="-25" dirty="0">
                <a:solidFill>
                  <a:srgbClr val="FFFFFF"/>
                </a:solidFill>
                <a:latin typeface="맑은 고딕"/>
                <a:cs typeface="맑은 고딕"/>
              </a:rPr>
              <a:t>데이터</a:t>
            </a:r>
            <a:r>
              <a:rPr sz="700" b="1" spc="-40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700" b="1" spc="-25" dirty="0">
                <a:solidFill>
                  <a:srgbClr val="FFFFFF"/>
                </a:solidFill>
                <a:latin typeface="맑은 고딕"/>
                <a:cs typeface="맑은 고딕"/>
              </a:rPr>
              <a:t>이관</a:t>
            </a:r>
            <a:endParaRPr sz="700">
              <a:latin typeface="맑은 고딕"/>
              <a:cs typeface="맑은 고딕"/>
            </a:endParaRPr>
          </a:p>
        </p:txBody>
      </p:sp>
      <p:grpSp>
        <p:nvGrpSpPr>
          <p:cNvPr id="85" name="object 85"/>
          <p:cNvGrpSpPr/>
          <p:nvPr/>
        </p:nvGrpSpPr>
        <p:grpSpPr>
          <a:xfrm>
            <a:off x="4693920" y="1392936"/>
            <a:ext cx="817244" cy="287020"/>
            <a:chOff x="4693920" y="1392936"/>
            <a:chExt cx="817244" cy="287020"/>
          </a:xfrm>
        </p:grpSpPr>
        <p:sp>
          <p:nvSpPr>
            <p:cNvPr id="86" name="object 86"/>
            <p:cNvSpPr/>
            <p:nvPr/>
          </p:nvSpPr>
          <p:spPr>
            <a:xfrm>
              <a:off x="4693920" y="1392936"/>
              <a:ext cx="817244" cy="287020"/>
            </a:xfrm>
            <a:custGeom>
              <a:avLst/>
              <a:gdLst/>
              <a:ahLst/>
              <a:cxnLst/>
              <a:rect l="l" t="t" r="r" b="b"/>
              <a:pathLst>
                <a:path w="817245" h="287019">
                  <a:moveTo>
                    <a:pt x="816864" y="286512"/>
                  </a:moveTo>
                  <a:lnTo>
                    <a:pt x="0" y="286512"/>
                  </a:lnTo>
                  <a:lnTo>
                    <a:pt x="0" y="0"/>
                  </a:lnTo>
                  <a:lnTo>
                    <a:pt x="816864" y="0"/>
                  </a:lnTo>
                  <a:lnTo>
                    <a:pt x="816864" y="37421"/>
                  </a:lnTo>
                  <a:lnTo>
                    <a:pt x="69358" y="37421"/>
                  </a:lnTo>
                  <a:lnTo>
                    <a:pt x="63844" y="39705"/>
                  </a:lnTo>
                  <a:lnTo>
                    <a:pt x="54707" y="48842"/>
                  </a:lnTo>
                  <a:lnTo>
                    <a:pt x="52423" y="54356"/>
                  </a:lnTo>
                  <a:lnTo>
                    <a:pt x="52423" y="199853"/>
                  </a:lnTo>
                  <a:lnTo>
                    <a:pt x="54707" y="205368"/>
                  </a:lnTo>
                  <a:lnTo>
                    <a:pt x="63844" y="214505"/>
                  </a:lnTo>
                  <a:lnTo>
                    <a:pt x="69358" y="216789"/>
                  </a:lnTo>
                  <a:lnTo>
                    <a:pt x="816864" y="216789"/>
                  </a:lnTo>
                  <a:lnTo>
                    <a:pt x="816864" y="286512"/>
                  </a:lnTo>
                  <a:close/>
                </a:path>
                <a:path w="817245" h="287019">
                  <a:moveTo>
                    <a:pt x="816864" y="216789"/>
                  </a:moveTo>
                  <a:lnTo>
                    <a:pt x="745160" y="216789"/>
                  </a:lnTo>
                  <a:lnTo>
                    <a:pt x="750674" y="214505"/>
                  </a:lnTo>
                  <a:lnTo>
                    <a:pt x="759811" y="205368"/>
                  </a:lnTo>
                  <a:lnTo>
                    <a:pt x="762095" y="199853"/>
                  </a:lnTo>
                  <a:lnTo>
                    <a:pt x="762095" y="54356"/>
                  </a:lnTo>
                  <a:lnTo>
                    <a:pt x="759811" y="48842"/>
                  </a:lnTo>
                  <a:lnTo>
                    <a:pt x="750674" y="39705"/>
                  </a:lnTo>
                  <a:lnTo>
                    <a:pt x="745160" y="37421"/>
                  </a:lnTo>
                  <a:lnTo>
                    <a:pt x="816864" y="37421"/>
                  </a:lnTo>
                  <a:lnTo>
                    <a:pt x="816864" y="216789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4738545" y="1422558"/>
              <a:ext cx="725805" cy="195580"/>
            </a:xfrm>
            <a:custGeom>
              <a:avLst/>
              <a:gdLst/>
              <a:ahLst/>
              <a:cxnLst/>
              <a:rect l="l" t="t" r="r" b="b"/>
              <a:pathLst>
                <a:path w="725804" h="195580">
                  <a:moveTo>
                    <a:pt x="698211" y="194964"/>
                  </a:moveTo>
                  <a:lnTo>
                    <a:pt x="27057" y="194964"/>
                  </a:lnTo>
                  <a:lnTo>
                    <a:pt x="23078" y="194173"/>
                  </a:lnTo>
                  <a:lnTo>
                    <a:pt x="0" y="167907"/>
                  </a:lnTo>
                  <a:lnTo>
                    <a:pt x="0" y="163770"/>
                  </a:lnTo>
                  <a:lnTo>
                    <a:pt x="0" y="27057"/>
                  </a:lnTo>
                  <a:lnTo>
                    <a:pt x="27057" y="0"/>
                  </a:lnTo>
                  <a:lnTo>
                    <a:pt x="698211" y="0"/>
                  </a:lnTo>
                  <a:lnTo>
                    <a:pt x="725269" y="27057"/>
                  </a:lnTo>
                  <a:lnTo>
                    <a:pt x="725269" y="167907"/>
                  </a:lnTo>
                  <a:lnTo>
                    <a:pt x="702190" y="194173"/>
                  </a:lnTo>
                  <a:lnTo>
                    <a:pt x="698211" y="194964"/>
                  </a:lnTo>
                  <a:close/>
                </a:path>
              </a:pathLst>
            </a:custGeom>
            <a:solidFill>
              <a:srgbClr val="DB25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8" name="object 88"/>
          <p:cNvSpPr txBox="1"/>
          <p:nvPr/>
        </p:nvSpPr>
        <p:spPr>
          <a:xfrm>
            <a:off x="4784334" y="1447299"/>
            <a:ext cx="63055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40" dirty="0">
                <a:solidFill>
                  <a:srgbClr val="FFFFFF"/>
                </a:solidFill>
                <a:latin typeface="Noto Sans KR"/>
                <a:cs typeface="Noto Sans KR"/>
              </a:rPr>
              <a:t>Major</a:t>
            </a:r>
            <a:r>
              <a:rPr sz="750" b="1" spc="15" dirty="0">
                <a:solidFill>
                  <a:srgbClr val="FFFFFF"/>
                </a:solidFill>
                <a:latin typeface="Noto Sans KR"/>
                <a:cs typeface="Noto Sans KR"/>
              </a:rPr>
              <a:t> </a:t>
            </a:r>
            <a:r>
              <a:rPr sz="650" b="1" spc="-30" dirty="0">
                <a:solidFill>
                  <a:srgbClr val="FFFFFF"/>
                </a:solidFill>
                <a:latin typeface="맑은 고딕"/>
                <a:cs typeface="맑은 고딕"/>
              </a:rPr>
              <a:t>조치</a:t>
            </a:r>
            <a:r>
              <a:rPr sz="650" b="1" spc="-40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650" b="1" spc="-30" dirty="0">
                <a:solidFill>
                  <a:srgbClr val="FFFFFF"/>
                </a:solidFill>
                <a:latin typeface="맑은 고딕"/>
                <a:cs typeface="맑은 고딕"/>
              </a:rPr>
              <a:t>완료</a:t>
            </a:r>
            <a:endParaRPr sz="650">
              <a:latin typeface="맑은 고딕"/>
              <a:cs typeface="맑은 고딕"/>
            </a:endParaRPr>
          </a:p>
        </p:txBody>
      </p:sp>
      <p:grpSp>
        <p:nvGrpSpPr>
          <p:cNvPr id="89" name="object 89"/>
          <p:cNvGrpSpPr/>
          <p:nvPr/>
        </p:nvGrpSpPr>
        <p:grpSpPr>
          <a:xfrm>
            <a:off x="5089481" y="1392936"/>
            <a:ext cx="3567429" cy="2049780"/>
            <a:chOff x="5089481" y="1392936"/>
            <a:chExt cx="3567429" cy="2049780"/>
          </a:xfrm>
        </p:grpSpPr>
        <p:sp>
          <p:nvSpPr>
            <p:cNvPr id="90" name="object 90"/>
            <p:cNvSpPr/>
            <p:nvPr/>
          </p:nvSpPr>
          <p:spPr>
            <a:xfrm>
              <a:off x="5089481" y="1648717"/>
              <a:ext cx="15875" cy="1793875"/>
            </a:xfrm>
            <a:custGeom>
              <a:avLst/>
              <a:gdLst/>
              <a:ahLst/>
              <a:cxnLst/>
              <a:rect l="l" t="t" r="r" b="b"/>
              <a:pathLst>
                <a:path w="15875" h="1793875">
                  <a:moveTo>
                    <a:pt x="15597" y="1793676"/>
                  </a:moveTo>
                  <a:lnTo>
                    <a:pt x="0" y="1793676"/>
                  </a:lnTo>
                  <a:lnTo>
                    <a:pt x="0" y="0"/>
                  </a:lnTo>
                  <a:lnTo>
                    <a:pt x="15597" y="0"/>
                  </a:lnTo>
                  <a:lnTo>
                    <a:pt x="15597" y="1793676"/>
                  </a:lnTo>
                  <a:close/>
                </a:path>
              </a:pathLst>
            </a:custGeom>
            <a:solidFill>
              <a:srgbClr val="DB25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7915656" y="1392936"/>
              <a:ext cx="741045" cy="287020"/>
            </a:xfrm>
            <a:custGeom>
              <a:avLst/>
              <a:gdLst/>
              <a:ahLst/>
              <a:cxnLst/>
              <a:rect l="l" t="t" r="r" b="b"/>
              <a:pathLst>
                <a:path w="741045" h="287019">
                  <a:moveTo>
                    <a:pt x="740664" y="286512"/>
                  </a:moveTo>
                  <a:lnTo>
                    <a:pt x="0" y="286512"/>
                  </a:lnTo>
                  <a:lnTo>
                    <a:pt x="0" y="0"/>
                  </a:lnTo>
                  <a:lnTo>
                    <a:pt x="740664" y="0"/>
                  </a:lnTo>
                  <a:lnTo>
                    <a:pt x="740664" y="37421"/>
                  </a:lnTo>
                  <a:lnTo>
                    <a:pt x="71182" y="37421"/>
                  </a:lnTo>
                  <a:lnTo>
                    <a:pt x="65667" y="39705"/>
                  </a:lnTo>
                  <a:lnTo>
                    <a:pt x="56531" y="48842"/>
                  </a:lnTo>
                  <a:lnTo>
                    <a:pt x="54247" y="54356"/>
                  </a:lnTo>
                  <a:lnTo>
                    <a:pt x="54247" y="199853"/>
                  </a:lnTo>
                  <a:lnTo>
                    <a:pt x="56531" y="205368"/>
                  </a:lnTo>
                  <a:lnTo>
                    <a:pt x="65667" y="214505"/>
                  </a:lnTo>
                  <a:lnTo>
                    <a:pt x="71182" y="216789"/>
                  </a:lnTo>
                  <a:lnTo>
                    <a:pt x="740664" y="216789"/>
                  </a:lnTo>
                  <a:lnTo>
                    <a:pt x="740664" y="286512"/>
                  </a:lnTo>
                  <a:close/>
                </a:path>
                <a:path w="741045" h="287019">
                  <a:moveTo>
                    <a:pt x="740664" y="216789"/>
                  </a:moveTo>
                  <a:lnTo>
                    <a:pt x="668998" y="216789"/>
                  </a:lnTo>
                  <a:lnTo>
                    <a:pt x="674513" y="214505"/>
                  </a:lnTo>
                  <a:lnTo>
                    <a:pt x="683649" y="205368"/>
                  </a:lnTo>
                  <a:lnTo>
                    <a:pt x="685933" y="199853"/>
                  </a:lnTo>
                  <a:lnTo>
                    <a:pt x="685933" y="54356"/>
                  </a:lnTo>
                  <a:lnTo>
                    <a:pt x="683649" y="48842"/>
                  </a:lnTo>
                  <a:lnTo>
                    <a:pt x="674513" y="39705"/>
                  </a:lnTo>
                  <a:lnTo>
                    <a:pt x="668998" y="37421"/>
                  </a:lnTo>
                  <a:lnTo>
                    <a:pt x="740664" y="37421"/>
                  </a:lnTo>
                  <a:lnTo>
                    <a:pt x="740664" y="216789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7962105" y="1422558"/>
              <a:ext cx="647700" cy="195580"/>
            </a:xfrm>
            <a:custGeom>
              <a:avLst/>
              <a:gdLst/>
              <a:ahLst/>
              <a:cxnLst/>
              <a:rect l="l" t="t" r="r" b="b"/>
              <a:pathLst>
                <a:path w="647700" h="195580">
                  <a:moveTo>
                    <a:pt x="620225" y="194964"/>
                  </a:moveTo>
                  <a:lnTo>
                    <a:pt x="27057" y="194964"/>
                  </a:lnTo>
                  <a:lnTo>
                    <a:pt x="23078" y="194173"/>
                  </a:lnTo>
                  <a:lnTo>
                    <a:pt x="0" y="167907"/>
                  </a:lnTo>
                  <a:lnTo>
                    <a:pt x="0" y="163770"/>
                  </a:lnTo>
                  <a:lnTo>
                    <a:pt x="0" y="27057"/>
                  </a:lnTo>
                  <a:lnTo>
                    <a:pt x="27057" y="0"/>
                  </a:lnTo>
                  <a:lnTo>
                    <a:pt x="620225" y="0"/>
                  </a:lnTo>
                  <a:lnTo>
                    <a:pt x="647283" y="27057"/>
                  </a:lnTo>
                  <a:lnTo>
                    <a:pt x="647283" y="167907"/>
                  </a:lnTo>
                  <a:lnTo>
                    <a:pt x="624204" y="194173"/>
                  </a:lnTo>
                  <a:lnTo>
                    <a:pt x="620225" y="194964"/>
                  </a:lnTo>
                  <a:close/>
                </a:path>
              </a:pathLst>
            </a:custGeom>
            <a:solidFill>
              <a:srgbClr val="DB25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3" name="object 93"/>
          <p:cNvSpPr txBox="1"/>
          <p:nvPr/>
        </p:nvSpPr>
        <p:spPr>
          <a:xfrm>
            <a:off x="8010453" y="1456650"/>
            <a:ext cx="547370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b="1" spc="-30" dirty="0">
                <a:solidFill>
                  <a:srgbClr val="FFFFFF"/>
                </a:solidFill>
                <a:latin typeface="맑은 고딕"/>
                <a:cs typeface="맑은 고딕"/>
              </a:rPr>
              <a:t>기능</a:t>
            </a:r>
            <a:r>
              <a:rPr sz="650" b="1" spc="-40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650" b="1" spc="-30" dirty="0">
                <a:solidFill>
                  <a:srgbClr val="FFFFFF"/>
                </a:solidFill>
                <a:latin typeface="맑은 고딕"/>
                <a:cs typeface="맑은 고딕"/>
              </a:rPr>
              <a:t>로직</a:t>
            </a:r>
            <a:r>
              <a:rPr sz="650" b="1" spc="-40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650" b="1" spc="-30" dirty="0">
                <a:solidFill>
                  <a:srgbClr val="FFFFFF"/>
                </a:solidFill>
                <a:latin typeface="맑은 고딕"/>
                <a:cs typeface="맑은 고딕"/>
              </a:rPr>
              <a:t>확정</a:t>
            </a:r>
            <a:endParaRPr sz="650">
              <a:latin typeface="맑은 고딕"/>
              <a:cs typeface="맑은 고딕"/>
            </a:endParaRPr>
          </a:p>
        </p:txBody>
      </p:sp>
      <p:grpSp>
        <p:nvGrpSpPr>
          <p:cNvPr id="94" name="object 94"/>
          <p:cNvGrpSpPr/>
          <p:nvPr/>
        </p:nvGrpSpPr>
        <p:grpSpPr>
          <a:xfrm>
            <a:off x="2390681" y="1648717"/>
            <a:ext cx="5899150" cy="2261870"/>
            <a:chOff x="2390681" y="1648717"/>
            <a:chExt cx="5899150" cy="2261870"/>
          </a:xfrm>
        </p:grpSpPr>
        <p:sp>
          <p:nvSpPr>
            <p:cNvPr id="95" name="object 95"/>
            <p:cNvSpPr/>
            <p:nvPr/>
          </p:nvSpPr>
          <p:spPr>
            <a:xfrm>
              <a:off x="8274049" y="1648717"/>
              <a:ext cx="15875" cy="1793875"/>
            </a:xfrm>
            <a:custGeom>
              <a:avLst/>
              <a:gdLst/>
              <a:ahLst/>
              <a:cxnLst/>
              <a:rect l="l" t="t" r="r" b="b"/>
              <a:pathLst>
                <a:path w="15875" h="1793875">
                  <a:moveTo>
                    <a:pt x="15597" y="1793676"/>
                  </a:moveTo>
                  <a:lnTo>
                    <a:pt x="0" y="1793676"/>
                  </a:lnTo>
                  <a:lnTo>
                    <a:pt x="0" y="0"/>
                  </a:lnTo>
                  <a:lnTo>
                    <a:pt x="15597" y="0"/>
                  </a:lnTo>
                  <a:lnTo>
                    <a:pt x="15597" y="1793676"/>
                  </a:lnTo>
                  <a:close/>
                </a:path>
              </a:pathLst>
            </a:custGeom>
            <a:solidFill>
              <a:srgbClr val="DB25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2390673" y="1812492"/>
              <a:ext cx="327660" cy="2098040"/>
            </a:xfrm>
            <a:custGeom>
              <a:avLst/>
              <a:gdLst/>
              <a:ahLst/>
              <a:cxnLst/>
              <a:rect l="l" t="t" r="r" b="b"/>
              <a:pathLst>
                <a:path w="327660" h="2098040">
                  <a:moveTo>
                    <a:pt x="327545" y="183032"/>
                  </a:moveTo>
                  <a:lnTo>
                    <a:pt x="300482" y="155968"/>
                  </a:lnTo>
                  <a:lnTo>
                    <a:pt x="178269" y="155968"/>
                  </a:lnTo>
                  <a:lnTo>
                    <a:pt x="178269" y="0"/>
                  </a:lnTo>
                  <a:lnTo>
                    <a:pt x="162674" y="0"/>
                  </a:lnTo>
                  <a:lnTo>
                    <a:pt x="162674" y="155968"/>
                  </a:lnTo>
                  <a:lnTo>
                    <a:pt x="27063" y="155968"/>
                  </a:lnTo>
                  <a:lnTo>
                    <a:pt x="0" y="183032"/>
                  </a:lnTo>
                  <a:lnTo>
                    <a:pt x="0" y="272948"/>
                  </a:lnTo>
                  <a:lnTo>
                    <a:pt x="0" y="277088"/>
                  </a:lnTo>
                  <a:lnTo>
                    <a:pt x="27063" y="304152"/>
                  </a:lnTo>
                  <a:lnTo>
                    <a:pt x="162674" y="304152"/>
                  </a:lnTo>
                  <a:lnTo>
                    <a:pt x="162674" y="2097824"/>
                  </a:lnTo>
                  <a:lnTo>
                    <a:pt x="178269" y="2097824"/>
                  </a:lnTo>
                  <a:lnTo>
                    <a:pt x="178269" y="304152"/>
                  </a:lnTo>
                  <a:lnTo>
                    <a:pt x="300482" y="304152"/>
                  </a:lnTo>
                  <a:lnTo>
                    <a:pt x="327545" y="277088"/>
                  </a:lnTo>
                  <a:lnTo>
                    <a:pt x="327545" y="183032"/>
                  </a:lnTo>
                  <a:close/>
                </a:path>
              </a:pathLst>
            </a:custGeom>
            <a:solidFill>
              <a:srgbClr val="256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7" name="object 97"/>
          <p:cNvSpPr txBox="1"/>
          <p:nvPr/>
        </p:nvSpPr>
        <p:spPr>
          <a:xfrm>
            <a:off x="2423432" y="1971357"/>
            <a:ext cx="495934" cy="1377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650" b="1" spc="-35" dirty="0">
                <a:solidFill>
                  <a:srgbClr val="FFFFFF"/>
                </a:solidFill>
                <a:latin typeface="Noto Sans KR"/>
                <a:cs typeface="Noto Sans KR"/>
              </a:rPr>
              <a:t>Today</a:t>
            </a:r>
            <a:r>
              <a:rPr sz="650" b="1" spc="-10" dirty="0">
                <a:solidFill>
                  <a:srgbClr val="FFFFFF"/>
                </a:solidFill>
                <a:latin typeface="Noto Sans KR"/>
                <a:cs typeface="Noto Sans KR"/>
              </a:rPr>
              <a:t> </a:t>
            </a:r>
            <a:r>
              <a:rPr sz="1050" b="1" spc="22" baseline="3968" dirty="0">
                <a:solidFill>
                  <a:srgbClr val="6A7280"/>
                </a:solidFill>
                <a:latin typeface="Noto Sans KR"/>
                <a:cs typeface="Noto Sans KR"/>
              </a:rPr>
              <a:t>1/28</a:t>
            </a:r>
            <a:endParaRPr sz="1050" baseline="3968">
              <a:latin typeface="Noto Sans KR"/>
              <a:cs typeface="Noto Sans KR"/>
            </a:endParaRPr>
          </a:p>
        </p:txBody>
      </p:sp>
      <p:sp>
        <p:nvSpPr>
          <p:cNvPr id="98" name="object 98"/>
          <p:cNvSpPr/>
          <p:nvPr/>
        </p:nvSpPr>
        <p:spPr>
          <a:xfrm>
            <a:off x="361949" y="1219795"/>
            <a:ext cx="9973310" cy="8255"/>
          </a:xfrm>
          <a:custGeom>
            <a:avLst/>
            <a:gdLst/>
            <a:ahLst/>
            <a:cxnLst/>
            <a:rect l="l" t="t" r="r" b="b"/>
            <a:pathLst>
              <a:path w="9973310" h="8255">
                <a:moveTo>
                  <a:pt x="0" y="7798"/>
                </a:moveTo>
                <a:lnTo>
                  <a:pt x="0" y="0"/>
                </a:lnTo>
                <a:lnTo>
                  <a:pt x="9973120" y="0"/>
                </a:lnTo>
                <a:lnTo>
                  <a:pt x="9973120" y="7798"/>
                </a:lnTo>
                <a:lnTo>
                  <a:pt x="0" y="7798"/>
                </a:lnTo>
                <a:close/>
              </a:path>
            </a:pathLst>
          </a:custGeom>
          <a:solidFill>
            <a:srgbClr val="E4E7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 txBox="1"/>
          <p:nvPr/>
        </p:nvSpPr>
        <p:spPr>
          <a:xfrm>
            <a:off x="817165" y="598805"/>
            <a:ext cx="1709420" cy="1568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b="1" spc="70" dirty="0">
                <a:solidFill>
                  <a:srgbClr val="1D3A8A"/>
                </a:solidFill>
                <a:latin typeface="Noto Sans KR"/>
                <a:cs typeface="Noto Sans KR"/>
              </a:rPr>
              <a:t>ITERATION</a:t>
            </a:r>
            <a:r>
              <a:rPr sz="850" b="1" spc="195" dirty="0">
                <a:solidFill>
                  <a:srgbClr val="1D3A8A"/>
                </a:solidFill>
                <a:latin typeface="Noto Sans KR"/>
                <a:cs typeface="Noto Sans KR"/>
              </a:rPr>
              <a:t> </a:t>
            </a:r>
            <a:r>
              <a:rPr sz="850" b="1" spc="5" dirty="0">
                <a:solidFill>
                  <a:srgbClr val="1D3A8A"/>
                </a:solidFill>
                <a:latin typeface="Noto Sans KR"/>
                <a:cs typeface="Noto Sans KR"/>
              </a:rPr>
              <a:t>2</a:t>
            </a:r>
            <a:r>
              <a:rPr sz="850" b="1" spc="10" dirty="0">
                <a:solidFill>
                  <a:srgbClr val="1D3A8A"/>
                </a:solidFill>
                <a:latin typeface="Noto Sans KR"/>
                <a:cs typeface="Noto Sans KR"/>
              </a:rPr>
              <a:t> </a:t>
            </a:r>
            <a:r>
              <a:rPr sz="850" b="1" spc="-20" dirty="0">
                <a:solidFill>
                  <a:srgbClr val="1D3A8A"/>
                </a:solidFill>
                <a:latin typeface="맑은 고딕"/>
                <a:cs typeface="맑은 고딕"/>
              </a:rPr>
              <a:t>결함</a:t>
            </a:r>
            <a:r>
              <a:rPr sz="850" b="1" spc="95" dirty="0">
                <a:solidFill>
                  <a:srgbClr val="1D3A8A"/>
                </a:solidFill>
                <a:latin typeface="맑은 고딕"/>
                <a:cs typeface="맑은 고딕"/>
              </a:rPr>
              <a:t> </a:t>
            </a:r>
            <a:r>
              <a:rPr sz="850" b="1" spc="-20" dirty="0">
                <a:solidFill>
                  <a:srgbClr val="1D3A8A"/>
                </a:solidFill>
                <a:latin typeface="맑은 고딕"/>
                <a:cs typeface="맑은 고딕"/>
              </a:rPr>
              <a:t>분석</a:t>
            </a:r>
            <a:r>
              <a:rPr sz="850" b="1" spc="95" dirty="0">
                <a:solidFill>
                  <a:srgbClr val="1D3A8A"/>
                </a:solidFill>
                <a:latin typeface="맑은 고딕"/>
                <a:cs typeface="맑은 고딕"/>
              </a:rPr>
              <a:t> </a:t>
            </a:r>
            <a:r>
              <a:rPr sz="850" b="1" spc="-5" dirty="0">
                <a:solidFill>
                  <a:srgbClr val="1D3A8A"/>
                </a:solidFill>
                <a:latin typeface="맑은 고딕"/>
                <a:cs typeface="맑은 고딕"/>
              </a:rPr>
              <a:t>보고서</a:t>
            </a:r>
            <a:endParaRPr sz="850">
              <a:latin typeface="맑은 고딕"/>
              <a:cs typeface="맑은 고딕"/>
            </a:endParaRPr>
          </a:p>
        </p:txBody>
      </p:sp>
      <p:sp>
        <p:nvSpPr>
          <p:cNvPr id="100" name="object 100"/>
          <p:cNvSpPr txBox="1">
            <a:spLocks noGrp="1"/>
          </p:cNvSpPr>
          <p:nvPr>
            <p:ph type="title"/>
          </p:nvPr>
        </p:nvSpPr>
        <p:spPr>
          <a:xfrm>
            <a:off x="817165" y="766240"/>
            <a:ext cx="3564254" cy="3206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900" spc="-25" dirty="0"/>
              <a:t>4.</a:t>
            </a:r>
            <a:r>
              <a:rPr sz="1900" spc="70" dirty="0"/>
              <a:t> </a:t>
            </a:r>
            <a:r>
              <a:rPr spc="-10" dirty="0"/>
              <a:t>일정</a:t>
            </a:r>
            <a:r>
              <a:rPr spc="80" dirty="0"/>
              <a:t> </a:t>
            </a:r>
            <a:r>
              <a:rPr spc="-10" dirty="0"/>
              <a:t>및</a:t>
            </a:r>
            <a:r>
              <a:rPr spc="85" dirty="0"/>
              <a:t> </a:t>
            </a:r>
            <a:r>
              <a:rPr spc="-10" dirty="0"/>
              <a:t>로드맵</a:t>
            </a:r>
            <a:r>
              <a:rPr spc="80" dirty="0"/>
              <a:t> </a:t>
            </a:r>
            <a:r>
              <a:rPr sz="1900" spc="-10" dirty="0"/>
              <a:t>(</a:t>
            </a:r>
            <a:r>
              <a:rPr spc="-10" dirty="0"/>
              <a:t>통합테스트</a:t>
            </a:r>
            <a:r>
              <a:rPr spc="80" dirty="0"/>
              <a:t> </a:t>
            </a:r>
            <a:r>
              <a:rPr spc="-15" dirty="0"/>
              <a:t>대비</a:t>
            </a:r>
            <a:r>
              <a:rPr sz="1900" spc="-15" dirty="0"/>
              <a:t>)</a:t>
            </a:r>
            <a:endParaRPr sz="1900"/>
          </a:p>
        </p:txBody>
      </p:sp>
      <p:pic>
        <p:nvPicPr>
          <p:cNvPr id="101" name="object 101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7351317" y="937379"/>
            <a:ext cx="95249" cy="111124"/>
          </a:xfrm>
          <a:prstGeom prst="rect">
            <a:avLst/>
          </a:prstGeom>
        </p:spPr>
      </p:pic>
      <p:sp>
        <p:nvSpPr>
          <p:cNvPr id="102" name="object 102"/>
          <p:cNvSpPr txBox="1"/>
          <p:nvPr/>
        </p:nvSpPr>
        <p:spPr>
          <a:xfrm>
            <a:off x="7496539" y="909001"/>
            <a:ext cx="2392680" cy="1587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50" spc="5" dirty="0">
                <a:solidFill>
                  <a:srgbClr val="6A7280"/>
                </a:solidFill>
                <a:latin typeface="Noto Sans KR"/>
                <a:cs typeface="Noto Sans KR"/>
              </a:rPr>
              <a:t>Schedule    </a:t>
            </a:r>
            <a:r>
              <a:rPr sz="850" spc="30" dirty="0">
                <a:solidFill>
                  <a:srgbClr val="6A7280"/>
                </a:solidFill>
                <a:latin typeface="Noto Sans KR"/>
                <a:cs typeface="Noto Sans KR"/>
              </a:rPr>
              <a:t> </a:t>
            </a:r>
            <a:r>
              <a:rPr sz="850" spc="5" dirty="0">
                <a:solidFill>
                  <a:srgbClr val="6A7280"/>
                </a:solidFill>
                <a:latin typeface="Noto Sans KR"/>
                <a:cs typeface="Noto Sans KR"/>
              </a:rPr>
              <a:t>2026</a:t>
            </a:r>
            <a:r>
              <a:rPr sz="850" dirty="0">
                <a:solidFill>
                  <a:srgbClr val="6A7280"/>
                </a:solidFill>
                <a:latin typeface="Noto Sans KR"/>
                <a:cs typeface="Noto Sans KR"/>
              </a:rPr>
              <a:t>.</a:t>
            </a:r>
            <a:r>
              <a:rPr sz="850" spc="5" dirty="0">
                <a:solidFill>
                  <a:srgbClr val="6A7280"/>
                </a:solidFill>
                <a:latin typeface="Noto Sans KR"/>
                <a:cs typeface="Noto Sans KR"/>
              </a:rPr>
              <a:t>01</a:t>
            </a:r>
            <a:r>
              <a:rPr sz="850" dirty="0">
                <a:solidFill>
                  <a:srgbClr val="6A7280"/>
                </a:solidFill>
                <a:latin typeface="Noto Sans KR"/>
                <a:cs typeface="Noto Sans KR"/>
              </a:rPr>
              <a:t>.</a:t>
            </a:r>
            <a:r>
              <a:rPr sz="850" spc="5" dirty="0">
                <a:solidFill>
                  <a:srgbClr val="6A7280"/>
                </a:solidFill>
                <a:latin typeface="Noto Sans KR"/>
                <a:cs typeface="Noto Sans KR"/>
              </a:rPr>
              <a:t>26</a:t>
            </a:r>
            <a:r>
              <a:rPr sz="850" spc="50" dirty="0">
                <a:solidFill>
                  <a:srgbClr val="6A7280"/>
                </a:solidFill>
                <a:latin typeface="Noto Sans KR"/>
                <a:cs typeface="Noto Sans KR"/>
              </a:rPr>
              <a:t> </a:t>
            </a:r>
            <a:r>
              <a:rPr sz="850" spc="5" dirty="0">
                <a:solidFill>
                  <a:srgbClr val="6A7280"/>
                </a:solidFill>
                <a:latin typeface="Noto Sans KR"/>
                <a:cs typeface="Noto Sans KR"/>
              </a:rPr>
              <a:t>~</a:t>
            </a:r>
            <a:r>
              <a:rPr sz="850" spc="50" dirty="0">
                <a:solidFill>
                  <a:srgbClr val="6A7280"/>
                </a:solidFill>
                <a:latin typeface="Noto Sans KR"/>
                <a:cs typeface="Noto Sans KR"/>
              </a:rPr>
              <a:t> </a:t>
            </a:r>
            <a:r>
              <a:rPr sz="850" spc="5" dirty="0">
                <a:solidFill>
                  <a:srgbClr val="6A7280"/>
                </a:solidFill>
                <a:latin typeface="Noto Sans KR"/>
                <a:cs typeface="Noto Sans KR"/>
              </a:rPr>
              <a:t>02</a:t>
            </a:r>
            <a:r>
              <a:rPr sz="850" dirty="0">
                <a:solidFill>
                  <a:srgbClr val="6A7280"/>
                </a:solidFill>
                <a:latin typeface="Noto Sans KR"/>
                <a:cs typeface="Noto Sans KR"/>
              </a:rPr>
              <a:t>.</a:t>
            </a:r>
            <a:r>
              <a:rPr sz="850" spc="5" dirty="0">
                <a:solidFill>
                  <a:srgbClr val="6A7280"/>
                </a:solidFill>
                <a:latin typeface="Noto Sans KR"/>
                <a:cs typeface="Noto Sans KR"/>
              </a:rPr>
              <a:t>06</a:t>
            </a:r>
            <a:r>
              <a:rPr sz="850" spc="50" dirty="0">
                <a:solidFill>
                  <a:srgbClr val="6A7280"/>
                </a:solidFill>
                <a:latin typeface="Noto Sans KR"/>
                <a:cs typeface="Noto Sans KR"/>
              </a:rPr>
              <a:t> </a:t>
            </a:r>
            <a:r>
              <a:rPr sz="850" dirty="0">
                <a:solidFill>
                  <a:srgbClr val="6A7280"/>
                </a:solidFill>
                <a:latin typeface="Noto Sans KR"/>
                <a:cs typeface="Noto Sans KR"/>
              </a:rPr>
              <a:t>(2</a:t>
            </a:r>
            <a:r>
              <a:rPr sz="850" spc="-60" dirty="0">
                <a:solidFill>
                  <a:srgbClr val="6A7280"/>
                </a:solidFill>
                <a:latin typeface="Arial Unicode MS"/>
                <a:cs typeface="Arial Unicode MS"/>
              </a:rPr>
              <a:t>주간</a:t>
            </a:r>
            <a:r>
              <a:rPr sz="850" dirty="0">
                <a:solidFill>
                  <a:srgbClr val="6A7280"/>
                </a:solidFill>
                <a:latin typeface="Arial Unicode MS"/>
                <a:cs typeface="Arial Unicode MS"/>
              </a:rPr>
              <a:t> </a:t>
            </a:r>
            <a:r>
              <a:rPr sz="850" spc="-60" dirty="0">
                <a:solidFill>
                  <a:srgbClr val="6A7280"/>
                </a:solidFill>
                <a:latin typeface="Arial Unicode MS"/>
                <a:cs typeface="Arial Unicode MS"/>
              </a:rPr>
              <a:t>집중</a:t>
            </a:r>
            <a:r>
              <a:rPr sz="850" dirty="0">
                <a:solidFill>
                  <a:srgbClr val="6A7280"/>
                </a:solidFill>
                <a:latin typeface="Arial Unicode MS"/>
                <a:cs typeface="Arial Unicode MS"/>
              </a:rPr>
              <a:t> </a:t>
            </a:r>
            <a:r>
              <a:rPr sz="850" spc="-60" dirty="0">
                <a:solidFill>
                  <a:srgbClr val="6A7280"/>
                </a:solidFill>
                <a:latin typeface="Arial Unicode MS"/>
                <a:cs typeface="Arial Unicode MS"/>
              </a:rPr>
              <a:t>조치</a:t>
            </a:r>
            <a:r>
              <a:rPr sz="850" dirty="0">
                <a:solidFill>
                  <a:srgbClr val="6A7280"/>
                </a:solidFill>
                <a:latin typeface="Noto Sans KR"/>
                <a:cs typeface="Noto Sans KR"/>
              </a:rPr>
              <a:t>)</a:t>
            </a:r>
            <a:endParaRPr sz="850">
              <a:latin typeface="Noto Sans KR"/>
              <a:cs typeface="Noto Sans K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571</TotalTime>
  <Words>920</Words>
  <Application>Microsoft Office PowerPoint</Application>
  <PresentationFormat>사용자 지정</PresentationFormat>
  <Paragraphs>206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28" baseType="lpstr">
      <vt:lpstr>Arial Unicode MS</vt:lpstr>
      <vt:lpstr>Kalinga</vt:lpstr>
      <vt:lpstr>Noto Sans KR</vt:lpstr>
      <vt:lpstr>Noto Sans KR Black</vt:lpstr>
      <vt:lpstr>Noto Sans KR Medium</vt:lpstr>
      <vt:lpstr>맑은 고딕</vt:lpstr>
      <vt:lpstr>Arial</vt:lpstr>
      <vt:lpstr>Berlin Sans FB</vt:lpstr>
      <vt:lpstr>Calibri</vt:lpstr>
      <vt:lpstr>Cambria</vt:lpstr>
      <vt:lpstr>Comic Sans MS</vt:lpstr>
      <vt:lpstr>Georgia</vt:lpstr>
      <vt:lpstr>Lucida Sans</vt:lpstr>
      <vt:lpstr>Microsoft Sans Serif</vt:lpstr>
      <vt:lpstr>Segoe UI Symbol</vt:lpstr>
      <vt:lpstr>Sitka Display</vt:lpstr>
      <vt:lpstr>Tahoma</vt:lpstr>
      <vt:lpstr>Times New Roman</vt:lpstr>
      <vt:lpstr>Trebuchet MS</vt:lpstr>
      <vt:lpstr>Verdana</vt:lpstr>
      <vt:lpstr>Office Theme</vt:lpstr>
      <vt:lpstr>Iteration 2  결함 분석 및</vt:lpstr>
      <vt:lpstr>PowerPoint 프레젠테이션</vt:lpstr>
      <vt:lpstr>1. 결함 유효성 정밀 검증 결과</vt:lpstr>
      <vt:lpstr>2. 유효 결함 유형별 심층 분석</vt:lpstr>
      <vt:lpstr>3. 업무 모듈별 유효 결함 현황 (Hotspot)</vt:lpstr>
      <vt:lpstr>3. 즉시 실행 가능한 ACTUAL ACTION PLAN</vt:lpstr>
      <vt:lpstr>4. 일정 및 로드맵 (통합테스트 대비)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합치기_1</dc:title>
  <dc:creator>ozchr</dc:creator>
  <cp:lastModifiedBy>IIS-IDT-N-0063-U</cp:lastModifiedBy>
  <cp:revision>5</cp:revision>
  <dcterms:created xsi:type="dcterms:W3CDTF">2026-01-26T14:30:05Z</dcterms:created>
  <dcterms:modified xsi:type="dcterms:W3CDTF">2026-01-28T15:00:52Z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2026-01-26T00:00:00Z</vt:filetime>
  </property>
  <property fmtid="{D5CDD505-2E9C-101B-9397-08002B2CF9AE}" pid="3" name="Creator">
    <vt:lpwstr>알PDF</vt:lpwstr>
  </property>
  <property fmtid="{D5CDD505-2E9C-101B-9397-08002B2CF9AE}" pid="4" name="LastSaved">
    <vt:filetime>2026-01-26T00:00:00Z</vt:filetime>
  </property>
</Properties>
</file>