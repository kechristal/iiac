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42" r:id="rId2"/>
    <p:sldId id="363" r:id="rId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06" userDrawn="1">
          <p15:clr>
            <a:srgbClr val="A4A3A4"/>
          </p15:clr>
        </p15:guide>
        <p15:guide id="2" pos="1504" userDrawn="1">
          <p15:clr>
            <a:srgbClr val="A4A3A4"/>
          </p15:clr>
        </p15:guide>
        <p15:guide id="3" pos="7174" userDrawn="1">
          <p15:clr>
            <a:srgbClr val="A4A3A4"/>
          </p15:clr>
        </p15:guide>
        <p15:guide id="4" pos="6584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orient="horz" pos="1629" userDrawn="1">
          <p15:clr>
            <a:srgbClr val="A4A3A4"/>
          </p15:clr>
        </p15:guide>
        <p15:guide id="7" orient="horz" pos="3566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9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21" autoAdjust="0"/>
  </p:normalViewPr>
  <p:slideViewPr>
    <p:cSldViewPr snapToGrid="0">
      <p:cViewPr varScale="1">
        <p:scale>
          <a:sx n="104" d="100"/>
          <a:sy n="104" d="100"/>
        </p:scale>
        <p:origin x="816" y="108"/>
      </p:cViewPr>
      <p:guideLst>
        <p:guide pos="506"/>
        <p:guide pos="1504"/>
        <p:guide pos="7174"/>
        <p:guide pos="6584"/>
        <p:guide orient="horz" pos="1344"/>
        <p:guide orient="horz" pos="1629"/>
        <p:guide orient="horz" pos="3566"/>
        <p:guide orient="horz" pos="595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585E34-5F14-45D3-BBB7-3055EB2B07EB}"/>
              </a:ext>
            </a:extLst>
          </p:cNvPr>
          <p:cNvSpPr/>
          <p:nvPr userDrawn="1"/>
        </p:nvSpPr>
        <p:spPr>
          <a:xfrm>
            <a:off x="8568267" y="93133"/>
            <a:ext cx="1439333" cy="40640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ln w="76200">
                <a:solidFill>
                  <a:schemeClr val="tx1"/>
                </a:solidFill>
              </a:ln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29F4-DC14-4DDE-A4E7-07CE78C35A4D}"/>
              </a:ext>
            </a:extLst>
          </p:cNvPr>
          <p:cNvSpPr txBox="1"/>
          <p:nvPr userDrawn="1"/>
        </p:nvSpPr>
        <p:spPr>
          <a:xfrm>
            <a:off x="8711653" y="13020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 내포용</a:t>
            </a:r>
          </a:p>
        </p:txBody>
      </p:sp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248892" y="954696"/>
            <a:ext cx="22062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전체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algn="ctr" defTabSz="457200" latinLnBrk="0"/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&lt; Minor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 제외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&gt;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F92691-58A0-49BD-9091-1045EAB1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31" y="944563"/>
            <a:ext cx="3835487" cy="247672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377067-0306-4D73-8183-A73C829EC429}"/>
              </a:ext>
            </a:extLst>
          </p:cNvPr>
          <p:cNvSpPr/>
          <p:nvPr/>
        </p:nvSpPr>
        <p:spPr>
          <a:xfrm>
            <a:off x="599872" y="3790932"/>
            <a:ext cx="22062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latinLnBrk="0"/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Critical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F80543-0ADC-4BB6-B00D-D55E93D1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3790932"/>
            <a:ext cx="2969491" cy="7635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E26E34-A4BA-4E72-ABA3-6354AA918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238" y="3790932"/>
            <a:ext cx="3835487" cy="247672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47D87B-22BC-44D6-8B5E-DE8967ACADDA}"/>
              </a:ext>
            </a:extLst>
          </p:cNvPr>
          <p:cNvSpPr/>
          <p:nvPr/>
        </p:nvSpPr>
        <p:spPr>
          <a:xfrm>
            <a:off x="5786090" y="3790931"/>
            <a:ext cx="22062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latinLnBrk="0"/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Major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A907C0-6C63-417E-9372-A4F7BD6E76AF}"/>
              </a:ext>
            </a:extLst>
          </p:cNvPr>
          <p:cNvSpPr/>
          <p:nvPr/>
        </p:nvSpPr>
        <p:spPr>
          <a:xfrm>
            <a:off x="5357091" y="3158912"/>
            <a:ext cx="501121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 latinLnBrk="0"/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실제 결함이 아닌 </a:t>
            </a:r>
            <a:r>
              <a:rPr kumimoji="1" lang="en-US" altLang="ko-KR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“</a:t>
            </a:r>
            <a:r>
              <a:rPr kumimoji="1" lang="ko-KR" altLang="en-US" sz="11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오기록</a:t>
            </a:r>
            <a:r>
              <a:rPr kumimoji="1" lang="en-US" altLang="ko-KR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” </a:t>
            </a:r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건과 </a:t>
            </a:r>
            <a:r>
              <a:rPr kumimoji="1" lang="en-US" altLang="ko-KR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“</a:t>
            </a:r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결함기각</a:t>
            </a:r>
            <a:r>
              <a:rPr kumimoji="1" lang="en-US" altLang="ko-KR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” </a:t>
            </a:r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건은  미포함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F949067-DAEC-42FB-A12F-258D367C6211}"/>
              </a:ext>
            </a:extLst>
          </p:cNvPr>
          <p:cNvCxnSpPr/>
          <p:nvPr/>
        </p:nvCxnSpPr>
        <p:spPr>
          <a:xfrm>
            <a:off x="794330" y="3556000"/>
            <a:ext cx="10557164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">
            <a:extLst>
              <a:ext uri="{FF2B5EF4-FFF2-40B4-BE49-F238E27FC236}">
                <a16:creationId xmlns:a16="http://schemas.microsoft.com/office/drawing/2014/main" id="{7FD8BCD0-84FD-4AD1-8DEC-304BCC64F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심각도별 결함 현황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679514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ACD6434-C990-37E9-3D82-7A443C8B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결함 유형별 예방 방안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7737DA1-2067-4161-B9C3-1500EED80072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L$4:$W$1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788" y="1030942"/>
            <a:ext cx="10699937" cy="511485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5693553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15994</TotalTime>
  <Words>30</Words>
  <Application>Microsoft Office PowerPoint</Application>
  <PresentationFormat>와이드스크린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HY견고딕</vt:lpstr>
      <vt:lpstr>KoPub돋움체 Bold</vt:lpstr>
      <vt:lpstr>KoPub돋움체 Medium</vt:lpstr>
      <vt:lpstr>맑은 고딕</vt:lpstr>
      <vt:lpstr>Arial</vt:lpstr>
      <vt:lpstr>Calibri</vt:lpstr>
      <vt:lpstr>1_Office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IIS-IDT-N-0063-U</cp:lastModifiedBy>
  <cp:revision>889</cp:revision>
  <cp:lastPrinted>2025-06-13T01:30:37Z</cp:lastPrinted>
  <dcterms:created xsi:type="dcterms:W3CDTF">2024-06-13T01:42:00Z</dcterms:created>
  <dcterms:modified xsi:type="dcterms:W3CDTF">2025-11-26T08:16:56Z</dcterms:modified>
</cp:coreProperties>
</file>