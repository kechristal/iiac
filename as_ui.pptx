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50" y="3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9D3CB5-9209-4BA0-8DEE-394B86BB5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F1A2DD-9709-48FE-86B7-D1A808E64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C9675-EB84-4FD8-AE44-92381468F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296A-33D5-4AD8-8991-2547ED8CA73B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4B2FA4-C8B0-4999-A5D1-8EF1DCAF8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B68052-81F0-4E7D-8A0F-8CD9085F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077-E513-4DE1-ABC9-5FA71B621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C3C17-F598-49A9-B1D9-7A2A8FEE5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6FA1C3-5CE1-4062-A2DA-9344C591A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F1CB0B-365F-428F-9C8E-174ECB1F8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296A-33D5-4AD8-8991-2547ED8CA73B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B4D78E-7050-417C-A9CA-875287F34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A1C26F-F58A-40C9-AE78-47A5A1195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077-E513-4DE1-ABC9-5FA71B621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910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BB94E8-3157-46EA-81EF-09481E9B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DDBBCF-07CC-4364-99FB-9D20F395E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77C672-2228-4F5E-9A4C-564D664C0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296A-33D5-4AD8-8991-2547ED8CA73B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4BA14F-494A-41F0-AA16-F416DE7F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E3C20F-61DE-4631-8DEE-07DB07382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077-E513-4DE1-ABC9-5FA71B621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50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BAE5E-A718-41B1-845E-E30696823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588BA2-FFCD-441D-ABFF-F8E5792EF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22AC14-9C29-4D77-A81C-A03239A77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A17B23-2332-4C54-AD4E-7A738375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296A-33D5-4AD8-8991-2547ED8CA73B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C53182-5816-49C2-A38B-F74F30458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F19E9F-1001-47FC-8065-B72A6BF2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077-E513-4DE1-ABC9-5FA71B621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53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025DD-7735-4F22-B05B-AC0152D83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9FB832-32A9-4DFF-9E41-09D15C9D4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5BB8B1-8FFA-4B48-9955-44DEFD79F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F0AE41-CE7D-4815-BEDD-614649ACC9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693545-45C4-4052-8C4C-9A2D932355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0F19892-07BC-4870-A23F-9FA0F77E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296A-33D5-4AD8-8991-2547ED8CA73B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31CD0BD-4471-4DDF-9D1D-E7C12F1A9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1533B9-AD85-4A62-9242-0C6E7F1B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077-E513-4DE1-ABC9-5FA71B621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036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BBF317-6C8C-422F-92A7-64CD5169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A1D1CB-1C13-4E5D-8285-56843C3E8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296A-33D5-4AD8-8991-2547ED8CA73B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DE57E1-5590-4064-AFF7-CE62D8826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3838BC-AD03-410B-950E-E12EF8B49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077-E513-4DE1-ABC9-5FA71B621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816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9F50B9-08AD-42B3-B48A-015174F75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296A-33D5-4AD8-8991-2547ED8CA73B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AA22115-94DE-4BC9-B809-1917F99F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188BF0-1EC9-4F07-BCD0-06781967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077-E513-4DE1-ABC9-5FA71B621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752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E6D7B-AD99-4729-80A6-35A0F895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A25692-7CE5-44C3-91EC-D1E56E2BC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E4482E-18D8-4EEE-A733-158B3F9B4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4C72FF-9D0F-4509-B97D-B15C7B890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296A-33D5-4AD8-8991-2547ED8CA73B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9AC5D5-54C6-4A6C-8C25-F54E8D5F9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5FE8AE-DF72-4B7E-92F7-5712B55A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077-E513-4DE1-ABC9-5FA71B621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342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2EC823-13D6-41B2-ACEC-18A5F11A6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631CB1E-F129-46AB-8A70-3103A4453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8902C7-2485-4357-92EC-77E34579B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6A344C-9C6C-4E7B-9424-0E9B0EE87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296A-33D5-4AD8-8991-2547ED8CA73B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28498C-348F-4008-9F52-8A24FBB1D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56238C-B14B-4BB7-B85D-AB9F2A704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077-E513-4DE1-ABC9-5FA71B621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34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2402A2-5B0D-4A01-BB1B-75440F6F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92A9CB-5455-4B12-936D-9828CAF83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947F5A-B6EC-4B2C-8F1C-A0531A293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296A-33D5-4AD8-8991-2547ED8CA73B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302FA5-8FC2-4023-ACC7-AD12B7255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98A574-A897-495C-87DA-908D46675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077-E513-4DE1-ABC9-5FA71B621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05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7C6FCB-FB23-4912-89A9-655ACD9452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E75CBC-2B54-4D3F-A66E-88376F316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E6D8B5-9E74-4F01-9D42-55C9ABC5A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296A-33D5-4AD8-8991-2547ED8CA73B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EB1D08-131B-45DE-9BD4-FF1CF1129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71DBE1-B7D6-4E74-9420-92D1BFD31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45077-E513-4DE1-ABC9-5FA71B621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07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14B7266-D242-4452-BC10-EAE7744F8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CAB91F-4344-4326-9892-84FA48AA9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310510-1D99-40EC-BF0F-F027712542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DE296A-33D5-4AD8-8991-2547ED8CA73B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E52151-A33B-453D-9A17-64E1B81B1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C0DB26-C9C7-48D2-8DE5-89298F135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45077-E513-4DE1-ABC9-5FA71B621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788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EAFA72-9D8B-40CD-958F-AB7B1BD9B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286"/>
            <a:ext cx="12192000" cy="604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76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EAFA72-9D8B-40CD-958F-AB7B1BD9B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286"/>
            <a:ext cx="12192000" cy="604142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320EC68-6FE8-49D9-A2DB-299DAB112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3125"/>
            <a:ext cx="12192000" cy="57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105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1A6ECC2-46E1-4C6B-BE08-83921FCE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5415"/>
            <a:ext cx="12192000" cy="606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237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1A6ECC2-46E1-4C6B-BE08-83921FCE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5415"/>
            <a:ext cx="12192000" cy="60671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9CC8332-15AC-4C4B-A366-869B0C72A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7423"/>
            <a:ext cx="12192000" cy="608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590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IIS-IDT-N-0077-U</dc:creator>
  <cp:lastModifiedBy>IIS-IDT-N-0077-U</cp:lastModifiedBy>
  <cp:revision>2</cp:revision>
  <dcterms:created xsi:type="dcterms:W3CDTF">2026-05-29T04:21:18Z</dcterms:created>
  <dcterms:modified xsi:type="dcterms:W3CDTF">2026-05-29T05:50:35Z</dcterms:modified>
</cp:coreProperties>
</file>