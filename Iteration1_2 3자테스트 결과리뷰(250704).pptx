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5"/>
  </p:notesMasterIdLst>
  <p:sldIdLst>
    <p:sldId id="289" r:id="rId3"/>
    <p:sldId id="325" r:id="rId4"/>
    <p:sldId id="328" r:id="rId5"/>
    <p:sldId id="319" r:id="rId6"/>
    <p:sldId id="326" r:id="rId7"/>
    <p:sldId id="331" r:id="rId8"/>
    <p:sldId id="332" r:id="rId9"/>
    <p:sldId id="333" r:id="rId10"/>
    <p:sldId id="334" r:id="rId11"/>
    <p:sldId id="335" r:id="rId12"/>
    <p:sldId id="327" r:id="rId13"/>
    <p:sldId id="329" r:id="rId1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21" autoAdjust="0"/>
  </p:normalViewPr>
  <p:slideViewPr>
    <p:cSldViewPr snapToGrid="0">
      <p:cViewPr varScale="1">
        <p:scale>
          <a:sx n="118" d="100"/>
          <a:sy n="118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4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521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5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4FD8-F141-457E-9E54-C32A23416C70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DC9-7EB9-40B4-AF94-EAA07A156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 smtClean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  <a:endPara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endParaRP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45457" y="3382871"/>
            <a:ext cx="7308097" cy="24622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 </a:t>
            </a:r>
            <a:r>
              <a:rPr lang="ko-KR" altLang="en-US" sz="1600" dirty="0" err="1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단위테스트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결과 리뷰｜</a:t>
            </a:r>
            <a:r>
              <a:rPr lang="en-US" altLang="ko-KR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2025.07.04(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금</a:t>
            </a:r>
            <a:r>
              <a:rPr lang="en-US" altLang="ko-KR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16:00~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개발완료 된 기능에 대해 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단위테스트를 통해 기능 적합성 및 사용자 사용성 측면에서 취약한 부분을 재점검하고 보완하여 개발 품질 수준을 높이고자 함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61045"/>
            <a:ext cx="52428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주요 기능에 대한 취약점을 사전 노출하여 고객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release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전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/>
            </a:r>
            <a:b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1360" y="3295674"/>
            <a:ext cx="496855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기능 확인</a:t>
            </a:r>
            <a:endParaRPr kumimoji="1" lang="en-US" altLang="ko-KR" sz="14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테스트 시나리오 기반한 기능 및 정상 동작 여부 확인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1837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360" y="299710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58938" y="327696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5166" y="2997101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172744" y="327696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5165" y="3295674"/>
            <a:ext cx="4904887" cy="32593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6/30 ~ 7/4 (4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5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이전차수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결함 재점검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6/30) 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기능검증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수행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(7/1 ~ 7/4) 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(7/4, 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15:00 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리뷰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(7/4)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.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follow-up (~7/18)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검증인원</a:t>
            </a:r>
            <a:endParaRPr lang="en-US" altLang="ko-KR" sz="1400" b="1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 차장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김단호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대리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아시아나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IDT)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95250" lvl="1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김승무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위원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스마트포트테크놀로지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95250" lvl="1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정수현 주임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우리엘소프트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085166" y="1661045"/>
            <a:ext cx="5491481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화면기준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),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함수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프로시저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운항계획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A-CDM,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항공기관제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WES, MES,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자원배정차트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(RC), 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5166" y="1338507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6172744" y="1618375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2.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테스트 방법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15413" y="764892"/>
            <a:ext cx="5126742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모듈별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테스트결과서를 기반으로 테스트 시나리오에 대하여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전수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진행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6297561" y="770242"/>
            <a:ext cx="5021825" cy="6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통한 테스트 집계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처리 방식 도입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이후 테스트 적용 예정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4" y="1900586"/>
            <a:ext cx="5126044" cy="317285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562" y="1900586"/>
            <a:ext cx="5660900" cy="317285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40774" y="3259394"/>
            <a:ext cx="5126044" cy="19025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302968" y="754685"/>
            <a:ext cx="93305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■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3</a:t>
            </a:r>
            <a:r>
              <a:rPr kumimoji="1" lang="ko-KR" altLang="en-US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자 테스트 수행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(7/1~7/4) </a:t>
            </a:r>
            <a:endParaRPr kumimoji="1" lang="en-US" altLang="ko-KR" sz="1600" kern="0" spc="-3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5" name="양쪽 모서리가 둥근 사각형 312">
            <a:extLst>
              <a:ext uri="{FF2B5EF4-FFF2-40B4-BE49-F238E27FC236}">
                <a16:creationId xmlns:a16="http://schemas.microsoft.com/office/drawing/2014/main" id="{16F45F6F-E26D-BC44-A7D0-FB6D18E0655A}"/>
              </a:ext>
            </a:extLst>
          </p:cNvPr>
          <p:cNvSpPr/>
          <p:nvPr/>
        </p:nvSpPr>
        <p:spPr bwMode="auto">
          <a:xfrm rot="10800000" flipV="1">
            <a:off x="288866" y="1206823"/>
            <a:ext cx="11544784" cy="5229344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1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-71" normalizeH="0" baseline="0" noProof="0" dirty="0">
              <a:ln w="1270"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3484" y="1520119"/>
            <a:ext cx="3640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(7/4, 15:00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6359"/>
              </p:ext>
            </p:extLst>
          </p:nvPr>
        </p:nvGraphicFramePr>
        <p:xfrm>
          <a:off x="445063" y="1941480"/>
          <a:ext cx="11320755" cy="4435041"/>
        </p:xfrm>
        <a:graphic>
          <a:graphicData uri="http://schemas.openxmlformats.org/drawingml/2006/table">
            <a:tbl>
              <a:tblPr/>
              <a:tblGrid>
                <a:gridCol w="1147971">
                  <a:extLst>
                    <a:ext uri="{9D8B030D-6E8A-4147-A177-3AD203B41FA5}">
                      <a16:colId xmlns:a16="http://schemas.microsoft.com/office/drawing/2014/main" val="2194201362"/>
                    </a:ext>
                  </a:extLst>
                </a:gridCol>
                <a:gridCol w="1695464">
                  <a:extLst>
                    <a:ext uri="{9D8B030D-6E8A-4147-A177-3AD203B41FA5}">
                      <a16:colId xmlns:a16="http://schemas.microsoft.com/office/drawing/2014/main" val="474004863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3657139314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281443106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428458592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480807349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1665966561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545207218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2134598343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1603699968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2926703358"/>
                    </a:ext>
                  </a:extLst>
                </a:gridCol>
                <a:gridCol w="847732">
                  <a:extLst>
                    <a:ext uri="{9D8B030D-6E8A-4147-A177-3AD203B41FA5}">
                      <a16:colId xmlns:a16="http://schemas.microsoft.com/office/drawing/2014/main" val="4075295613"/>
                    </a:ext>
                  </a:extLst>
                </a:gridCol>
              </a:tblGrid>
              <a:tr h="236350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업무 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Arial" panose="020B0604020202020204" pitchFamily="34" charset="0"/>
                        </a:rPr>
                        <a:t>테스트 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Arial" panose="020B0604020202020204" pitchFamily="34" charset="0"/>
                        </a:rPr>
                        <a:t>결함 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912846"/>
                  </a:ext>
                </a:extLst>
              </a:tr>
              <a:tr h="27805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계획건수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완료건수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진척률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실패건수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성공건수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성공률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잔여건수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633809"/>
                  </a:ext>
                </a:extLst>
              </a:tr>
              <a:tr h="278059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운항계획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218333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93.3%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523814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A-CDM(CM)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333115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항공기관제</a:t>
                      </a:r>
                      <a:r>
                        <a:rPr lang="en-US" altLang="ko-KR" sz="1100" b="0" i="0" u="none" strike="noStrike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83.3%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816557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871605"/>
                  </a:ext>
                </a:extLst>
              </a:tr>
              <a:tr h="278059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예측관리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33.3%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351760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1990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258942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75772"/>
                  </a:ext>
                </a:extLst>
              </a:tr>
              <a:tr h="27805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IIS-ES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및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936129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94.4%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64291"/>
                  </a:ext>
                </a:extLst>
              </a:tr>
              <a:tr h="27805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상용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S/W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자원배정차트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090310"/>
                  </a:ext>
                </a:extLst>
              </a:tr>
              <a:tr h="2780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SLOT(SLOT)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78.6%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979526"/>
                  </a:ext>
                </a:extLst>
              </a:tr>
              <a:tr h="30586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75.6%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31.8%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78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73090"/>
              </p:ext>
            </p:extLst>
          </p:nvPr>
        </p:nvGraphicFramePr>
        <p:xfrm>
          <a:off x="324464" y="1340678"/>
          <a:ext cx="11437375" cy="508754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311013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8126362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사례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8451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신규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'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저장이 완료되었습니다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'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메세지만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뜨고 조회 안됨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"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삭제사용자포함 체크 해제해도 삭제 사용자가 검색됨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.“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검색어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입력시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에러남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(status code: 405)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엑셀 버튼 반응 없음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로딩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스피너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뒤로 완료 메시지가 먼저 떠있음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전체 선택 체크박스 기능 누락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COPY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한후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화면이 사라짐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11208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필수항목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/Validation check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필수값표시가 되어있는데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데이터에는 해당 값이 없음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필드 길이에 대한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예외처리가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없어서 서버 오류 메시지가 나옴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특별물품현황조회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기간별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: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시작일자가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종료일자보다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늦은경우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체크 안함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"1.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합계가 맞지 않음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단위가 없음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3,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화면의 첫 째 필드에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커셔가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Set focus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되어 있지 않음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4.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수행여부를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알수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없음“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0519"/>
                  </a:ext>
                </a:extLst>
              </a:tr>
              <a:tr h="7742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/UI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수량에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천단위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마스킹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(,)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처리 안됨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"1.DATA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 없는 경우에도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건으로 조회가 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단위가 없음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실행되었는지 알지 못함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“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로고 이미지 깨짐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"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팝업 레이아웃 안 맞음→ 크롬으로 확인하니 잘 맞음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앱에서 제대로 나오면 결함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X“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저장버튼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통일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X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225306"/>
                  </a:ext>
                </a:extLst>
              </a:tr>
              <a:tr h="5188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데이터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성능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최초 화면 로딩 시 길면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초 이상 걸림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sql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에러발생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094043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체크로직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사용성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/UI 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등의 결함 처리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진행 필요함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36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1073" y="69946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기능오류</a:t>
            </a:r>
            <a:r>
              <a:rPr lang="en-US" altLang="ko-KR" b="1" dirty="0" smtClean="0"/>
              <a:t>]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06" y="3392695"/>
            <a:ext cx="4458322" cy="301032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707659" y="453778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[DEF-00028] Target Request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영역 내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Year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셀렉트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박스 선택 연도와 다른 연도를 표시함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처음엔 정상으로 표시되기도 하는데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, '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시즌정보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~'.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8" y="1296109"/>
            <a:ext cx="5992061" cy="163852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616739" y="1823178"/>
            <a:ext cx="5186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[DEF-00106] 1.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화면의 첫 째 필드에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커셔가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Set focus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안됨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2,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날짜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edit Check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안됨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날자를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잘못넣고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조회 하였더니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서버오류</a:t>
            </a:r>
            <a:endParaRPr lang="ko-KR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(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사례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8665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8" y="1206529"/>
            <a:ext cx="3334215" cy="272453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693678" y="1864342"/>
            <a:ext cx="5908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[DEF-00012]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검색어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입력시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에러남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(status code: 405)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97" y="4068788"/>
            <a:ext cx="2908810" cy="225581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826523" y="4469118"/>
            <a:ext cx="63485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[DEF-00096]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로딩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스피너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뒤로 완료 메시지가 먼저 떠있음</a:t>
            </a:r>
            <a:endParaRPr lang="ko-KR" alt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(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사례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1073" y="69946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기능오류</a:t>
            </a:r>
            <a:r>
              <a:rPr lang="en-US" altLang="ko-KR" b="1" dirty="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94787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2913" y="328613"/>
            <a:ext cx="1922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Validation Check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12" y="1473688"/>
            <a:ext cx="3991532" cy="134321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832593" y="1780831"/>
            <a:ext cx="6261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[DEF-00046]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특별물품현황조회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기간별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) :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시작일자가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종료일자보다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늦은경우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체크 안함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3795100"/>
            <a:ext cx="5372850" cy="118126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103709" y="3924067"/>
            <a:ext cx="52898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[DEF-00073] 1.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합계가 맞지 않음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2.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단위가 없음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3,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화면의 첫 째 필드에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커셔가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Set focus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되어 있지 않음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4.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수행여부를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알수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없음</a:t>
            </a:r>
            <a:endParaRPr lang="ko-KR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(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사례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073" y="699469"/>
            <a:ext cx="1923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[Validation Check]</a:t>
            </a:r>
          </a:p>
        </p:txBody>
      </p:sp>
    </p:spTree>
    <p:extLst>
      <p:ext uri="{BB962C8B-B14F-4D97-AF65-F5344CB8AC3E}">
        <p14:creationId xmlns:p14="http://schemas.microsoft.com/office/powerpoint/2010/main" val="329105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253336"/>
            <a:ext cx="4753638" cy="254353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682073" y="2191813"/>
            <a:ext cx="5168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[DEF-00045]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수량에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천단위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마스킹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(,)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처리 안됨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74" y="3903275"/>
            <a:ext cx="2977931" cy="26017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427208" y="460447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[DEF-00159]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연도 선택인데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일단위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캘린더가 나오는 건 이상함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다른 모듈은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셀렉트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박스가 나오던데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연단위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캘린더 컴포넌트는 없는지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?</a:t>
            </a:r>
            <a:endParaRPr lang="ko-KR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(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사례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073" y="6994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[UI/</a:t>
            </a:r>
            <a:r>
              <a:rPr lang="ko-KR" altLang="en-US" b="1" dirty="0" smtClean="0"/>
              <a:t>사용성</a:t>
            </a:r>
            <a:r>
              <a:rPr lang="en-US" altLang="ko-KR" b="1" dirty="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7653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914448" y="1786368"/>
            <a:ext cx="44293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[DEF-00067]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승인난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메뉴를 다시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reject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하면 </a:t>
            </a:r>
            <a:r>
              <a:rPr lang="ko-KR" altLang="en-US" b="1" dirty="0" err="1">
                <a:solidFill>
                  <a:srgbClr val="203442"/>
                </a:solidFill>
                <a:latin typeface="맑은 고딕" panose="020B0503020000020004" pitchFamily="50" charset="-127"/>
              </a:rPr>
              <a:t>서버오류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 남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6" y="1297697"/>
            <a:ext cx="6113770" cy="254317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56" y="3979592"/>
            <a:ext cx="7207092" cy="139549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742706" y="449267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[DEF-00206]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프로시저 실행 </a:t>
            </a:r>
            <a:r>
              <a:rPr lang="ko-KR" altLang="en-US" b="1" dirty="0" smtClean="0">
                <a:solidFill>
                  <a:srgbClr val="203442"/>
                </a:solidFill>
                <a:latin typeface="맑은 고딕" panose="020B0503020000020004" pitchFamily="50" charset="-127"/>
              </a:rPr>
              <a:t>에러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37249" y="5603382"/>
            <a:ext cx="97622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[DEF-00062]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속도 이슈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조회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저장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복사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삭제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FS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모듈 전반적으로 속도 이슈가 발생함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28936" y="6016345"/>
            <a:ext cx="5682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[DEF-00058] 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최초 화면 로딩 시 길면 </a:t>
            </a:r>
            <a:r>
              <a:rPr lang="en-US" altLang="ko-KR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b="1" dirty="0">
                <a:solidFill>
                  <a:srgbClr val="203442"/>
                </a:solidFill>
                <a:latin typeface="맑은 고딕" panose="020B0503020000020004" pitchFamily="50" charset="-127"/>
              </a:rPr>
              <a:t>초 이상 걸림</a:t>
            </a:r>
            <a:endParaRPr lang="ko-KR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(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사례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073" y="699469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데이터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성능</a:t>
            </a:r>
            <a:r>
              <a:rPr lang="en-US" altLang="ko-KR" b="1" dirty="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228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noProof="0" dirty="0" smtClean="0">
                <a:solidFill>
                  <a:prstClr val="white"/>
                </a:solidFill>
              </a:rPr>
              <a:t>5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종합평가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90796"/>
              </p:ext>
            </p:extLst>
          </p:nvPr>
        </p:nvGraphicFramePr>
        <p:xfrm>
          <a:off x="324464" y="1340678"/>
          <a:ext cx="11536219" cy="502480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소감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시사점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윤성훈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시나리오에 테스트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대상화면의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메뉴경로가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표시되면 좋겠다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SP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의 경우 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SP 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 및 데이터 검증 스크립트가 추가되면 좋겠다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TMS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로 작성하여 엑셀로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작성하는것보다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편했다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처음 사용하는 사람도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이해할수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있도록 시나리오가 좀더 구체적이었으면 좋겠다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김승무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테스트결과를 엑셀에서 시스템으로 하니 효율이 좋아짐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더 많은 분량을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테스트할수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있었음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기존 일일 평균 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 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--&gt; 10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 이상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시나리오 문서도 같이 붙여서 진행 한다면 더 능률적으로 테스트 할 수 있을 것 같음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테스트시나리오 양식에 온라인테스트인경우는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메뉴패스가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있으면 좋겠음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특히 팝업이나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텝에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해당하는 프로그램 테스트 경우에는 어디에 있는지 찾기가 어려웠음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김단호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버튼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라벨 등 공통 컴포넌트 디자인 요소 통일은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완료되는 화면이 많아질 수록 어려워지니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미리 맞추기 시작하면 좋을 것 같음</a:t>
                      </a:r>
                      <a:r>
                        <a:rPr lang="en-US" altLang="ko-KR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5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다음 테스트 때는 권한 별 테스트 계정으로 진행 </a:t>
                      </a:r>
                      <a:r>
                        <a:rPr lang="ko-KR" altLang="en-US" sz="135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필요해보임</a:t>
                      </a:r>
                      <a:endParaRPr lang="en-US" altLang="ko-KR" sz="135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반복적인 기능 오류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UI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표준화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문구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등 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PL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 필요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인덱스 </a:t>
                      </a:r>
                      <a:r>
                        <a:rPr lang="ko-KR" altLang="en-US" sz="1400" baseline="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미반영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테이블 빠른 조치 필요 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단위테스트결과서 보완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데이터 추가 등 지속적 관리 필요</a:t>
                      </a:r>
                      <a:endParaRPr lang="ko-KR" altLang="en-US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/PL/PMO/QA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의 테스트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사전체크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내재화 필요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소감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시사점 확인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487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후속조치 계획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90038"/>
              </p:ext>
            </p:extLst>
          </p:nvPr>
        </p:nvGraphicFramePr>
        <p:xfrm>
          <a:off x="324464" y="1340678"/>
          <a:ext cx="11536219" cy="24240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083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결함 조치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확인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해당 결함 처리 내역은 다음 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 테스트 일정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(7/28~)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내 확인 처리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결함의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근본 원인 파악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 처리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처리 확인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과정은 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TMS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활용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 내역은 주간 공정내 첨부 예정</a:t>
                      </a:r>
                      <a:endParaRPr lang="ko-KR" altLang="en-US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개선방향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기존 프로젝트와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테스트 결함 관리용 프로젝트와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통합 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여부 고려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데이터 이관 및 프로젝트 통합 가능 여부 검토 후 회신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</a:t>
            </a:r>
            <a:r>
              <a:rPr lang="ko-KR" altLang="en-US" sz="1600" b="1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결함조치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개선방향에 대한 논의 진행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88066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9550</TotalTime>
  <Words>1281</Words>
  <Application>Microsoft Office PowerPoint</Application>
  <PresentationFormat>와이드스크린</PresentationFormat>
  <Paragraphs>301</Paragraphs>
  <Slides>12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KoPub돋움체 Bold</vt:lpstr>
      <vt:lpstr>KoPub돋움체 Medium</vt:lpstr>
      <vt:lpstr>굴림</vt:lpstr>
      <vt:lpstr>맑은 고딕</vt:lpstr>
      <vt:lpstr>Arial</vt:lpstr>
      <vt:lpstr>Calibri</vt:lpstr>
      <vt:lpstr>Calibri Light</vt:lpstr>
      <vt:lpstr>Segoe UI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장홍석</cp:lastModifiedBy>
  <cp:revision>778</cp:revision>
  <cp:lastPrinted>2025-06-13T01:30:37Z</cp:lastPrinted>
  <dcterms:created xsi:type="dcterms:W3CDTF">2024-06-13T01:42:00Z</dcterms:created>
  <dcterms:modified xsi:type="dcterms:W3CDTF">2025-07-04T08:45:33Z</dcterms:modified>
</cp:coreProperties>
</file>