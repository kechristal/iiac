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70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9C5EF-0F58-4F27-A608-66A3ADC0F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EAC3B2-04AE-49BA-9BEB-1E8B636C8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3F586-34D2-4D65-B597-98D7FED6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EC0D7-ACAA-4C31-B7C1-5D93923A8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D322A-520E-415D-8EEC-FC397B78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81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9452B-3E6E-42BB-AC5F-DADC03185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98DAFF-20C7-4083-9534-A769750A2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6262E-28C5-4EE1-8006-1DE41F0B0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B7006-FD57-4486-A530-7B23D84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DB9B71-6AF2-4CBD-8119-FC14EBD5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40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DBF7-FA51-4339-9DF0-B5463D30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83C043-E85F-409A-B9C7-93BB06431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5C6DE-36C6-4F30-B506-31B8136B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E7705-2F45-401E-8FAB-8E451233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5C50D-D2FF-4F61-9852-672E59E6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95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F7EFE-ECE6-46DB-B3DE-F7865733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2D07B-F492-4BE2-95F2-39D8711CB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B1E239-454A-4E0D-8D42-BFE334B3A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F4A8D9-3222-49E8-A9D7-54D9EC9D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CA4E42-C601-470D-A80E-875C5E05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587B88-973D-4072-8DE5-FE8EF3BD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40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174CF-3426-4A08-A8C8-A6F2A23A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B6076A-51EB-4399-9731-5330F177E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CA0E0-1BAD-41DF-9D26-C6CAB0254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1483CB-4A97-496D-AE09-AFEC3B96C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0ED754-FD44-42D9-94D0-16B5724E7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514341-99A8-4A88-8B01-8414160D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63539B-FBA1-4AC2-BA13-E94E08E6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A447E7-78A4-49E9-B196-8E1A8724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89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C4708-EAED-4ADF-A604-38BD4D28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24A7AB-980E-400D-9D9D-566039DA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20FA4-33A1-4055-A950-B52BB609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357AB9-C727-4D93-800F-9239CFCE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90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E9C12C-9675-4BA3-821C-0AB68794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E56F0E-B4F5-4C11-90AC-9C5415E57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9CB4B-F2C3-4128-8753-8785E1E8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552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C6BF-B58F-40CB-8191-7E0151AB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5694BD-BE5C-46AD-B1A6-2008FCD35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F46E0B-5356-4534-B2D0-AE6DCE843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9DBEE-0F10-4B25-9F13-42BBD558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47535-D29F-465C-86F6-AD5C1161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B7F05F-2501-4AA1-B7B9-0C20B181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4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4F91D-1E17-4CA3-AB5D-F64B0506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287300-ACC5-43E2-8475-CD45D15AB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5EB1F1-A8EF-43AA-9A36-8AE0E4465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F03B72-1BD0-42D9-B553-60D60FC2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239F74-9AFB-4027-9B62-31D1BE6B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957A61-89B8-4863-AA7D-C2C546A54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7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13651-2D45-4508-9B45-317689FA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CFD99E-3DB6-47B1-91D3-4BAFDFF06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D0EDC-3530-4F67-BF86-E13AF610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1AF204-A688-483E-A5C8-E7D561E03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30649-A78B-433E-BE16-09E978CF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47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A20E19-F89C-4A79-B5CC-F79B34811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A464EE-9C9F-4207-B774-14DA4DA3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C2565-78DE-4DE1-8C49-4A2AB088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2D965-1780-4E3D-8A37-8E66C9E9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B04761-4E4B-4D96-8964-249DDBB8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9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D69869-D030-4433-BCF5-9B63ADE6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C21576-0B49-4BAF-A85D-C24938FFD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81691-DC2F-4DF4-B1E7-AFF6CBCD2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B785A-70C5-4FAD-B8D6-E1F9741114B8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B6327-3CBE-4615-B530-2AEC9D1FB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FC6D4-9CC8-458F-ABF1-49A69AFC1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DBE6A-DCC1-4142-86D1-2114A42249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83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48228F-510D-40DA-9958-81F9F8677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79" y="0"/>
            <a:ext cx="11425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6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AFF533A-F137-454D-927E-236B8A5B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44" y="0"/>
            <a:ext cx="11577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059E306-4407-47D5-8ED9-C705DDB3E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8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7A97F32-D94D-4546-BCBA-E3F81CA89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4" y="0"/>
            <a:ext cx="12125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23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01FD3BD-178A-483B-A50D-77E518C2E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840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8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5CC9728-50AD-40C0-A4E2-24098CD23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80" y="240306"/>
            <a:ext cx="11602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5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9733BDA1-5923-43CD-9A39-001644A73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4" y="0"/>
            <a:ext cx="11987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4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C8337ADE-DAAF-4B33-A995-6306BC30B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359"/>
            <a:ext cx="12173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24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A4D4B7FF-6A02-4769-8CC7-E98E821F9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3" y="1580708"/>
            <a:ext cx="12192000" cy="512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0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9846CF43-7BDD-49DF-9646-51D357A15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0" y="515072"/>
            <a:ext cx="6860863" cy="63429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BCF7A06-5C27-4920-86D6-0CD52E110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752" y="515070"/>
            <a:ext cx="4665400" cy="634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1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77F5FA12-63F8-4560-9497-693EA4026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969" y="578165"/>
            <a:ext cx="6354062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34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419D4366-71C2-46AA-99FA-3FF5E0CA2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139" y="0"/>
            <a:ext cx="8715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4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와이드스크린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IIS-IDT-N-0077-U</dc:creator>
  <cp:lastModifiedBy>IIS-IDT-N-0077-U</cp:lastModifiedBy>
  <cp:revision>2</cp:revision>
  <dcterms:created xsi:type="dcterms:W3CDTF">2026-06-10T05:33:28Z</dcterms:created>
  <dcterms:modified xsi:type="dcterms:W3CDTF">2026-06-10T05:43:29Z</dcterms:modified>
</cp:coreProperties>
</file>