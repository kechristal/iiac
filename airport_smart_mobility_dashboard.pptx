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67" r:id="rId3"/>
    <p:sldId id="268" r:id="rId4"/>
    <p:sldId id="265" r:id="rId5"/>
    <p:sldId id="269" r:id="rId6"/>
    <p:sldId id="266" r:id="rId7"/>
    <p:sldId id="270" r:id="rId8"/>
    <p:sldId id="271" r:id="rId9"/>
    <p:sldId id="272" r:id="rId10"/>
    <p:sldId id="264" r:id="rId11"/>
    <p:sldId id="258" r:id="rId12"/>
    <p:sldId id="259" r:id="rId13"/>
    <p:sldId id="260" r:id="rId14"/>
    <p:sldId id="261" r:id="rId15"/>
    <p:sldId id="262" r:id="rId16"/>
    <p:sldId id="256" r:id="rId17"/>
    <p:sldId id="26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870"/>
    <a:srgbClr val="FFEDD5"/>
    <a:srgbClr val="FFFFFF"/>
    <a:srgbClr val="FDEED3"/>
    <a:srgbClr val="DBDBDB"/>
    <a:srgbClr val="CDE2F7"/>
    <a:srgbClr val="C5E6DC"/>
    <a:srgbClr val="FBDBA5"/>
    <a:srgbClr val="D6EEE6"/>
    <a:srgbClr val="DBE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6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2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E1B4B"/>
                </a:solidFill>
                <a:latin typeface="Arial"/>
              </a:rPr>
              <a:t>T1 · CAST vs Xovis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대기인원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CAST</c:v>
                </c:pt>
              </c:strCache>
            </c:strRef>
          </c:tx>
          <c:spPr>
            <a:ln w="25400" cap="flat">
              <a:solidFill>
                <a:srgbClr val="E24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  <c:pt idx="12">
                  <c:v>4</c:v>
                </c:pt>
                <c:pt idx="13">
                  <c:v>5</c:v>
                </c:pt>
                <c:pt idx="14">
                  <c:v>6</c:v>
                </c:pt>
                <c:pt idx="15">
                  <c:v>5</c:v>
                </c:pt>
                <c:pt idx="16">
                  <c:v>4</c:v>
                </c:pt>
                <c:pt idx="17">
                  <c:v>3</c:v>
                </c:pt>
                <c:pt idx="18">
                  <c:v>3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D95-4433-98F9-F8193BD50E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Xovis</c:v>
                </c:pt>
              </c:strCache>
            </c:strRef>
          </c:tx>
          <c:spPr>
            <a:ln w="25400" cap="flat">
              <a:solidFill>
                <a:srgbClr val="378A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8ADD"/>
              </a:solidFill>
              <a:ln w="9525" cap="flat">
                <a:solidFill>
                  <a:srgbClr val="378AD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  <c:pt idx="12">
                  <c:v>4</c:v>
                </c:pt>
                <c:pt idx="13">
                  <c:v>5</c:v>
                </c:pt>
                <c:pt idx="14">
                  <c:v>6</c:v>
                </c:pt>
                <c:pt idx="15">
                  <c:v>5</c:v>
                </c:pt>
                <c:pt idx="16">
                  <c:v>4</c:v>
                </c:pt>
                <c:pt idx="17">
                  <c:v>3</c:v>
                </c:pt>
                <c:pt idx="18">
                  <c:v>3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D95-4433-98F9-F8193BD50E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E1B4B"/>
                </a:solidFill>
                <a:latin typeface="Arial"/>
              </a:rPr>
              <a:t>T2 · CAST vs Xovis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대기인원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CAST</c:v>
                </c:pt>
              </c:strCache>
            </c:strRef>
          </c:tx>
          <c:spPr>
            <a:ln w="25400" cap="flat">
              <a:solidFill>
                <a:srgbClr val="E24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4</c:v>
                </c:pt>
                <c:pt idx="7">
                  <c:v>5</c:v>
                </c:pt>
                <c:pt idx="8">
                  <c:v>6</c:v>
                </c:pt>
                <c:pt idx="9">
                  <c:v>7</c:v>
                </c:pt>
                <c:pt idx="10">
                  <c:v>6</c:v>
                </c:pt>
                <c:pt idx="11">
                  <c:v>5</c:v>
                </c:pt>
                <c:pt idx="12">
                  <c:v>5</c:v>
                </c:pt>
                <c:pt idx="13">
                  <c:v>6</c:v>
                </c:pt>
                <c:pt idx="14">
                  <c:v>7</c:v>
                </c:pt>
                <c:pt idx="15">
                  <c:v>6</c:v>
                </c:pt>
                <c:pt idx="16">
                  <c:v>5</c:v>
                </c:pt>
                <c:pt idx="17">
                  <c:v>4</c:v>
                </c:pt>
                <c:pt idx="18">
                  <c:v>3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8B8-4D4C-9726-BD19606B96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Xovis</c:v>
                </c:pt>
              </c:strCache>
            </c:strRef>
          </c:tx>
          <c:spPr>
            <a:ln w="25400" cap="flat">
              <a:solidFill>
                <a:srgbClr val="378A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8ADD"/>
              </a:solidFill>
              <a:ln w="9525" cap="flat">
                <a:solidFill>
                  <a:srgbClr val="378AD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4</c:v>
                </c:pt>
                <c:pt idx="7">
                  <c:v>5</c:v>
                </c:pt>
                <c:pt idx="8">
                  <c:v>6</c:v>
                </c:pt>
                <c:pt idx="9">
                  <c:v>7</c:v>
                </c:pt>
                <c:pt idx="10">
                  <c:v>6</c:v>
                </c:pt>
                <c:pt idx="11">
                  <c:v>5</c:v>
                </c:pt>
                <c:pt idx="12">
                  <c:v>5</c:v>
                </c:pt>
                <c:pt idx="13">
                  <c:v>6</c:v>
                </c:pt>
                <c:pt idx="14">
                  <c:v>7</c:v>
                </c:pt>
                <c:pt idx="15">
                  <c:v>6</c:v>
                </c:pt>
                <c:pt idx="16">
                  <c:v>5</c:v>
                </c:pt>
                <c:pt idx="17">
                  <c:v>4</c:v>
                </c:pt>
                <c:pt idx="18">
                  <c:v>3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8B8-4D4C-9726-BD19606B96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출국장 시간대별 대기인원 </a:t>
            </a:r>
            <a:r>
              <a:rPr lang="en-US" altLang="ko-KR" sz="900" b="0" i="0" u="none" strike="noStrike">
                <a:solidFill>
                  <a:srgbClr val="1E1B4B"/>
                </a:solidFill>
                <a:latin typeface="Arial"/>
              </a:rPr>
              <a:t>·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대기시간 예측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T1 대기인원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12</c:v>
                </c:pt>
                <c:pt idx="2">
                  <c:v>22</c:v>
                </c:pt>
                <c:pt idx="3">
                  <c:v>28</c:v>
                </c:pt>
                <c:pt idx="4">
                  <c:v>26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83-4413-B12F-721A606DF3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T2 대기인원</c:v>
                </c:pt>
              </c:strCache>
            </c:strRef>
          </c:tx>
          <c:spPr>
            <a:solidFill>
              <a:srgbClr val="A5A0E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14</c:v>
                </c:pt>
                <c:pt idx="2">
                  <c:v>24</c:v>
                </c:pt>
                <c:pt idx="3">
                  <c:v>30</c:v>
                </c:pt>
                <c:pt idx="4">
                  <c:v>28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83-4413-B12F-721A606DF3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T1 대기시간(분)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83-4413-B12F-721A606DF33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T2 대기시간(분)</c:v>
                </c:pt>
              </c:strCache>
            </c:strRef>
          </c:tx>
          <c:spPr>
            <a:solidFill>
              <a:srgbClr val="63C4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7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83-4413-B12F-721A606DF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E1B4B"/>
                </a:solidFill>
                <a:latin typeface="Arial"/>
              </a:rPr>
              <a:t>T1 · CAST vs Xovis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대기인원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CAST</c:v>
                </c:pt>
              </c:strCache>
            </c:strRef>
          </c:tx>
          <c:spPr>
            <a:ln w="25400" cap="flat">
              <a:solidFill>
                <a:srgbClr val="E24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8</c:v>
                </c:pt>
                <c:pt idx="6">
                  <c:v>18</c:v>
                </c:pt>
                <c:pt idx="7">
                  <c:v>24</c:v>
                </c:pt>
                <c:pt idx="8">
                  <c:v>22</c:v>
                </c:pt>
                <c:pt idx="9">
                  <c:v>18</c:v>
                </c:pt>
                <c:pt idx="10">
                  <c:v>15</c:v>
                </c:pt>
                <c:pt idx="11">
                  <c:v>14</c:v>
                </c:pt>
                <c:pt idx="12">
                  <c:v>16</c:v>
                </c:pt>
                <c:pt idx="13">
                  <c:v>20</c:v>
                </c:pt>
                <c:pt idx="14">
                  <c:v>22</c:v>
                </c:pt>
                <c:pt idx="15">
                  <c:v>20</c:v>
                </c:pt>
                <c:pt idx="16">
                  <c:v>17</c:v>
                </c:pt>
                <c:pt idx="17">
                  <c:v>13</c:v>
                </c:pt>
                <c:pt idx="18">
                  <c:v>10</c:v>
                </c:pt>
                <c:pt idx="19">
                  <c:v>7</c:v>
                </c:pt>
                <c:pt idx="20">
                  <c:v>5</c:v>
                </c:pt>
                <c:pt idx="21">
                  <c:v>4</c:v>
                </c:pt>
                <c:pt idx="22">
                  <c:v>3</c:v>
                </c:pt>
                <c:pt idx="2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49B-451E-AB7A-2DB2117CBD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Xovis</c:v>
                </c:pt>
              </c:strCache>
            </c:strRef>
          </c:tx>
          <c:spPr>
            <a:ln w="25400" cap="flat">
              <a:solidFill>
                <a:srgbClr val="378A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8ADD"/>
              </a:solidFill>
              <a:ln w="9525" cap="flat">
                <a:solidFill>
                  <a:srgbClr val="378AD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8</c:v>
                </c:pt>
                <c:pt idx="6">
                  <c:v>17</c:v>
                </c:pt>
                <c:pt idx="7">
                  <c:v>23</c:v>
                </c:pt>
                <c:pt idx="8">
                  <c:v>21</c:v>
                </c:pt>
                <c:pt idx="9">
                  <c:v>17</c:v>
                </c:pt>
                <c:pt idx="10">
                  <c:v>14</c:v>
                </c:pt>
                <c:pt idx="11">
                  <c:v>13</c:v>
                </c:pt>
                <c:pt idx="12">
                  <c:v>15</c:v>
                </c:pt>
                <c:pt idx="13">
                  <c:v>19</c:v>
                </c:pt>
                <c:pt idx="14">
                  <c:v>21</c:v>
                </c:pt>
                <c:pt idx="15">
                  <c:v>19</c:v>
                </c:pt>
                <c:pt idx="16">
                  <c:v>16</c:v>
                </c:pt>
                <c:pt idx="17">
                  <c:v>12</c:v>
                </c:pt>
                <c:pt idx="18">
                  <c:v>9</c:v>
                </c:pt>
                <c:pt idx="19">
                  <c:v>6</c:v>
                </c:pt>
                <c:pt idx="20">
                  <c:v>4</c:v>
                </c:pt>
                <c:pt idx="21">
                  <c:v>3</c:v>
                </c:pt>
                <c:pt idx="22">
                  <c:v>2</c:v>
                </c:pt>
                <c:pt idx="2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49B-451E-AB7A-2DB2117CBD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E1B4B"/>
                </a:solidFill>
                <a:latin typeface="Arial"/>
              </a:rPr>
              <a:t>T2 · CAST vs Xovis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대기인원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CAST</c:v>
                </c:pt>
              </c:strCache>
            </c:strRef>
          </c:tx>
          <c:spPr>
            <a:ln w="25400" cap="flat">
              <a:solidFill>
                <a:srgbClr val="E24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5</c:v>
                </c:pt>
                <c:pt idx="5">
                  <c:v>9</c:v>
                </c:pt>
                <c:pt idx="6">
                  <c:v>19</c:v>
                </c:pt>
                <c:pt idx="7">
                  <c:v>26</c:v>
                </c:pt>
                <c:pt idx="8">
                  <c:v>24</c:v>
                </c:pt>
                <c:pt idx="9">
                  <c:v>20</c:v>
                </c:pt>
                <c:pt idx="10">
                  <c:v>17</c:v>
                </c:pt>
                <c:pt idx="11">
                  <c:v>16</c:v>
                </c:pt>
                <c:pt idx="12">
                  <c:v>18</c:v>
                </c:pt>
                <c:pt idx="13">
                  <c:v>22</c:v>
                </c:pt>
                <c:pt idx="14">
                  <c:v>24</c:v>
                </c:pt>
                <c:pt idx="15">
                  <c:v>22</c:v>
                </c:pt>
                <c:pt idx="16">
                  <c:v>19</c:v>
                </c:pt>
                <c:pt idx="17">
                  <c:v>14</c:v>
                </c:pt>
                <c:pt idx="18">
                  <c:v>11</c:v>
                </c:pt>
                <c:pt idx="19">
                  <c:v>8</c:v>
                </c:pt>
                <c:pt idx="20">
                  <c:v>6</c:v>
                </c:pt>
                <c:pt idx="21">
                  <c:v>5</c:v>
                </c:pt>
                <c:pt idx="22">
                  <c:v>4</c:v>
                </c:pt>
                <c:pt idx="23">
                  <c:v>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09F-41C6-940B-93D43CA138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Xovis</c:v>
                </c:pt>
              </c:strCache>
            </c:strRef>
          </c:tx>
          <c:spPr>
            <a:ln w="25400" cap="flat">
              <a:solidFill>
                <a:srgbClr val="378A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8ADD"/>
              </a:solidFill>
              <a:ln w="9525" cap="flat">
                <a:solidFill>
                  <a:srgbClr val="378AD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5</c:v>
                </c:pt>
                <c:pt idx="5">
                  <c:v>9</c:v>
                </c:pt>
                <c:pt idx="6">
                  <c:v>18</c:v>
                </c:pt>
                <c:pt idx="7">
                  <c:v>25</c:v>
                </c:pt>
                <c:pt idx="8">
                  <c:v>23</c:v>
                </c:pt>
                <c:pt idx="9">
                  <c:v>19</c:v>
                </c:pt>
                <c:pt idx="10">
                  <c:v>16</c:v>
                </c:pt>
                <c:pt idx="11">
                  <c:v>15</c:v>
                </c:pt>
                <c:pt idx="12">
                  <c:v>17</c:v>
                </c:pt>
                <c:pt idx="13">
                  <c:v>21</c:v>
                </c:pt>
                <c:pt idx="14">
                  <c:v>23</c:v>
                </c:pt>
                <c:pt idx="15">
                  <c:v>21</c:v>
                </c:pt>
                <c:pt idx="16">
                  <c:v>18</c:v>
                </c:pt>
                <c:pt idx="17">
                  <c:v>13</c:v>
                </c:pt>
                <c:pt idx="18">
                  <c:v>10</c:v>
                </c:pt>
                <c:pt idx="19">
                  <c:v>7</c:v>
                </c:pt>
                <c:pt idx="20">
                  <c:v>5</c:v>
                </c:pt>
                <c:pt idx="21">
                  <c:v>4</c:v>
                </c:pt>
                <c:pt idx="22">
                  <c:v>3</c:v>
                </c:pt>
                <c:pt idx="2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09F-41C6-940B-93D43CA13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출국장 시간대별 대기인원 </a:t>
            </a:r>
            <a:r>
              <a:rPr lang="en-US" altLang="ko-KR" sz="900" b="0" i="0" u="none" strike="noStrike">
                <a:solidFill>
                  <a:srgbClr val="1E1B4B"/>
                </a:solidFill>
                <a:latin typeface="Arial"/>
              </a:rPr>
              <a:t>·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대기시간 예측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T1 대기인원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20</c:v>
                </c:pt>
                <c:pt idx="2">
                  <c:v>38</c:v>
                </c:pt>
                <c:pt idx="3">
                  <c:v>45</c:v>
                </c:pt>
                <c:pt idx="4">
                  <c:v>40</c:v>
                </c:pt>
                <c:pt idx="5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41-4F89-9B8F-F83537E08E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T2 대기인원</c:v>
                </c:pt>
              </c:strCache>
            </c:strRef>
          </c:tx>
          <c:spPr>
            <a:solidFill>
              <a:srgbClr val="A5A0E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</c:v>
                </c:pt>
                <c:pt idx="1">
                  <c:v>24</c:v>
                </c:pt>
                <c:pt idx="2">
                  <c:v>42</c:v>
                </c:pt>
                <c:pt idx="3">
                  <c:v>50</c:v>
                </c:pt>
                <c:pt idx="4">
                  <c:v>44</c:v>
                </c:pt>
                <c:pt idx="5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41-4F89-9B8F-F83537E08E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T1 대기시간(분)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10</c:v>
                </c:pt>
                <c:pt idx="4">
                  <c:v>9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41-4F89-9B8F-F83537E08E0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T2 대기시간(분)</c:v>
                </c:pt>
              </c:strCache>
            </c:strRef>
          </c:tx>
          <c:spPr>
            <a:solidFill>
              <a:srgbClr val="63C4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11</c:v>
                </c:pt>
                <c:pt idx="4">
                  <c:v>10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041-4F89-9B8F-F83537E08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E1B4B"/>
                </a:solidFill>
                <a:latin typeface="Arial"/>
              </a:rPr>
              <a:t>T1 · CAST vs Xovis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대기인원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CAST</c:v>
                </c:pt>
              </c:strCache>
            </c:strRef>
          </c:tx>
          <c:spPr>
            <a:ln w="25400" cap="flat">
              <a:solidFill>
                <a:srgbClr val="E24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6</c:v>
                </c:pt>
                <c:pt idx="6">
                  <c:v>12</c:v>
                </c:pt>
                <c:pt idx="7">
                  <c:v>18</c:v>
                </c:pt>
                <c:pt idx="8">
                  <c:v>22</c:v>
                </c:pt>
                <c:pt idx="9">
                  <c:v>26</c:v>
                </c:pt>
                <c:pt idx="10">
                  <c:v>24</c:v>
                </c:pt>
                <c:pt idx="11">
                  <c:v>21</c:v>
                </c:pt>
                <c:pt idx="12">
                  <c:v>19</c:v>
                </c:pt>
                <c:pt idx="13">
                  <c:v>22</c:v>
                </c:pt>
                <c:pt idx="14">
                  <c:v>25</c:v>
                </c:pt>
                <c:pt idx="15">
                  <c:v>24</c:v>
                </c:pt>
                <c:pt idx="16">
                  <c:v>20</c:v>
                </c:pt>
                <c:pt idx="17">
                  <c:v>16</c:v>
                </c:pt>
                <c:pt idx="18">
                  <c:v>12</c:v>
                </c:pt>
                <c:pt idx="19">
                  <c:v>9</c:v>
                </c:pt>
                <c:pt idx="20">
                  <c:v>6</c:v>
                </c:pt>
                <c:pt idx="21">
                  <c:v>4</c:v>
                </c:pt>
                <c:pt idx="22">
                  <c:v>3</c:v>
                </c:pt>
                <c:pt idx="2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549-4BB2-A5AC-166F1C3A39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Xovis</c:v>
                </c:pt>
              </c:strCache>
            </c:strRef>
          </c:tx>
          <c:spPr>
            <a:ln w="25400" cap="flat">
              <a:solidFill>
                <a:srgbClr val="378A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8ADD"/>
              </a:solidFill>
              <a:ln w="9525" cap="flat">
                <a:solidFill>
                  <a:srgbClr val="378AD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6</c:v>
                </c:pt>
                <c:pt idx="6">
                  <c:v>12</c:v>
                </c:pt>
                <c:pt idx="7">
                  <c:v>17</c:v>
                </c:pt>
                <c:pt idx="8">
                  <c:v>21</c:v>
                </c:pt>
                <c:pt idx="9">
                  <c:v>25</c:v>
                </c:pt>
                <c:pt idx="10">
                  <c:v>23</c:v>
                </c:pt>
                <c:pt idx="11">
                  <c:v>20</c:v>
                </c:pt>
                <c:pt idx="12">
                  <c:v>18</c:v>
                </c:pt>
                <c:pt idx="13">
                  <c:v>21</c:v>
                </c:pt>
                <c:pt idx="14">
                  <c:v>24</c:v>
                </c:pt>
                <c:pt idx="15">
                  <c:v>23</c:v>
                </c:pt>
                <c:pt idx="16">
                  <c:v>19</c:v>
                </c:pt>
                <c:pt idx="17">
                  <c:v>15</c:v>
                </c:pt>
                <c:pt idx="18">
                  <c:v>11</c:v>
                </c:pt>
                <c:pt idx="19">
                  <c:v>8</c:v>
                </c:pt>
                <c:pt idx="20">
                  <c:v>5</c:v>
                </c:pt>
                <c:pt idx="21">
                  <c:v>3</c:v>
                </c:pt>
                <c:pt idx="22">
                  <c:v>2</c:v>
                </c:pt>
                <c:pt idx="2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549-4BB2-A5AC-166F1C3A39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E1B4B"/>
                </a:solidFill>
                <a:latin typeface="Arial"/>
              </a:rPr>
              <a:t>T2 · CAST vs Xovis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대기인원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CAST</c:v>
                </c:pt>
              </c:strCache>
            </c:strRef>
          </c:tx>
          <c:spPr>
            <a:ln w="25400" cap="flat">
              <a:solidFill>
                <a:srgbClr val="E24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7</c:v>
                </c:pt>
                <c:pt idx="6">
                  <c:v>14</c:v>
                </c:pt>
                <c:pt idx="7">
                  <c:v>20</c:v>
                </c:pt>
                <c:pt idx="8">
                  <c:v>24</c:v>
                </c:pt>
                <c:pt idx="9">
                  <c:v>28</c:v>
                </c:pt>
                <c:pt idx="10">
                  <c:v>26</c:v>
                </c:pt>
                <c:pt idx="11">
                  <c:v>23</c:v>
                </c:pt>
                <c:pt idx="12">
                  <c:v>21</c:v>
                </c:pt>
                <c:pt idx="13">
                  <c:v>24</c:v>
                </c:pt>
                <c:pt idx="14">
                  <c:v>27</c:v>
                </c:pt>
                <c:pt idx="15">
                  <c:v>26</c:v>
                </c:pt>
                <c:pt idx="16">
                  <c:v>22</c:v>
                </c:pt>
                <c:pt idx="17">
                  <c:v>18</c:v>
                </c:pt>
                <c:pt idx="18">
                  <c:v>14</c:v>
                </c:pt>
                <c:pt idx="19">
                  <c:v>10</c:v>
                </c:pt>
                <c:pt idx="20">
                  <c:v>7</c:v>
                </c:pt>
                <c:pt idx="21">
                  <c:v>5</c:v>
                </c:pt>
                <c:pt idx="22">
                  <c:v>4</c:v>
                </c:pt>
                <c:pt idx="23">
                  <c:v>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816-49C5-AD44-6AF85BC7EA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Xovis</c:v>
                </c:pt>
              </c:strCache>
            </c:strRef>
          </c:tx>
          <c:spPr>
            <a:ln w="25400" cap="flat">
              <a:solidFill>
                <a:srgbClr val="378A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8ADD"/>
              </a:solidFill>
              <a:ln w="9525" cap="flat">
                <a:solidFill>
                  <a:srgbClr val="378AD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7</c:v>
                </c:pt>
                <c:pt idx="6">
                  <c:v>13</c:v>
                </c:pt>
                <c:pt idx="7">
                  <c:v>19</c:v>
                </c:pt>
                <c:pt idx="8">
                  <c:v>23</c:v>
                </c:pt>
                <c:pt idx="9">
                  <c:v>27</c:v>
                </c:pt>
                <c:pt idx="10">
                  <c:v>25</c:v>
                </c:pt>
                <c:pt idx="11">
                  <c:v>22</c:v>
                </c:pt>
                <c:pt idx="12">
                  <c:v>20</c:v>
                </c:pt>
                <c:pt idx="13">
                  <c:v>23</c:v>
                </c:pt>
                <c:pt idx="14">
                  <c:v>26</c:v>
                </c:pt>
                <c:pt idx="15">
                  <c:v>25</c:v>
                </c:pt>
                <c:pt idx="16">
                  <c:v>21</c:v>
                </c:pt>
                <c:pt idx="17">
                  <c:v>17</c:v>
                </c:pt>
                <c:pt idx="18">
                  <c:v>13</c:v>
                </c:pt>
                <c:pt idx="19">
                  <c:v>9</c:v>
                </c:pt>
                <c:pt idx="20">
                  <c:v>6</c:v>
                </c:pt>
                <c:pt idx="21">
                  <c:v>4</c:v>
                </c:pt>
                <c:pt idx="22">
                  <c:v>3</c:v>
                </c:pt>
                <c:pt idx="2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816-49C5-AD44-6AF85BC7E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출국장 시간대별 대기인원 </a:t>
            </a:r>
            <a:r>
              <a:rPr lang="en-US" altLang="ko-KR" sz="900" b="0" i="0" u="none" strike="noStrike">
                <a:solidFill>
                  <a:srgbClr val="1E1B4B"/>
                </a:solidFill>
                <a:latin typeface="Arial"/>
              </a:rPr>
              <a:t>·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대기시간 예측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T1 대기인원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18</c:v>
                </c:pt>
                <c:pt idx="2">
                  <c:v>35</c:v>
                </c:pt>
                <c:pt idx="3">
                  <c:v>50</c:v>
                </c:pt>
                <c:pt idx="4">
                  <c:v>48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1B-4A77-9A76-CFD9B426FE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T2 대기인원</c:v>
                </c:pt>
              </c:strCache>
            </c:strRef>
          </c:tx>
          <c:spPr>
            <a:solidFill>
              <a:srgbClr val="A5A0E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</c:v>
                </c:pt>
                <c:pt idx="1">
                  <c:v>20</c:v>
                </c:pt>
                <c:pt idx="2">
                  <c:v>38</c:v>
                </c:pt>
                <c:pt idx="3">
                  <c:v>54</c:v>
                </c:pt>
                <c:pt idx="4">
                  <c:v>52</c:v>
                </c:pt>
                <c:pt idx="5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1B-4A77-9A76-CFD9B426FE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T1 대기시간(분)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7</c:v>
                </c:pt>
                <c:pt idx="3">
                  <c:v>12</c:v>
                </c:pt>
                <c:pt idx="4">
                  <c:v>11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1B-4A77-9A76-CFD9B426FE4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T2 대기시간(분)</c:v>
                </c:pt>
              </c:strCache>
            </c:strRef>
          </c:tx>
          <c:spPr>
            <a:solidFill>
              <a:srgbClr val="63C4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13</c:v>
                </c:pt>
                <c:pt idx="4">
                  <c:v>12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D1B-4A77-9A76-CFD9B426FE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E1B4B"/>
                </a:solidFill>
                <a:latin typeface="Arial"/>
              </a:rPr>
              <a:t>T1 · CAST vs Xovis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대기인원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CAST</c:v>
                </c:pt>
              </c:strCache>
            </c:strRef>
          </c:tx>
          <c:spPr>
            <a:ln w="25400" cap="flat">
              <a:solidFill>
                <a:srgbClr val="E24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5</c:v>
                </c:pt>
                <c:pt idx="6">
                  <c:v>10</c:v>
                </c:pt>
                <c:pt idx="7">
                  <c:v>16</c:v>
                </c:pt>
                <c:pt idx="8">
                  <c:v>20</c:v>
                </c:pt>
                <c:pt idx="9">
                  <c:v>24</c:v>
                </c:pt>
                <c:pt idx="10">
                  <c:v>28</c:v>
                </c:pt>
                <c:pt idx="11">
                  <c:v>24</c:v>
                </c:pt>
                <c:pt idx="12">
                  <c:v>20</c:v>
                </c:pt>
                <c:pt idx="13">
                  <c:v>18</c:v>
                </c:pt>
                <c:pt idx="14">
                  <c:v>20</c:v>
                </c:pt>
                <c:pt idx="15">
                  <c:v>22</c:v>
                </c:pt>
                <c:pt idx="16">
                  <c:v>20</c:v>
                </c:pt>
                <c:pt idx="17">
                  <c:v>17</c:v>
                </c:pt>
                <c:pt idx="18">
                  <c:v>13</c:v>
                </c:pt>
                <c:pt idx="19">
                  <c:v>9</c:v>
                </c:pt>
                <c:pt idx="20">
                  <c:v>6</c:v>
                </c:pt>
                <c:pt idx="21">
                  <c:v>4</c:v>
                </c:pt>
                <c:pt idx="22">
                  <c:v>3</c:v>
                </c:pt>
                <c:pt idx="2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37D-4285-B05B-E422D200DF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Xovis</c:v>
                </c:pt>
              </c:strCache>
            </c:strRef>
          </c:tx>
          <c:spPr>
            <a:ln w="25400" cap="flat">
              <a:solidFill>
                <a:srgbClr val="378A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8ADD"/>
              </a:solidFill>
              <a:ln w="9525" cap="flat">
                <a:solidFill>
                  <a:srgbClr val="378AD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5</c:v>
                </c:pt>
                <c:pt idx="6">
                  <c:v>10</c:v>
                </c:pt>
                <c:pt idx="7">
                  <c:v>15</c:v>
                </c:pt>
                <c:pt idx="8">
                  <c:v>19</c:v>
                </c:pt>
                <c:pt idx="9">
                  <c:v>23</c:v>
                </c:pt>
                <c:pt idx="10">
                  <c:v>27</c:v>
                </c:pt>
                <c:pt idx="11">
                  <c:v>23</c:v>
                </c:pt>
                <c:pt idx="12">
                  <c:v>19</c:v>
                </c:pt>
                <c:pt idx="13">
                  <c:v>17</c:v>
                </c:pt>
                <c:pt idx="14">
                  <c:v>19</c:v>
                </c:pt>
                <c:pt idx="15">
                  <c:v>21</c:v>
                </c:pt>
                <c:pt idx="16">
                  <c:v>19</c:v>
                </c:pt>
                <c:pt idx="17">
                  <c:v>16</c:v>
                </c:pt>
                <c:pt idx="18">
                  <c:v>12</c:v>
                </c:pt>
                <c:pt idx="19">
                  <c:v>8</c:v>
                </c:pt>
                <c:pt idx="20">
                  <c:v>5</c:v>
                </c:pt>
                <c:pt idx="21">
                  <c:v>3</c:v>
                </c:pt>
                <c:pt idx="22">
                  <c:v>2</c:v>
                </c:pt>
                <c:pt idx="2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37D-4285-B05B-E422D200D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E1B4B"/>
                </a:solidFill>
                <a:latin typeface="Arial"/>
              </a:rPr>
              <a:t>T2 · CAST vs Xovis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대기인원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CAST</c:v>
                </c:pt>
              </c:strCache>
            </c:strRef>
          </c:tx>
          <c:spPr>
            <a:ln w="25400" cap="flat">
              <a:solidFill>
                <a:srgbClr val="E24B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12</c:v>
                </c:pt>
                <c:pt idx="7">
                  <c:v>18</c:v>
                </c:pt>
                <c:pt idx="8">
                  <c:v>22</c:v>
                </c:pt>
                <c:pt idx="9">
                  <c:v>26</c:v>
                </c:pt>
                <c:pt idx="10">
                  <c:v>30</c:v>
                </c:pt>
                <c:pt idx="11">
                  <c:v>26</c:v>
                </c:pt>
                <c:pt idx="12">
                  <c:v>22</c:v>
                </c:pt>
                <c:pt idx="13">
                  <c:v>20</c:v>
                </c:pt>
                <c:pt idx="14">
                  <c:v>22</c:v>
                </c:pt>
                <c:pt idx="15">
                  <c:v>24</c:v>
                </c:pt>
                <c:pt idx="16">
                  <c:v>22</c:v>
                </c:pt>
                <c:pt idx="17">
                  <c:v>19</c:v>
                </c:pt>
                <c:pt idx="18">
                  <c:v>14</c:v>
                </c:pt>
                <c:pt idx="19">
                  <c:v>10</c:v>
                </c:pt>
                <c:pt idx="20">
                  <c:v>7</c:v>
                </c:pt>
                <c:pt idx="21">
                  <c:v>5</c:v>
                </c:pt>
                <c:pt idx="22">
                  <c:v>3</c:v>
                </c:pt>
                <c:pt idx="2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F78-4581-A1D5-2450290B43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Xovis</c:v>
                </c:pt>
              </c:strCache>
            </c:strRef>
          </c:tx>
          <c:spPr>
            <a:ln w="25400" cap="flat">
              <a:solidFill>
                <a:srgbClr val="378A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8ADD"/>
              </a:solidFill>
              <a:ln w="9525" cap="flat">
                <a:solidFill>
                  <a:srgbClr val="378AD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11</c:v>
                </c:pt>
                <c:pt idx="7">
                  <c:v>17</c:v>
                </c:pt>
                <c:pt idx="8">
                  <c:v>21</c:v>
                </c:pt>
                <c:pt idx="9">
                  <c:v>25</c:v>
                </c:pt>
                <c:pt idx="10">
                  <c:v>29</c:v>
                </c:pt>
                <c:pt idx="11">
                  <c:v>25</c:v>
                </c:pt>
                <c:pt idx="12">
                  <c:v>21</c:v>
                </c:pt>
                <c:pt idx="13">
                  <c:v>19</c:v>
                </c:pt>
                <c:pt idx="14">
                  <c:v>21</c:v>
                </c:pt>
                <c:pt idx="15">
                  <c:v>23</c:v>
                </c:pt>
                <c:pt idx="16">
                  <c:v>21</c:v>
                </c:pt>
                <c:pt idx="17">
                  <c:v>18</c:v>
                </c:pt>
                <c:pt idx="18">
                  <c:v>13</c:v>
                </c:pt>
                <c:pt idx="19">
                  <c:v>9</c:v>
                </c:pt>
                <c:pt idx="20">
                  <c:v>6</c:v>
                </c:pt>
                <c:pt idx="21">
                  <c:v>4</c:v>
                </c:pt>
                <c:pt idx="22">
                  <c:v>3</c:v>
                </c:pt>
                <c:pt idx="2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F78-4581-A1D5-2450290B43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출국장 시간대별 대기인원 </a:t>
            </a:r>
            <a:r>
              <a:rPr lang="en-US" altLang="ko-KR" sz="900" b="0" i="0" u="none" strike="noStrike">
                <a:solidFill>
                  <a:srgbClr val="1E1B4B"/>
                </a:solidFill>
                <a:latin typeface="Arial"/>
              </a:rPr>
              <a:t>· </a:t>
            </a:r>
            <a:r>
              <a:rPr lang="ko-KR" altLang="en-US" sz="900" b="0" i="0" u="none" strike="noStrike">
                <a:solidFill>
                  <a:srgbClr val="1E1B4B"/>
                </a:solidFill>
                <a:latin typeface="Arial"/>
              </a:rPr>
              <a:t>대기시간 예측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T1 대기인원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16</c:v>
                </c:pt>
                <c:pt idx="2">
                  <c:v>32</c:v>
                </c:pt>
                <c:pt idx="3">
                  <c:v>46</c:v>
                </c:pt>
                <c:pt idx="4">
                  <c:v>44</c:v>
                </c:pt>
                <c:pt idx="5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7-4ED6-ABC2-EE2954B2FC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T2 대기인원</c:v>
                </c:pt>
              </c:strCache>
            </c:strRef>
          </c:tx>
          <c:spPr>
            <a:solidFill>
              <a:srgbClr val="A5A0E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</c:v>
                </c:pt>
                <c:pt idx="1">
                  <c:v>19</c:v>
                </c:pt>
                <c:pt idx="2">
                  <c:v>35</c:v>
                </c:pt>
                <c:pt idx="3">
                  <c:v>50</c:v>
                </c:pt>
                <c:pt idx="4">
                  <c:v>48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37-4ED6-ABC2-EE2954B2FC1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T1 대기시간(분)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37-4ED6-ABC2-EE2954B2FC1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T2 대기시간(분)</c:v>
                </c:pt>
              </c:strCache>
            </c:strRef>
          </c:tx>
          <c:spPr>
            <a:solidFill>
              <a:srgbClr val="63C4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7</c:v>
                </c:pt>
                <c:pt idx="3">
                  <c:v>11</c:v>
                </c:pt>
                <c:pt idx="4">
                  <c:v>10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37-4ED6-ABC2-EE2954B2FC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573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네 개의 주요 기능 탭으로 구성됩니다: 맵 현황, 체크인카운터, 셀프체크인/백드롭, 출국장 모니터링.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2D643-DA11-03D0-8D69-A458AEA6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8B5CB-786D-6FCA-1E06-C86718D4F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7AC29-6BEA-0643-C569-7D09E6C0E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네 개의 주요 기능 탭으로 구성됩니다: 맵 현황, 체크인카운터, 셀프체크인/백드롭, 출국장 모니터링.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7D8F2-FBD8-E8C6-3792-25B792F3F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21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B2011-4E9B-11A0-5090-5D316E200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00EC4-B571-398F-96D0-759EFFB88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8BC51-7C7F-3397-5B55-06806FE26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네 개의 주요 기능 탭으로 구성됩니다: 맵 현황, 체크인카운터, 셀프체크인/백드롭, 출국장 모니터링.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FA278-E10B-661E-BE55-949A28C41C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37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46D61-8FD8-9131-49FE-622214113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63C886-997C-FAD8-5A75-61BC6A68A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9626C-1FAF-ED19-ED43-AE4B7E10D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네 개의 주요 기능 탭으로 구성됩니다: 맵 현황, 체크인카운터, 셀프체크인/백드롭, 출국장 모니터링.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B9ADF-77A8-8204-583F-C1C3B14FF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0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99D57-2506-D07B-2FE0-1A7DB94EC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286AF-1DA1-8B67-98FB-9871AFD52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F70F5-745D-12C6-78CE-269549430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네 개의 주요 기능 탭으로 구성됩니다: 맵 현황, 체크인카운터, 셀프체크인/백드롭, 출국장 모니터링.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1E7B1-0802-82F2-1991-9BFCD341C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08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65CE-850A-6534-5D9A-FEA64730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56A87-8152-3F33-FB13-850B327DC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B79C4-4359-031B-A3BB-AC810287F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네 개의 주요 기능 탭으로 구성됩니다: 맵 현황, 체크인카운터, 셀프체크인/백드롭, 출국장 모니터링.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5308C-6F0C-B7DF-0608-E65DBED0C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93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C1C91-0707-A752-923D-6F40248D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46D1B-1CC8-F4C2-BD75-7742B4FCE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5DA6D-A33A-BBB7-A75E-8DB1F506C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네 개의 주요 기능 탭으로 구성됩니다: 맵 현황, 체크인카운터, 셀프체크인/백드롭, 출국장 모니터링.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166CF-74AB-4F10-6152-EB13399DA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9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E7A6E-2A35-BF42-919C-9C57A5BC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280AB-7BE9-F35D-8D83-B84A2EE7E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8B159-459F-DDD5-F876-FB80FE869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네 개의 주요 기능 탭으로 구성됩니다: 맵 현황, 체크인카운터, 셀프체크인/백드롭, 출국장 모니터링.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493F7-BB36-F65F-9EB7-1DD5A770DD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0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7EDE4-2904-2EA0-D15C-53418E00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8C0E2-62E5-5144-D160-5B647AB42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1A6E8-B7DD-622A-DB71-B25634AF4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네 개의 주요 기능 탭으로 구성됩니다: 맵 현황, 체크인카운터, 셀프체크인/백드롭, 출국장 모니터링.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1D330-F113-020F-E31E-73E699C084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9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3D2DA-4283-0FAC-C0A0-2F7DA662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621E0-E6DC-B312-6BFB-49A08F82B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EB0DB-E03B-9203-4E56-D9DF3B67C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네 개의 주요 기능 탭으로 구성됩니다: 맵 현황, 체크인카운터, 셀프체크인/백드롭, 출국장 모니터링.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4D002-FA5B-851D-5035-F7CA989A5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6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시나리오 1: 여객 최소: 운항편수 42편, 총 여객 3,100명. T1: 1,200명 / T2: 1,900명. 알림: 모든 구역 원활 — 대기 시간 정상 수준입니다.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시나리오 2: 체크인 혼잡: 운항편수 86편, 총 여객 7,800명. T1: 3,500명 / T2: 4,300명. 알림: 체크인카운터 혼잡 — T1 A아일랜드, T2 B아일랜드 대기 급증 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시나리오 3: 출국장 혼잡: 운항편수 78편, 총 여객 7,200명. T1: 3,100명 / T2: 4,100명. 알림: 출국장 혼잡 — T1 2번, T2 1번 게이트 대기인원 100명 초과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시나리오 4: 보안검색 혼잡: 운항편수 72편, 총 여객 6,800명. T1: 3,000명 / T2: 3,800명. 알림: 보안검색대 혼잡 — 대기 시간 14분 초과. 추가 레인 개방 권고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 시나리오 요약 비교입니다. 각 시나리오별 핵심 지표와 운영 권고사항을 정리했습니다.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 개요 슬라이드입니다. T1/T2 터미널에 대한 4개 시나리오 모니터링 데모입니다.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슬라이드입니다. 스마트 모빌리티 시스템의 핵심 가치와 기대 효과를 정리했습니다.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70E3782A-8751-0B9E-1902-04F0EED40800}"/>
              </a:ext>
            </a:extLst>
          </p:cNvPr>
          <p:cNvGrpSpPr/>
          <p:nvPr/>
        </p:nvGrpSpPr>
        <p:grpSpPr>
          <a:xfrm>
            <a:off x="0" y="-23610"/>
            <a:ext cx="9144000" cy="683849"/>
            <a:chOff x="3464784" y="490439"/>
            <a:chExt cx="1644469" cy="489798"/>
          </a:xfrm>
        </p:grpSpPr>
        <p:sp>
          <p:nvSpPr>
            <p:cNvPr id="356" name="Shape 4">
              <a:extLst>
                <a:ext uri="{FF2B5EF4-FFF2-40B4-BE49-F238E27FC236}">
                  <a16:creationId xmlns:a16="http://schemas.microsoft.com/office/drawing/2014/main" id="{8460BDA6-262E-D0AC-3698-C488DD5B503B}"/>
                </a:ext>
              </a:extLst>
            </p:cNvPr>
            <p:cNvSpPr/>
            <p:nvPr/>
          </p:nvSpPr>
          <p:spPr>
            <a:xfrm>
              <a:off x="3464784" y="490439"/>
              <a:ext cx="1644469" cy="4897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57" name="Text 5">
              <a:extLst>
                <a:ext uri="{FF2B5EF4-FFF2-40B4-BE49-F238E27FC236}">
                  <a16:creationId xmlns:a16="http://schemas.microsoft.com/office/drawing/2014/main" id="{4368983C-A58E-D06A-B309-CA1076FCE672}"/>
                </a:ext>
              </a:extLst>
            </p:cNvPr>
            <p:cNvSpPr/>
            <p:nvPr/>
          </p:nvSpPr>
          <p:spPr>
            <a:xfrm>
              <a:off x="3765041" y="621571"/>
              <a:ext cx="1026942" cy="101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000" b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일일 시뮬레이션</a:t>
              </a:r>
              <a:endParaRPr lang="en-US" sz="1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358" name="Shape 4">
            <a:extLst>
              <a:ext uri="{FF2B5EF4-FFF2-40B4-BE49-F238E27FC236}">
                <a16:creationId xmlns:a16="http://schemas.microsoft.com/office/drawing/2014/main" id="{9E4A4637-6AE8-8CDC-70E7-4598F0BAD213}"/>
              </a:ext>
            </a:extLst>
          </p:cNvPr>
          <p:cNvSpPr/>
          <p:nvPr/>
        </p:nvSpPr>
        <p:spPr>
          <a:xfrm>
            <a:off x="0" y="640535"/>
            <a:ext cx="9144000" cy="450296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51EB6BF2-3966-11C9-D745-9340A759F6BC}"/>
              </a:ext>
            </a:extLst>
          </p:cNvPr>
          <p:cNvSpPr/>
          <p:nvPr/>
        </p:nvSpPr>
        <p:spPr>
          <a:xfrm>
            <a:off x="288000" y="1144418"/>
            <a:ext cx="4284000" cy="3940374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5B48121D-FCC3-4553-C883-67702E14CC2E}"/>
              </a:ext>
            </a:extLst>
          </p:cNvPr>
          <p:cNvSpPr/>
          <p:nvPr/>
        </p:nvSpPr>
        <p:spPr>
          <a:xfrm>
            <a:off x="4612013" y="1144418"/>
            <a:ext cx="4284000" cy="3940374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6CF890A-ED74-221B-174A-578A175425C8}"/>
              </a:ext>
            </a:extLst>
          </p:cNvPr>
          <p:cNvGrpSpPr/>
          <p:nvPr/>
        </p:nvGrpSpPr>
        <p:grpSpPr>
          <a:xfrm>
            <a:off x="331357" y="383252"/>
            <a:ext cx="1644469" cy="248557"/>
            <a:chOff x="424554" y="585216"/>
            <a:chExt cx="1644469" cy="384048"/>
          </a:xfrm>
        </p:grpSpPr>
        <p:sp>
          <p:nvSpPr>
            <p:cNvPr id="4" name="Shape 2"/>
            <p:cNvSpPr/>
            <p:nvPr/>
          </p:nvSpPr>
          <p:spPr>
            <a:xfrm>
              <a:off x="424554" y="585216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780380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</a:t>
              </a:r>
              <a:r>
                <a:rPr lang="en-US" sz="950" b="1" dirty="0" err="1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보기</a:t>
              </a:r>
              <a:endParaRPr lang="en-US" sz="950" b="1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3FCD90C-3352-502A-9409-E94119C9D297}"/>
              </a:ext>
            </a:extLst>
          </p:cNvPr>
          <p:cNvGrpSpPr/>
          <p:nvPr/>
        </p:nvGrpSpPr>
        <p:grpSpPr>
          <a:xfrm>
            <a:off x="3787419" y="383252"/>
            <a:ext cx="1644469" cy="248557"/>
            <a:chOff x="3464784" y="590731"/>
            <a:chExt cx="1644469" cy="384048"/>
          </a:xfrm>
        </p:grpSpPr>
        <p:sp>
          <p:nvSpPr>
            <p:cNvPr id="6" name="Shape 4"/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체크인카운터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EB11130-B6B9-D275-413B-009D178EDF6C}"/>
              </a:ext>
            </a:extLst>
          </p:cNvPr>
          <p:cNvGrpSpPr/>
          <p:nvPr/>
        </p:nvGrpSpPr>
        <p:grpSpPr>
          <a:xfrm>
            <a:off x="5515450" y="383252"/>
            <a:ext cx="1644469" cy="248557"/>
            <a:chOff x="5251846" y="585216"/>
            <a:chExt cx="1644469" cy="384048"/>
          </a:xfrm>
        </p:grpSpPr>
        <p:sp>
          <p:nvSpPr>
            <p:cNvPr id="8" name="Shape 6"/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0237671-8116-2E0E-E8AD-D29A3DDCA954}"/>
              </a:ext>
            </a:extLst>
          </p:cNvPr>
          <p:cNvGrpSpPr/>
          <p:nvPr/>
        </p:nvGrpSpPr>
        <p:grpSpPr>
          <a:xfrm>
            <a:off x="7243481" y="383252"/>
            <a:ext cx="1644469" cy="248557"/>
            <a:chOff x="7336678" y="585216"/>
            <a:chExt cx="1644469" cy="384048"/>
          </a:xfrm>
        </p:grpSpPr>
        <p:sp>
          <p:nvSpPr>
            <p:cNvPr id="10" name="Shape 8"/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12" name="Shape 10"/>
          <p:cNvSpPr/>
          <p:nvPr/>
        </p:nvSpPr>
        <p:spPr>
          <a:xfrm>
            <a:off x="303200" y="686673"/>
            <a:ext cx="3579951" cy="33670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63720C5-6E68-225E-F9E2-2EF277C8EDAA}"/>
              </a:ext>
            </a:extLst>
          </p:cNvPr>
          <p:cNvGrpSpPr/>
          <p:nvPr/>
        </p:nvGrpSpPr>
        <p:grpSpPr>
          <a:xfrm>
            <a:off x="2059388" y="383252"/>
            <a:ext cx="1644469" cy="248557"/>
            <a:chOff x="3464784" y="590731"/>
            <a:chExt cx="1644469" cy="384048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789E217-B4AF-BE4A-3CE9-A171DD49ADB8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5F6A2380-5831-62B6-6245-7FDDB232B2CD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 err="1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43" name="Text 18">
            <a:extLst>
              <a:ext uri="{FF2B5EF4-FFF2-40B4-BE49-F238E27FC236}">
                <a16:creationId xmlns:a16="http://schemas.microsoft.com/office/drawing/2014/main" id="{E301451C-0110-23BF-9204-035FFD6F9153}"/>
              </a:ext>
            </a:extLst>
          </p:cNvPr>
          <p:cNvSpPr/>
          <p:nvPr/>
        </p:nvSpPr>
        <p:spPr>
          <a:xfrm>
            <a:off x="436328" y="719077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기준일자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B303053E-B5E0-CD55-2C35-0A32F8087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19" y="736666"/>
            <a:ext cx="1028789" cy="213378"/>
          </a:xfrm>
          <a:prstGeom prst="rect">
            <a:avLst/>
          </a:prstGeom>
        </p:spPr>
      </p:pic>
      <p:sp>
        <p:nvSpPr>
          <p:cNvPr id="47" name="Shape 16">
            <a:extLst>
              <a:ext uri="{FF2B5EF4-FFF2-40B4-BE49-F238E27FC236}">
                <a16:creationId xmlns:a16="http://schemas.microsoft.com/office/drawing/2014/main" id="{9DE1F38A-E86E-BF96-8786-F2147C85B3C8}"/>
              </a:ext>
            </a:extLst>
          </p:cNvPr>
          <p:cNvSpPr/>
          <p:nvPr/>
        </p:nvSpPr>
        <p:spPr>
          <a:xfrm>
            <a:off x="2052317" y="737782"/>
            <a:ext cx="442395" cy="205468"/>
          </a:xfrm>
          <a:prstGeom prst="roundRect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sz="800" b="1" dirty="0">
                <a:solidFill>
                  <a:schemeClr val="accent5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조회</a:t>
            </a:r>
            <a:endParaRPr lang="ko-KR" altLang="en-US" sz="1050" b="1" dirty="0">
              <a:solidFill>
                <a:schemeClr val="accent5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3D860F01-D1BB-320E-00EC-BDD3535341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3" t="16287" r="4391" b="12860"/>
          <a:stretch>
            <a:fillRect/>
          </a:stretch>
        </p:blipFill>
        <p:spPr>
          <a:xfrm>
            <a:off x="2540578" y="726152"/>
            <a:ext cx="1342573" cy="288596"/>
          </a:xfrm>
          <a:prstGeom prst="rect">
            <a:avLst/>
          </a:prstGeom>
        </p:spPr>
      </p:pic>
      <p:sp>
        <p:nvSpPr>
          <p:cNvPr id="50" name="Shape 2">
            <a:extLst>
              <a:ext uri="{FF2B5EF4-FFF2-40B4-BE49-F238E27FC236}">
                <a16:creationId xmlns:a16="http://schemas.microsoft.com/office/drawing/2014/main" id="{B41E22D6-288D-FDF0-0987-592CF0DF1711}"/>
              </a:ext>
            </a:extLst>
          </p:cNvPr>
          <p:cNvSpPr/>
          <p:nvPr/>
        </p:nvSpPr>
        <p:spPr>
          <a:xfrm>
            <a:off x="5628152" y="695281"/>
            <a:ext cx="775165" cy="390901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터미널 내  </a:t>
            </a:r>
            <a:endParaRPr lang="en-US" altLang="ko-KR" sz="800" b="1" dirty="0">
              <a:solidFill>
                <a:schemeClr val="bg1"/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최대 여객 시점</a:t>
            </a:r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9C594839-E5CD-ADAD-DA8A-70A127C6BB64}"/>
              </a:ext>
            </a:extLst>
          </p:cNvPr>
          <p:cNvSpPr/>
          <p:nvPr/>
        </p:nvSpPr>
        <p:spPr>
          <a:xfrm>
            <a:off x="6456708" y="695281"/>
            <a:ext cx="775165" cy="390901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체크인 카운터 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06891880-4B92-5C0E-C7E9-AB45D413E923}"/>
              </a:ext>
            </a:extLst>
          </p:cNvPr>
          <p:cNvSpPr/>
          <p:nvPr/>
        </p:nvSpPr>
        <p:spPr>
          <a:xfrm>
            <a:off x="7285264" y="695281"/>
            <a:ext cx="775165" cy="390901"/>
          </a:xfrm>
          <a:prstGeom prst="rect">
            <a:avLst/>
          </a:prstGeom>
          <a:solidFill>
            <a:srgbClr val="D6EEE6"/>
          </a:solidFill>
          <a:ln w="12700">
            <a:solidFill>
              <a:srgbClr val="C5E6DC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출국장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20F13609-24D1-B26E-5D51-A44E5F3C5422}"/>
              </a:ext>
            </a:extLst>
          </p:cNvPr>
          <p:cNvSpPr/>
          <p:nvPr/>
        </p:nvSpPr>
        <p:spPr>
          <a:xfrm>
            <a:off x="8113821" y="695281"/>
            <a:ext cx="775165" cy="390901"/>
          </a:xfrm>
          <a:prstGeom prst="rect">
            <a:avLst/>
          </a:prstGeom>
          <a:solidFill>
            <a:srgbClr val="FDEED3"/>
          </a:solidFill>
          <a:ln w="12700">
            <a:solidFill>
              <a:srgbClr val="FBDBA5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보안검색대 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E9C7F0AC-F1DF-45A5-37CA-86C21693C6FA}"/>
              </a:ext>
            </a:extLst>
          </p:cNvPr>
          <p:cNvGrpSpPr/>
          <p:nvPr/>
        </p:nvGrpSpPr>
        <p:grpSpPr>
          <a:xfrm>
            <a:off x="4029208" y="707097"/>
            <a:ext cx="1406344" cy="352180"/>
            <a:chOff x="4031210" y="438145"/>
            <a:chExt cx="1406344" cy="352180"/>
          </a:xfrm>
        </p:grpSpPr>
        <p:sp>
          <p:nvSpPr>
            <p:cNvPr id="56" name="Shape 5">
              <a:extLst>
                <a:ext uri="{FF2B5EF4-FFF2-40B4-BE49-F238E27FC236}">
                  <a16:creationId xmlns:a16="http://schemas.microsoft.com/office/drawing/2014/main" id="{57E7E308-E064-7794-20D1-03F83CF7F1B5}"/>
                </a:ext>
              </a:extLst>
            </p:cNvPr>
            <p:cNvSpPr/>
            <p:nvPr/>
          </p:nvSpPr>
          <p:spPr>
            <a:xfrm>
              <a:off x="4031210" y="438145"/>
              <a:ext cx="1392927" cy="35218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7" name="Text 6">
              <a:extLst>
                <a:ext uri="{FF2B5EF4-FFF2-40B4-BE49-F238E27FC236}">
                  <a16:creationId xmlns:a16="http://schemas.microsoft.com/office/drawing/2014/main" id="{3C1FD8F4-8867-5499-7F8D-8ABFC86793E1}"/>
                </a:ext>
              </a:extLst>
            </p:cNvPr>
            <p:cNvSpPr/>
            <p:nvPr/>
          </p:nvSpPr>
          <p:spPr>
            <a:xfrm>
              <a:off x="4105513" y="474721"/>
              <a:ext cx="612648" cy="83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총 운항편수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8" name="Text 7">
              <a:extLst>
                <a:ext uri="{FF2B5EF4-FFF2-40B4-BE49-F238E27FC236}">
                  <a16:creationId xmlns:a16="http://schemas.microsoft.com/office/drawing/2014/main" id="{00D8045A-9D70-1B01-B27D-6D837FAA02A4}"/>
                </a:ext>
              </a:extLst>
            </p:cNvPr>
            <p:cNvSpPr/>
            <p:nvPr/>
          </p:nvSpPr>
          <p:spPr>
            <a:xfrm>
              <a:off x="4185340" y="595217"/>
              <a:ext cx="612648" cy="195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72편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3" name="Text 6">
              <a:extLst>
                <a:ext uri="{FF2B5EF4-FFF2-40B4-BE49-F238E27FC236}">
                  <a16:creationId xmlns:a16="http://schemas.microsoft.com/office/drawing/2014/main" id="{F688168B-6B67-74DD-1D60-E92EBED8DFE8}"/>
                </a:ext>
              </a:extLst>
            </p:cNvPr>
            <p:cNvSpPr/>
            <p:nvPr/>
          </p:nvSpPr>
          <p:spPr>
            <a:xfrm>
              <a:off x="4824906" y="465061"/>
              <a:ext cx="612648" cy="83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총 </a:t>
              </a:r>
              <a:r>
                <a:rPr lang="ko-KR" alt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여객</a:t>
              </a: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4" name="Text 7">
              <a:extLst>
                <a:ext uri="{FF2B5EF4-FFF2-40B4-BE49-F238E27FC236}">
                  <a16:creationId xmlns:a16="http://schemas.microsoft.com/office/drawing/2014/main" id="{09B49DC0-367F-1EBD-31CF-4156CF884907}"/>
                </a:ext>
              </a:extLst>
            </p:cNvPr>
            <p:cNvSpPr/>
            <p:nvPr/>
          </p:nvSpPr>
          <p:spPr>
            <a:xfrm>
              <a:off x="4824906" y="585557"/>
              <a:ext cx="612648" cy="195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6,800</a:t>
              </a:r>
              <a:r>
                <a:rPr lang="ko-KR" alt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명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81" name="Shape 29">
            <a:extLst>
              <a:ext uri="{FF2B5EF4-FFF2-40B4-BE49-F238E27FC236}">
                <a16:creationId xmlns:a16="http://schemas.microsoft.com/office/drawing/2014/main" id="{9C8B9E12-3194-D6E3-34CE-6E2627F9F522}"/>
              </a:ext>
            </a:extLst>
          </p:cNvPr>
          <p:cNvSpPr/>
          <p:nvPr/>
        </p:nvSpPr>
        <p:spPr>
          <a:xfrm>
            <a:off x="301895" y="1143334"/>
            <a:ext cx="4253265" cy="204126"/>
          </a:xfrm>
          <a:prstGeom prst="roundRect">
            <a:avLst>
              <a:gd name="adj" fmla="val 21429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en-US" altLang="ko-KR" sz="1000" b="1" dirty="0">
                <a:latin typeface="Rix고딕 L" panose="02020603020101020101" pitchFamily="18" charset="-127"/>
                <a:ea typeface="Rix고딕 L" panose="02020603020101020101" pitchFamily="18" charset="-127"/>
              </a:rPr>
              <a:t>T1 </a:t>
            </a:r>
            <a:endParaRPr lang="ko-KR" altLang="en-US" sz="1000" b="1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2" name="Shape 29">
            <a:extLst>
              <a:ext uri="{FF2B5EF4-FFF2-40B4-BE49-F238E27FC236}">
                <a16:creationId xmlns:a16="http://schemas.microsoft.com/office/drawing/2014/main" id="{22391010-9C44-3FFC-9A73-000DBC5D2E71}"/>
              </a:ext>
            </a:extLst>
          </p:cNvPr>
          <p:cNvSpPr/>
          <p:nvPr/>
        </p:nvSpPr>
        <p:spPr>
          <a:xfrm>
            <a:off x="4620122" y="1150530"/>
            <a:ext cx="4262400" cy="204126"/>
          </a:xfrm>
          <a:prstGeom prst="roundRect">
            <a:avLst>
              <a:gd name="adj" fmla="val 21429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en-US" altLang="ko-KR" sz="1000" b="1" dirty="0">
                <a:latin typeface="Rix고딕 L" panose="02020603020101020101" pitchFamily="18" charset="-127"/>
                <a:ea typeface="Rix고딕 L" panose="02020603020101020101" pitchFamily="18" charset="-127"/>
              </a:rPr>
              <a:t>T2 </a:t>
            </a:r>
            <a:endParaRPr lang="ko-KR" altLang="en-US" sz="1000" b="1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F51F5D38-7825-ABA9-82B7-68123E01F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29" y="1526273"/>
            <a:ext cx="4181154" cy="1314429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EF6B93A-653E-F8BA-765D-4A34063A0B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03" y="1419077"/>
            <a:ext cx="1196444" cy="129551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1749E03E-812F-96AA-F8CA-88980F5D86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7791" y="1427062"/>
            <a:ext cx="1150720" cy="129551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AD889516-C9BA-DFE9-333A-28A58FC2F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380" y="1405385"/>
            <a:ext cx="1196444" cy="129551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A3D98599-01EB-6454-D6DE-5172E145F7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068" y="1413370"/>
            <a:ext cx="1150720" cy="129551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1FAFE779-DE32-9DC5-6246-5D174725FE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3949" y="1620077"/>
            <a:ext cx="4091795" cy="1191068"/>
          </a:xfrm>
          <a:prstGeom prst="rect">
            <a:avLst/>
          </a:prstGeom>
        </p:spPr>
      </p:pic>
      <p:pic>
        <p:nvPicPr>
          <p:cNvPr id="249" name="그림 248">
            <a:extLst>
              <a:ext uri="{FF2B5EF4-FFF2-40B4-BE49-F238E27FC236}">
                <a16:creationId xmlns:a16="http://schemas.microsoft.com/office/drawing/2014/main" id="{90697F47-C74A-2921-A3D5-D0A7E6C64B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629" y="3822767"/>
            <a:ext cx="2667882" cy="1180187"/>
          </a:xfrm>
          <a:prstGeom prst="rect">
            <a:avLst/>
          </a:prstGeom>
        </p:spPr>
      </p:pic>
      <p:pic>
        <p:nvPicPr>
          <p:cNvPr id="297" name="그림 296">
            <a:extLst>
              <a:ext uri="{FF2B5EF4-FFF2-40B4-BE49-F238E27FC236}">
                <a16:creationId xmlns:a16="http://schemas.microsoft.com/office/drawing/2014/main" id="{0ADE0262-E5FE-8530-4226-C570DADF0B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38" y="3845265"/>
            <a:ext cx="1319809" cy="1102126"/>
          </a:xfrm>
          <a:prstGeom prst="rect">
            <a:avLst/>
          </a:prstGeom>
        </p:spPr>
      </p:pic>
      <p:sp>
        <p:nvSpPr>
          <p:cNvPr id="307" name="TextBox 306">
            <a:extLst>
              <a:ext uri="{FF2B5EF4-FFF2-40B4-BE49-F238E27FC236}">
                <a16:creationId xmlns:a16="http://schemas.microsoft.com/office/drawing/2014/main" id="{508C8214-012D-7DDC-F1DB-410079D9BA9E}"/>
              </a:ext>
            </a:extLst>
          </p:cNvPr>
          <p:cNvSpPr txBox="1"/>
          <p:nvPr/>
        </p:nvSpPr>
        <p:spPr>
          <a:xfrm>
            <a:off x="535473" y="2855541"/>
            <a:ext cx="7639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latinLnBrk="1">
              <a:spcAft>
                <a:spcPts val="300"/>
              </a:spcAft>
            </a:pPr>
            <a:r>
              <a: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지난 주 同요일 대비</a:t>
            </a: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D45405A9-AEA0-D68A-4704-EA01EE29E889}"/>
              </a:ext>
            </a:extLst>
          </p:cNvPr>
          <p:cNvGrpSpPr/>
          <p:nvPr/>
        </p:nvGrpSpPr>
        <p:grpSpPr>
          <a:xfrm>
            <a:off x="402345" y="2971166"/>
            <a:ext cx="917124" cy="376282"/>
            <a:chOff x="-1206520" y="2193119"/>
            <a:chExt cx="917124" cy="376282"/>
          </a:xfrm>
        </p:grpSpPr>
        <p:sp>
          <p:nvSpPr>
            <p:cNvPr id="298" name="Multipe Users">
              <a:extLst>
                <a:ext uri="{FF2B5EF4-FFF2-40B4-BE49-F238E27FC236}">
                  <a16:creationId xmlns:a16="http://schemas.microsoft.com/office/drawing/2014/main" id="{F0232285-962B-CCA3-5E97-AD02E0A2F03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2306001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3" name="Rectangle 43">
              <a:extLst>
                <a:ext uri="{FF2B5EF4-FFF2-40B4-BE49-F238E27FC236}">
                  <a16:creationId xmlns:a16="http://schemas.microsoft.com/office/drawing/2014/main" id="{7FF23D51-8078-CCCE-ED6A-7A532D3019D0}"/>
                </a:ext>
              </a:extLst>
            </p:cNvPr>
            <p:cNvSpPr/>
            <p:nvPr/>
          </p:nvSpPr>
          <p:spPr>
            <a:xfrm>
              <a:off x="-1112520" y="2193119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4" name="AutoShape 55">
              <a:extLst>
                <a:ext uri="{FF2B5EF4-FFF2-40B4-BE49-F238E27FC236}">
                  <a16:creationId xmlns:a16="http://schemas.microsoft.com/office/drawing/2014/main" id="{F8DF5B57-6BDA-53DA-DFA0-35DBAFB9F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0194" y="2226657"/>
              <a:ext cx="280780" cy="283906"/>
            </a:xfrm>
            <a:prstGeom prst="ellipse">
              <a:avLst/>
            </a:prstGeom>
            <a:solidFill>
              <a:srgbClr val="242852">
                <a:lumMod val="60000"/>
                <a:lumOff val="40000"/>
              </a:srgbClr>
            </a:solidFill>
            <a:ln w="3175">
              <a:solidFill>
                <a:srgbClr val="242852">
                  <a:lumMod val="60000"/>
                  <a:lumOff val="40000"/>
                </a:srgbClr>
              </a:solidFill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6E0E2D28-D772-1068-0A67-0B1BB765A73C}"/>
                </a:ext>
              </a:extLst>
            </p:cNvPr>
            <p:cNvSpPr txBox="1"/>
            <p:nvPr/>
          </p:nvSpPr>
          <p:spPr>
            <a:xfrm>
              <a:off x="-1206520" y="2256981"/>
              <a:ext cx="8231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70C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270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</a:t>
              </a:r>
              <a:endPara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6" name="Airplane">
              <a:extLst>
                <a:ext uri="{FF2B5EF4-FFF2-40B4-BE49-F238E27FC236}">
                  <a16:creationId xmlns:a16="http://schemas.microsoft.com/office/drawing/2014/main" id="{3A969242-8331-952D-FBA5-8E875308906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87414" y="2280901"/>
              <a:ext cx="217999" cy="167772"/>
            </a:xfrm>
            <a:custGeom>
              <a:avLst/>
              <a:gdLst>
                <a:gd name="T0" fmla="*/ 169 w 671"/>
                <a:gd name="T1" fmla="*/ 0 h 586"/>
                <a:gd name="T2" fmla="*/ 149 w 671"/>
                <a:gd name="T3" fmla="*/ 28 h 586"/>
                <a:gd name="T4" fmla="*/ 230 w 671"/>
                <a:gd name="T5" fmla="*/ 227 h 586"/>
                <a:gd name="T6" fmla="*/ 88 w 671"/>
                <a:gd name="T7" fmla="*/ 227 h 586"/>
                <a:gd name="T8" fmla="*/ 54 w 671"/>
                <a:gd name="T9" fmla="*/ 160 h 586"/>
                <a:gd name="T10" fmla="*/ 40 w 671"/>
                <a:gd name="T11" fmla="*/ 149 h 586"/>
                <a:gd name="T12" fmla="*/ 0 w 671"/>
                <a:gd name="T13" fmla="*/ 166 h 586"/>
                <a:gd name="T14" fmla="*/ 26 w 671"/>
                <a:gd name="T15" fmla="*/ 293 h 586"/>
                <a:gd name="T16" fmla="*/ 0 w 671"/>
                <a:gd name="T17" fmla="*/ 419 h 586"/>
                <a:gd name="T18" fmla="*/ 51 w 671"/>
                <a:gd name="T19" fmla="*/ 431 h 586"/>
                <a:gd name="T20" fmla="*/ 54 w 671"/>
                <a:gd name="T21" fmla="*/ 427 h 586"/>
                <a:gd name="T22" fmla="*/ 54 w 671"/>
                <a:gd name="T23" fmla="*/ 427 h 586"/>
                <a:gd name="T24" fmla="*/ 88 w 671"/>
                <a:gd name="T25" fmla="*/ 360 h 586"/>
                <a:gd name="T26" fmla="*/ 230 w 671"/>
                <a:gd name="T27" fmla="*/ 360 h 586"/>
                <a:gd name="T28" fmla="*/ 149 w 671"/>
                <a:gd name="T29" fmla="*/ 558 h 586"/>
                <a:gd name="T30" fmla="*/ 169 w 671"/>
                <a:gd name="T31" fmla="*/ 586 h 586"/>
                <a:gd name="T32" fmla="*/ 200 w 671"/>
                <a:gd name="T33" fmla="*/ 583 h 586"/>
                <a:gd name="T34" fmla="*/ 200 w 671"/>
                <a:gd name="T35" fmla="*/ 583 h 586"/>
                <a:gd name="T36" fmla="*/ 224 w 671"/>
                <a:gd name="T37" fmla="*/ 569 h 586"/>
                <a:gd name="T38" fmla="*/ 388 w 671"/>
                <a:gd name="T39" fmla="*/ 360 h 586"/>
                <a:gd name="T40" fmla="*/ 583 w 671"/>
                <a:gd name="T41" fmla="*/ 360 h 586"/>
                <a:gd name="T42" fmla="*/ 646 w 671"/>
                <a:gd name="T43" fmla="*/ 334 h 586"/>
                <a:gd name="T44" fmla="*/ 646 w 671"/>
                <a:gd name="T45" fmla="*/ 253 h 586"/>
                <a:gd name="T46" fmla="*/ 583 w 671"/>
                <a:gd name="T47" fmla="*/ 227 h 586"/>
                <a:gd name="T48" fmla="*/ 388 w 671"/>
                <a:gd name="T49" fmla="*/ 227 h 586"/>
                <a:gd name="T50" fmla="*/ 224 w 671"/>
                <a:gd name="T51" fmla="*/ 17 h 586"/>
                <a:gd name="T52" fmla="*/ 169 w 671"/>
                <a:gd name="T53" fmla="*/ 0 h 586"/>
                <a:gd name="T54" fmla="*/ 177 w 671"/>
                <a:gd name="T55" fmla="*/ 28 h 586"/>
                <a:gd name="T56" fmla="*/ 197 w 671"/>
                <a:gd name="T57" fmla="*/ 30 h 586"/>
                <a:gd name="T58" fmla="*/ 211 w 671"/>
                <a:gd name="T59" fmla="*/ 44 h 586"/>
                <a:gd name="T60" fmla="*/ 375 w 671"/>
                <a:gd name="T61" fmla="*/ 253 h 586"/>
                <a:gd name="T62" fmla="*/ 583 w 671"/>
                <a:gd name="T63" fmla="*/ 253 h 586"/>
                <a:gd name="T64" fmla="*/ 627 w 671"/>
                <a:gd name="T65" fmla="*/ 271 h 586"/>
                <a:gd name="T66" fmla="*/ 627 w 671"/>
                <a:gd name="T67" fmla="*/ 316 h 586"/>
                <a:gd name="T68" fmla="*/ 583 w 671"/>
                <a:gd name="T69" fmla="*/ 333 h 586"/>
                <a:gd name="T70" fmla="*/ 375 w 671"/>
                <a:gd name="T71" fmla="*/ 333 h 586"/>
                <a:gd name="T72" fmla="*/ 203 w 671"/>
                <a:gd name="T73" fmla="*/ 552 h 586"/>
                <a:gd name="T74" fmla="*/ 197 w 671"/>
                <a:gd name="T75" fmla="*/ 556 h 586"/>
                <a:gd name="T76" fmla="*/ 177 w 671"/>
                <a:gd name="T77" fmla="*/ 558 h 586"/>
                <a:gd name="T78" fmla="*/ 270 w 671"/>
                <a:gd name="T79" fmla="*/ 333 h 586"/>
                <a:gd name="T80" fmla="*/ 72 w 671"/>
                <a:gd name="T81" fmla="*/ 333 h 586"/>
                <a:gd name="T82" fmla="*/ 29 w 671"/>
                <a:gd name="T83" fmla="*/ 413 h 586"/>
                <a:gd name="T84" fmla="*/ 53 w 671"/>
                <a:gd name="T85" fmla="*/ 293 h 586"/>
                <a:gd name="T86" fmla="*/ 29 w 671"/>
                <a:gd name="T87" fmla="*/ 174 h 586"/>
                <a:gd name="T88" fmla="*/ 72 w 671"/>
                <a:gd name="T89" fmla="*/ 253 h 586"/>
                <a:gd name="T90" fmla="*/ 270 w 671"/>
                <a:gd name="T91" fmla="*/ 253 h 586"/>
                <a:gd name="T92" fmla="*/ 177 w 671"/>
                <a:gd name="T93" fmla="*/ 2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71" h="586">
                  <a:moveTo>
                    <a:pt x="169" y="0"/>
                  </a:moveTo>
                  <a:cubicBezTo>
                    <a:pt x="150" y="1"/>
                    <a:pt x="147" y="12"/>
                    <a:pt x="149" y="28"/>
                  </a:cubicBezTo>
                  <a:cubicBezTo>
                    <a:pt x="175" y="93"/>
                    <a:pt x="201" y="157"/>
                    <a:pt x="230" y="227"/>
                  </a:cubicBezTo>
                  <a:lnTo>
                    <a:pt x="88" y="227"/>
                  </a:lnTo>
                  <a:cubicBezTo>
                    <a:pt x="83" y="217"/>
                    <a:pt x="59" y="170"/>
                    <a:pt x="54" y="160"/>
                  </a:cubicBezTo>
                  <a:cubicBezTo>
                    <a:pt x="51" y="155"/>
                    <a:pt x="45" y="150"/>
                    <a:pt x="40" y="149"/>
                  </a:cubicBezTo>
                  <a:cubicBezTo>
                    <a:pt x="20" y="144"/>
                    <a:pt x="5" y="144"/>
                    <a:pt x="0" y="166"/>
                  </a:cubicBezTo>
                  <a:cubicBezTo>
                    <a:pt x="8" y="208"/>
                    <a:pt x="18" y="256"/>
                    <a:pt x="26" y="293"/>
                  </a:cubicBezTo>
                  <a:cubicBezTo>
                    <a:pt x="25" y="298"/>
                    <a:pt x="1" y="414"/>
                    <a:pt x="0" y="419"/>
                  </a:cubicBezTo>
                  <a:cubicBezTo>
                    <a:pt x="3" y="446"/>
                    <a:pt x="35" y="444"/>
                    <a:pt x="51" y="431"/>
                  </a:cubicBezTo>
                  <a:cubicBezTo>
                    <a:pt x="53" y="429"/>
                    <a:pt x="53" y="428"/>
                    <a:pt x="54" y="427"/>
                  </a:cubicBezTo>
                  <a:lnTo>
                    <a:pt x="54" y="427"/>
                  </a:lnTo>
                  <a:cubicBezTo>
                    <a:pt x="59" y="417"/>
                    <a:pt x="83" y="370"/>
                    <a:pt x="88" y="360"/>
                  </a:cubicBezTo>
                  <a:lnTo>
                    <a:pt x="230" y="360"/>
                  </a:lnTo>
                  <a:cubicBezTo>
                    <a:pt x="202" y="429"/>
                    <a:pt x="178" y="486"/>
                    <a:pt x="149" y="558"/>
                  </a:cubicBezTo>
                  <a:cubicBezTo>
                    <a:pt x="145" y="577"/>
                    <a:pt x="152" y="583"/>
                    <a:pt x="169" y="586"/>
                  </a:cubicBezTo>
                  <a:cubicBezTo>
                    <a:pt x="174" y="586"/>
                    <a:pt x="189" y="584"/>
                    <a:pt x="200" y="583"/>
                  </a:cubicBezTo>
                  <a:lnTo>
                    <a:pt x="200" y="583"/>
                  </a:lnTo>
                  <a:cubicBezTo>
                    <a:pt x="214" y="582"/>
                    <a:pt x="222" y="572"/>
                    <a:pt x="224" y="569"/>
                  </a:cubicBezTo>
                  <a:cubicBezTo>
                    <a:pt x="278" y="501"/>
                    <a:pt x="337" y="425"/>
                    <a:pt x="388" y="360"/>
                  </a:cubicBezTo>
                  <a:lnTo>
                    <a:pt x="583" y="360"/>
                  </a:lnTo>
                  <a:cubicBezTo>
                    <a:pt x="612" y="360"/>
                    <a:pt x="633" y="348"/>
                    <a:pt x="646" y="334"/>
                  </a:cubicBezTo>
                  <a:cubicBezTo>
                    <a:pt x="671" y="309"/>
                    <a:pt x="668" y="275"/>
                    <a:pt x="646" y="253"/>
                  </a:cubicBezTo>
                  <a:cubicBezTo>
                    <a:pt x="633" y="239"/>
                    <a:pt x="611" y="227"/>
                    <a:pt x="583" y="227"/>
                  </a:cubicBezTo>
                  <a:lnTo>
                    <a:pt x="388" y="227"/>
                  </a:lnTo>
                  <a:cubicBezTo>
                    <a:pt x="327" y="149"/>
                    <a:pt x="278" y="85"/>
                    <a:pt x="224" y="17"/>
                  </a:cubicBezTo>
                  <a:cubicBezTo>
                    <a:pt x="208" y="1"/>
                    <a:pt x="190" y="2"/>
                    <a:pt x="169" y="0"/>
                  </a:cubicBezTo>
                  <a:close/>
                  <a:moveTo>
                    <a:pt x="177" y="28"/>
                  </a:moveTo>
                  <a:cubicBezTo>
                    <a:pt x="184" y="29"/>
                    <a:pt x="190" y="29"/>
                    <a:pt x="197" y="30"/>
                  </a:cubicBezTo>
                  <a:cubicBezTo>
                    <a:pt x="204" y="32"/>
                    <a:pt x="206" y="38"/>
                    <a:pt x="211" y="44"/>
                  </a:cubicBezTo>
                  <a:cubicBezTo>
                    <a:pt x="269" y="118"/>
                    <a:pt x="326" y="191"/>
                    <a:pt x="375" y="253"/>
                  </a:cubicBezTo>
                  <a:lnTo>
                    <a:pt x="583" y="253"/>
                  </a:lnTo>
                  <a:cubicBezTo>
                    <a:pt x="604" y="253"/>
                    <a:pt x="618" y="261"/>
                    <a:pt x="627" y="271"/>
                  </a:cubicBezTo>
                  <a:cubicBezTo>
                    <a:pt x="642" y="286"/>
                    <a:pt x="642" y="301"/>
                    <a:pt x="627" y="316"/>
                  </a:cubicBezTo>
                  <a:cubicBezTo>
                    <a:pt x="618" y="325"/>
                    <a:pt x="604" y="333"/>
                    <a:pt x="583" y="333"/>
                  </a:cubicBezTo>
                  <a:lnTo>
                    <a:pt x="375" y="333"/>
                  </a:lnTo>
                  <a:cubicBezTo>
                    <a:pt x="315" y="411"/>
                    <a:pt x="255" y="486"/>
                    <a:pt x="203" y="552"/>
                  </a:cubicBezTo>
                  <a:cubicBezTo>
                    <a:pt x="200" y="557"/>
                    <a:pt x="203" y="556"/>
                    <a:pt x="197" y="556"/>
                  </a:cubicBezTo>
                  <a:cubicBezTo>
                    <a:pt x="190" y="557"/>
                    <a:pt x="184" y="558"/>
                    <a:pt x="177" y="558"/>
                  </a:cubicBezTo>
                  <a:cubicBezTo>
                    <a:pt x="207" y="486"/>
                    <a:pt x="241" y="402"/>
                    <a:pt x="270" y="333"/>
                  </a:cubicBezTo>
                  <a:lnTo>
                    <a:pt x="72" y="333"/>
                  </a:lnTo>
                  <a:cubicBezTo>
                    <a:pt x="58" y="362"/>
                    <a:pt x="42" y="391"/>
                    <a:pt x="29" y="413"/>
                  </a:cubicBezTo>
                  <a:cubicBezTo>
                    <a:pt x="37" y="373"/>
                    <a:pt x="45" y="333"/>
                    <a:pt x="53" y="293"/>
                  </a:cubicBezTo>
                  <a:cubicBezTo>
                    <a:pt x="45" y="252"/>
                    <a:pt x="36" y="212"/>
                    <a:pt x="29" y="174"/>
                  </a:cubicBezTo>
                  <a:cubicBezTo>
                    <a:pt x="45" y="198"/>
                    <a:pt x="60" y="230"/>
                    <a:pt x="72" y="253"/>
                  </a:cubicBezTo>
                  <a:lnTo>
                    <a:pt x="270" y="253"/>
                  </a:lnTo>
                  <a:cubicBezTo>
                    <a:pt x="236" y="171"/>
                    <a:pt x="207" y="102"/>
                    <a:pt x="177" y="2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158F9B87-5B67-59E2-1A30-4FA469ED9CE5}"/>
                </a:ext>
              </a:extLst>
            </p:cNvPr>
            <p:cNvSpPr txBox="1"/>
            <p:nvPr/>
          </p:nvSpPr>
          <p:spPr>
            <a:xfrm>
              <a:off x="-974247" y="2376179"/>
              <a:ext cx="590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+ 2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 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87327E8E-16A7-1393-7374-BD96C60A9EBC}"/>
              </a:ext>
            </a:extLst>
          </p:cNvPr>
          <p:cNvGrpSpPr/>
          <p:nvPr/>
        </p:nvGrpSpPr>
        <p:grpSpPr>
          <a:xfrm>
            <a:off x="496345" y="3410139"/>
            <a:ext cx="823124" cy="376282"/>
            <a:chOff x="-1112519" y="2907213"/>
            <a:chExt cx="823124" cy="376282"/>
          </a:xfrm>
        </p:grpSpPr>
        <p:sp>
          <p:nvSpPr>
            <p:cNvPr id="299" name="Rectangle 43">
              <a:extLst>
                <a:ext uri="{FF2B5EF4-FFF2-40B4-BE49-F238E27FC236}">
                  <a16:creationId xmlns:a16="http://schemas.microsoft.com/office/drawing/2014/main" id="{4C2F1BC9-ABF6-A11B-0257-52DA7E872386}"/>
                </a:ext>
              </a:extLst>
            </p:cNvPr>
            <p:cNvSpPr/>
            <p:nvPr/>
          </p:nvSpPr>
          <p:spPr>
            <a:xfrm>
              <a:off x="-1112519" y="2907213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C1D69396-DC4A-98B7-1D5F-C5F8023B5E1B}"/>
                </a:ext>
              </a:extLst>
            </p:cNvPr>
            <p:cNvSpPr txBox="1"/>
            <p:nvPr/>
          </p:nvSpPr>
          <p:spPr>
            <a:xfrm>
              <a:off x="-1008027" y="2986060"/>
              <a:ext cx="62463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B0F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12,423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en-US" altLang="ko-KR" sz="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1" name="AutoShape 55">
              <a:extLst>
                <a:ext uri="{FF2B5EF4-FFF2-40B4-BE49-F238E27FC236}">
                  <a16:creationId xmlns:a16="http://schemas.microsoft.com/office/drawing/2014/main" id="{4E572C00-D1E1-5644-F54F-7AC758F0A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3320" y="2960385"/>
              <a:ext cx="284400" cy="283906"/>
            </a:xfrm>
            <a:prstGeom prst="ellipse">
              <a:avLst/>
            </a:prstGeom>
            <a:solidFill>
              <a:srgbClr val="242852">
                <a:lumMod val="20000"/>
                <a:lumOff val="80000"/>
              </a:srgbClr>
            </a:solidFill>
            <a:ln w="3175">
              <a:noFill/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2" name="Multipe Users">
              <a:extLst>
                <a:ext uri="{FF2B5EF4-FFF2-40B4-BE49-F238E27FC236}">
                  <a16:creationId xmlns:a16="http://schemas.microsoft.com/office/drawing/2014/main" id="{E7D063B0-B716-4F91-7E9D-4355E773B2E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3046230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BF303C7D-3F5F-3360-5C89-D288C90DE13B}"/>
                </a:ext>
              </a:extLst>
            </p:cNvPr>
            <p:cNvSpPr txBox="1"/>
            <p:nvPr/>
          </p:nvSpPr>
          <p:spPr>
            <a:xfrm>
              <a:off x="-1032994" y="3099721"/>
              <a:ext cx="6495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+268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315" name="그림 314">
            <a:extLst>
              <a:ext uri="{FF2B5EF4-FFF2-40B4-BE49-F238E27FC236}">
                <a16:creationId xmlns:a16="http://schemas.microsoft.com/office/drawing/2014/main" id="{0AEE85B6-6EC5-66B0-5DD6-F6B9BF2A6F64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20000"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151" t="21345" r="90670" b="16773"/>
          <a:stretch>
            <a:fillRect/>
          </a:stretch>
        </p:blipFill>
        <p:spPr>
          <a:xfrm>
            <a:off x="501692" y="1616783"/>
            <a:ext cx="3956819" cy="1011900"/>
          </a:xfrm>
          <a:prstGeom prst="rect">
            <a:avLst/>
          </a:prstGeom>
        </p:spPr>
      </p:pic>
      <p:pic>
        <p:nvPicPr>
          <p:cNvPr id="316" name="그림 315">
            <a:extLst>
              <a:ext uri="{FF2B5EF4-FFF2-40B4-BE49-F238E27FC236}">
                <a16:creationId xmlns:a16="http://schemas.microsoft.com/office/drawing/2014/main" id="{C86B2CEF-619D-27E9-3BDF-95BAFB23CF79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43118" y="1604472"/>
            <a:ext cx="3891197" cy="1026679"/>
          </a:xfrm>
          <a:prstGeom prst="rect">
            <a:avLst/>
          </a:prstGeom>
        </p:spPr>
      </p:pic>
      <p:pic>
        <p:nvPicPr>
          <p:cNvPr id="333" name="그림 332">
            <a:extLst>
              <a:ext uri="{FF2B5EF4-FFF2-40B4-BE49-F238E27FC236}">
                <a16:creationId xmlns:a16="http://schemas.microsoft.com/office/drawing/2014/main" id="{F1C27006-7CAF-1573-1649-E3848110856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3913" y="2908857"/>
            <a:ext cx="3025638" cy="829236"/>
          </a:xfrm>
          <a:prstGeom prst="rect">
            <a:avLst/>
          </a:prstGeom>
        </p:spPr>
      </p:pic>
      <p:pic>
        <p:nvPicPr>
          <p:cNvPr id="334" name="그림 333">
            <a:extLst>
              <a:ext uri="{FF2B5EF4-FFF2-40B4-BE49-F238E27FC236}">
                <a16:creationId xmlns:a16="http://schemas.microsoft.com/office/drawing/2014/main" id="{53BA9F44-CC94-4CCF-BA70-5AC189F3F3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4629" y="3822767"/>
            <a:ext cx="2667882" cy="1180187"/>
          </a:xfrm>
          <a:prstGeom prst="rect">
            <a:avLst/>
          </a:prstGeom>
        </p:spPr>
      </p:pic>
      <p:pic>
        <p:nvPicPr>
          <p:cNvPr id="335" name="그림 334">
            <a:extLst>
              <a:ext uri="{FF2B5EF4-FFF2-40B4-BE49-F238E27FC236}">
                <a16:creationId xmlns:a16="http://schemas.microsoft.com/office/drawing/2014/main" id="{ACBC8448-518F-CB5E-9E41-D54C8A34C0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738" y="3845265"/>
            <a:ext cx="1319809" cy="1102126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C88BFE16-6406-BB80-5174-5858CF833588}"/>
              </a:ext>
            </a:extLst>
          </p:cNvPr>
          <p:cNvSpPr txBox="1"/>
          <p:nvPr/>
        </p:nvSpPr>
        <p:spPr>
          <a:xfrm>
            <a:off x="4819473" y="2855541"/>
            <a:ext cx="7639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latinLnBrk="1">
              <a:spcAft>
                <a:spcPts val="300"/>
              </a:spcAft>
            </a:pPr>
            <a:r>
              <a: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지난 주 同요일 대비</a:t>
            </a:r>
          </a:p>
        </p:txBody>
      </p: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856003F0-7362-5BCB-1BF8-6680DD09E1BA}"/>
              </a:ext>
            </a:extLst>
          </p:cNvPr>
          <p:cNvGrpSpPr/>
          <p:nvPr/>
        </p:nvGrpSpPr>
        <p:grpSpPr>
          <a:xfrm>
            <a:off x="4686345" y="2971166"/>
            <a:ext cx="917124" cy="376282"/>
            <a:chOff x="-1206520" y="2193119"/>
            <a:chExt cx="917124" cy="376282"/>
          </a:xfrm>
        </p:grpSpPr>
        <p:sp>
          <p:nvSpPr>
            <p:cNvPr id="338" name="Multipe Users">
              <a:extLst>
                <a:ext uri="{FF2B5EF4-FFF2-40B4-BE49-F238E27FC236}">
                  <a16:creationId xmlns:a16="http://schemas.microsoft.com/office/drawing/2014/main" id="{54276FC4-1490-8B9A-5488-1D12951029B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2306001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39" name="Rectangle 43">
              <a:extLst>
                <a:ext uri="{FF2B5EF4-FFF2-40B4-BE49-F238E27FC236}">
                  <a16:creationId xmlns:a16="http://schemas.microsoft.com/office/drawing/2014/main" id="{760A0DAE-80BD-D63B-3B52-C2B79FC354A3}"/>
                </a:ext>
              </a:extLst>
            </p:cNvPr>
            <p:cNvSpPr/>
            <p:nvPr/>
          </p:nvSpPr>
          <p:spPr>
            <a:xfrm>
              <a:off x="-1112520" y="2193119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0" name="AutoShape 55">
              <a:extLst>
                <a:ext uri="{FF2B5EF4-FFF2-40B4-BE49-F238E27FC236}">
                  <a16:creationId xmlns:a16="http://schemas.microsoft.com/office/drawing/2014/main" id="{F90A6519-2FF3-DC66-4AE3-09D28A8FC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0194" y="2226657"/>
              <a:ext cx="280780" cy="283906"/>
            </a:xfrm>
            <a:prstGeom prst="ellipse">
              <a:avLst/>
            </a:prstGeom>
            <a:solidFill>
              <a:srgbClr val="242852">
                <a:lumMod val="60000"/>
                <a:lumOff val="40000"/>
              </a:srgbClr>
            </a:solidFill>
            <a:ln w="3175">
              <a:solidFill>
                <a:srgbClr val="242852">
                  <a:lumMod val="60000"/>
                  <a:lumOff val="40000"/>
                </a:srgbClr>
              </a:solidFill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3F3D0FB3-C214-0B44-F18D-992E0D62A86B}"/>
                </a:ext>
              </a:extLst>
            </p:cNvPr>
            <p:cNvSpPr txBox="1"/>
            <p:nvPr/>
          </p:nvSpPr>
          <p:spPr>
            <a:xfrm>
              <a:off x="-1206520" y="2256981"/>
              <a:ext cx="8231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70C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270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</a:t>
              </a:r>
              <a:endPara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2" name="Airplane">
              <a:extLst>
                <a:ext uri="{FF2B5EF4-FFF2-40B4-BE49-F238E27FC236}">
                  <a16:creationId xmlns:a16="http://schemas.microsoft.com/office/drawing/2014/main" id="{5357193C-A88B-860C-6B50-77E5E05623E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87414" y="2280901"/>
              <a:ext cx="217999" cy="167772"/>
            </a:xfrm>
            <a:custGeom>
              <a:avLst/>
              <a:gdLst>
                <a:gd name="T0" fmla="*/ 169 w 671"/>
                <a:gd name="T1" fmla="*/ 0 h 586"/>
                <a:gd name="T2" fmla="*/ 149 w 671"/>
                <a:gd name="T3" fmla="*/ 28 h 586"/>
                <a:gd name="T4" fmla="*/ 230 w 671"/>
                <a:gd name="T5" fmla="*/ 227 h 586"/>
                <a:gd name="T6" fmla="*/ 88 w 671"/>
                <a:gd name="T7" fmla="*/ 227 h 586"/>
                <a:gd name="T8" fmla="*/ 54 w 671"/>
                <a:gd name="T9" fmla="*/ 160 h 586"/>
                <a:gd name="T10" fmla="*/ 40 w 671"/>
                <a:gd name="T11" fmla="*/ 149 h 586"/>
                <a:gd name="T12" fmla="*/ 0 w 671"/>
                <a:gd name="T13" fmla="*/ 166 h 586"/>
                <a:gd name="T14" fmla="*/ 26 w 671"/>
                <a:gd name="T15" fmla="*/ 293 h 586"/>
                <a:gd name="T16" fmla="*/ 0 w 671"/>
                <a:gd name="T17" fmla="*/ 419 h 586"/>
                <a:gd name="T18" fmla="*/ 51 w 671"/>
                <a:gd name="T19" fmla="*/ 431 h 586"/>
                <a:gd name="T20" fmla="*/ 54 w 671"/>
                <a:gd name="T21" fmla="*/ 427 h 586"/>
                <a:gd name="T22" fmla="*/ 54 w 671"/>
                <a:gd name="T23" fmla="*/ 427 h 586"/>
                <a:gd name="T24" fmla="*/ 88 w 671"/>
                <a:gd name="T25" fmla="*/ 360 h 586"/>
                <a:gd name="T26" fmla="*/ 230 w 671"/>
                <a:gd name="T27" fmla="*/ 360 h 586"/>
                <a:gd name="T28" fmla="*/ 149 w 671"/>
                <a:gd name="T29" fmla="*/ 558 h 586"/>
                <a:gd name="T30" fmla="*/ 169 w 671"/>
                <a:gd name="T31" fmla="*/ 586 h 586"/>
                <a:gd name="T32" fmla="*/ 200 w 671"/>
                <a:gd name="T33" fmla="*/ 583 h 586"/>
                <a:gd name="T34" fmla="*/ 200 w 671"/>
                <a:gd name="T35" fmla="*/ 583 h 586"/>
                <a:gd name="T36" fmla="*/ 224 w 671"/>
                <a:gd name="T37" fmla="*/ 569 h 586"/>
                <a:gd name="T38" fmla="*/ 388 w 671"/>
                <a:gd name="T39" fmla="*/ 360 h 586"/>
                <a:gd name="T40" fmla="*/ 583 w 671"/>
                <a:gd name="T41" fmla="*/ 360 h 586"/>
                <a:gd name="T42" fmla="*/ 646 w 671"/>
                <a:gd name="T43" fmla="*/ 334 h 586"/>
                <a:gd name="T44" fmla="*/ 646 w 671"/>
                <a:gd name="T45" fmla="*/ 253 h 586"/>
                <a:gd name="T46" fmla="*/ 583 w 671"/>
                <a:gd name="T47" fmla="*/ 227 h 586"/>
                <a:gd name="T48" fmla="*/ 388 w 671"/>
                <a:gd name="T49" fmla="*/ 227 h 586"/>
                <a:gd name="T50" fmla="*/ 224 w 671"/>
                <a:gd name="T51" fmla="*/ 17 h 586"/>
                <a:gd name="T52" fmla="*/ 169 w 671"/>
                <a:gd name="T53" fmla="*/ 0 h 586"/>
                <a:gd name="T54" fmla="*/ 177 w 671"/>
                <a:gd name="T55" fmla="*/ 28 h 586"/>
                <a:gd name="T56" fmla="*/ 197 w 671"/>
                <a:gd name="T57" fmla="*/ 30 h 586"/>
                <a:gd name="T58" fmla="*/ 211 w 671"/>
                <a:gd name="T59" fmla="*/ 44 h 586"/>
                <a:gd name="T60" fmla="*/ 375 w 671"/>
                <a:gd name="T61" fmla="*/ 253 h 586"/>
                <a:gd name="T62" fmla="*/ 583 w 671"/>
                <a:gd name="T63" fmla="*/ 253 h 586"/>
                <a:gd name="T64" fmla="*/ 627 w 671"/>
                <a:gd name="T65" fmla="*/ 271 h 586"/>
                <a:gd name="T66" fmla="*/ 627 w 671"/>
                <a:gd name="T67" fmla="*/ 316 h 586"/>
                <a:gd name="T68" fmla="*/ 583 w 671"/>
                <a:gd name="T69" fmla="*/ 333 h 586"/>
                <a:gd name="T70" fmla="*/ 375 w 671"/>
                <a:gd name="T71" fmla="*/ 333 h 586"/>
                <a:gd name="T72" fmla="*/ 203 w 671"/>
                <a:gd name="T73" fmla="*/ 552 h 586"/>
                <a:gd name="T74" fmla="*/ 197 w 671"/>
                <a:gd name="T75" fmla="*/ 556 h 586"/>
                <a:gd name="T76" fmla="*/ 177 w 671"/>
                <a:gd name="T77" fmla="*/ 558 h 586"/>
                <a:gd name="T78" fmla="*/ 270 w 671"/>
                <a:gd name="T79" fmla="*/ 333 h 586"/>
                <a:gd name="T80" fmla="*/ 72 w 671"/>
                <a:gd name="T81" fmla="*/ 333 h 586"/>
                <a:gd name="T82" fmla="*/ 29 w 671"/>
                <a:gd name="T83" fmla="*/ 413 h 586"/>
                <a:gd name="T84" fmla="*/ 53 w 671"/>
                <a:gd name="T85" fmla="*/ 293 h 586"/>
                <a:gd name="T86" fmla="*/ 29 w 671"/>
                <a:gd name="T87" fmla="*/ 174 h 586"/>
                <a:gd name="T88" fmla="*/ 72 w 671"/>
                <a:gd name="T89" fmla="*/ 253 h 586"/>
                <a:gd name="T90" fmla="*/ 270 w 671"/>
                <a:gd name="T91" fmla="*/ 253 h 586"/>
                <a:gd name="T92" fmla="*/ 177 w 671"/>
                <a:gd name="T93" fmla="*/ 2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71" h="586">
                  <a:moveTo>
                    <a:pt x="169" y="0"/>
                  </a:moveTo>
                  <a:cubicBezTo>
                    <a:pt x="150" y="1"/>
                    <a:pt x="147" y="12"/>
                    <a:pt x="149" y="28"/>
                  </a:cubicBezTo>
                  <a:cubicBezTo>
                    <a:pt x="175" y="93"/>
                    <a:pt x="201" y="157"/>
                    <a:pt x="230" y="227"/>
                  </a:cubicBezTo>
                  <a:lnTo>
                    <a:pt x="88" y="227"/>
                  </a:lnTo>
                  <a:cubicBezTo>
                    <a:pt x="83" y="217"/>
                    <a:pt x="59" y="170"/>
                    <a:pt x="54" y="160"/>
                  </a:cubicBezTo>
                  <a:cubicBezTo>
                    <a:pt x="51" y="155"/>
                    <a:pt x="45" y="150"/>
                    <a:pt x="40" y="149"/>
                  </a:cubicBezTo>
                  <a:cubicBezTo>
                    <a:pt x="20" y="144"/>
                    <a:pt x="5" y="144"/>
                    <a:pt x="0" y="166"/>
                  </a:cubicBezTo>
                  <a:cubicBezTo>
                    <a:pt x="8" y="208"/>
                    <a:pt x="18" y="256"/>
                    <a:pt x="26" y="293"/>
                  </a:cubicBezTo>
                  <a:cubicBezTo>
                    <a:pt x="25" y="298"/>
                    <a:pt x="1" y="414"/>
                    <a:pt x="0" y="419"/>
                  </a:cubicBezTo>
                  <a:cubicBezTo>
                    <a:pt x="3" y="446"/>
                    <a:pt x="35" y="444"/>
                    <a:pt x="51" y="431"/>
                  </a:cubicBezTo>
                  <a:cubicBezTo>
                    <a:pt x="53" y="429"/>
                    <a:pt x="53" y="428"/>
                    <a:pt x="54" y="427"/>
                  </a:cubicBezTo>
                  <a:lnTo>
                    <a:pt x="54" y="427"/>
                  </a:lnTo>
                  <a:cubicBezTo>
                    <a:pt x="59" y="417"/>
                    <a:pt x="83" y="370"/>
                    <a:pt x="88" y="360"/>
                  </a:cubicBezTo>
                  <a:lnTo>
                    <a:pt x="230" y="360"/>
                  </a:lnTo>
                  <a:cubicBezTo>
                    <a:pt x="202" y="429"/>
                    <a:pt x="178" y="486"/>
                    <a:pt x="149" y="558"/>
                  </a:cubicBezTo>
                  <a:cubicBezTo>
                    <a:pt x="145" y="577"/>
                    <a:pt x="152" y="583"/>
                    <a:pt x="169" y="586"/>
                  </a:cubicBezTo>
                  <a:cubicBezTo>
                    <a:pt x="174" y="586"/>
                    <a:pt x="189" y="584"/>
                    <a:pt x="200" y="583"/>
                  </a:cubicBezTo>
                  <a:lnTo>
                    <a:pt x="200" y="583"/>
                  </a:lnTo>
                  <a:cubicBezTo>
                    <a:pt x="214" y="582"/>
                    <a:pt x="222" y="572"/>
                    <a:pt x="224" y="569"/>
                  </a:cubicBezTo>
                  <a:cubicBezTo>
                    <a:pt x="278" y="501"/>
                    <a:pt x="337" y="425"/>
                    <a:pt x="388" y="360"/>
                  </a:cubicBezTo>
                  <a:lnTo>
                    <a:pt x="583" y="360"/>
                  </a:lnTo>
                  <a:cubicBezTo>
                    <a:pt x="612" y="360"/>
                    <a:pt x="633" y="348"/>
                    <a:pt x="646" y="334"/>
                  </a:cubicBezTo>
                  <a:cubicBezTo>
                    <a:pt x="671" y="309"/>
                    <a:pt x="668" y="275"/>
                    <a:pt x="646" y="253"/>
                  </a:cubicBezTo>
                  <a:cubicBezTo>
                    <a:pt x="633" y="239"/>
                    <a:pt x="611" y="227"/>
                    <a:pt x="583" y="227"/>
                  </a:cubicBezTo>
                  <a:lnTo>
                    <a:pt x="388" y="227"/>
                  </a:lnTo>
                  <a:cubicBezTo>
                    <a:pt x="327" y="149"/>
                    <a:pt x="278" y="85"/>
                    <a:pt x="224" y="17"/>
                  </a:cubicBezTo>
                  <a:cubicBezTo>
                    <a:pt x="208" y="1"/>
                    <a:pt x="190" y="2"/>
                    <a:pt x="169" y="0"/>
                  </a:cubicBezTo>
                  <a:close/>
                  <a:moveTo>
                    <a:pt x="177" y="28"/>
                  </a:moveTo>
                  <a:cubicBezTo>
                    <a:pt x="184" y="29"/>
                    <a:pt x="190" y="29"/>
                    <a:pt x="197" y="30"/>
                  </a:cubicBezTo>
                  <a:cubicBezTo>
                    <a:pt x="204" y="32"/>
                    <a:pt x="206" y="38"/>
                    <a:pt x="211" y="44"/>
                  </a:cubicBezTo>
                  <a:cubicBezTo>
                    <a:pt x="269" y="118"/>
                    <a:pt x="326" y="191"/>
                    <a:pt x="375" y="253"/>
                  </a:cubicBezTo>
                  <a:lnTo>
                    <a:pt x="583" y="253"/>
                  </a:lnTo>
                  <a:cubicBezTo>
                    <a:pt x="604" y="253"/>
                    <a:pt x="618" y="261"/>
                    <a:pt x="627" y="271"/>
                  </a:cubicBezTo>
                  <a:cubicBezTo>
                    <a:pt x="642" y="286"/>
                    <a:pt x="642" y="301"/>
                    <a:pt x="627" y="316"/>
                  </a:cubicBezTo>
                  <a:cubicBezTo>
                    <a:pt x="618" y="325"/>
                    <a:pt x="604" y="333"/>
                    <a:pt x="583" y="333"/>
                  </a:cubicBezTo>
                  <a:lnTo>
                    <a:pt x="375" y="333"/>
                  </a:lnTo>
                  <a:cubicBezTo>
                    <a:pt x="315" y="411"/>
                    <a:pt x="255" y="486"/>
                    <a:pt x="203" y="552"/>
                  </a:cubicBezTo>
                  <a:cubicBezTo>
                    <a:pt x="200" y="557"/>
                    <a:pt x="203" y="556"/>
                    <a:pt x="197" y="556"/>
                  </a:cubicBezTo>
                  <a:cubicBezTo>
                    <a:pt x="190" y="557"/>
                    <a:pt x="184" y="558"/>
                    <a:pt x="177" y="558"/>
                  </a:cubicBezTo>
                  <a:cubicBezTo>
                    <a:pt x="207" y="486"/>
                    <a:pt x="241" y="402"/>
                    <a:pt x="270" y="333"/>
                  </a:cubicBezTo>
                  <a:lnTo>
                    <a:pt x="72" y="333"/>
                  </a:lnTo>
                  <a:cubicBezTo>
                    <a:pt x="58" y="362"/>
                    <a:pt x="42" y="391"/>
                    <a:pt x="29" y="413"/>
                  </a:cubicBezTo>
                  <a:cubicBezTo>
                    <a:pt x="37" y="373"/>
                    <a:pt x="45" y="333"/>
                    <a:pt x="53" y="293"/>
                  </a:cubicBezTo>
                  <a:cubicBezTo>
                    <a:pt x="45" y="252"/>
                    <a:pt x="36" y="212"/>
                    <a:pt x="29" y="174"/>
                  </a:cubicBezTo>
                  <a:cubicBezTo>
                    <a:pt x="45" y="198"/>
                    <a:pt x="60" y="230"/>
                    <a:pt x="72" y="253"/>
                  </a:cubicBezTo>
                  <a:lnTo>
                    <a:pt x="270" y="253"/>
                  </a:lnTo>
                  <a:cubicBezTo>
                    <a:pt x="236" y="171"/>
                    <a:pt x="207" y="102"/>
                    <a:pt x="177" y="2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1FEF2F61-0C32-2D0A-EA04-0625D978D87C}"/>
                </a:ext>
              </a:extLst>
            </p:cNvPr>
            <p:cNvSpPr txBox="1"/>
            <p:nvPr/>
          </p:nvSpPr>
          <p:spPr>
            <a:xfrm>
              <a:off x="-974247" y="2376179"/>
              <a:ext cx="590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+ 2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 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BCF0A6BB-44A2-9BD9-A2FE-C6242CFE90A8}"/>
              </a:ext>
            </a:extLst>
          </p:cNvPr>
          <p:cNvGrpSpPr/>
          <p:nvPr/>
        </p:nvGrpSpPr>
        <p:grpSpPr>
          <a:xfrm>
            <a:off x="4780345" y="3410139"/>
            <a:ext cx="823124" cy="376282"/>
            <a:chOff x="-1112519" y="2907213"/>
            <a:chExt cx="823124" cy="376282"/>
          </a:xfrm>
        </p:grpSpPr>
        <p:sp>
          <p:nvSpPr>
            <p:cNvPr id="345" name="Rectangle 43">
              <a:extLst>
                <a:ext uri="{FF2B5EF4-FFF2-40B4-BE49-F238E27FC236}">
                  <a16:creationId xmlns:a16="http://schemas.microsoft.com/office/drawing/2014/main" id="{7D815DFB-9790-987E-5AFC-79C287BAC573}"/>
                </a:ext>
              </a:extLst>
            </p:cNvPr>
            <p:cNvSpPr/>
            <p:nvPr/>
          </p:nvSpPr>
          <p:spPr>
            <a:xfrm>
              <a:off x="-1112519" y="2907213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109B7E56-B35B-EDA4-FD94-265AC8D12C9E}"/>
                </a:ext>
              </a:extLst>
            </p:cNvPr>
            <p:cNvSpPr txBox="1"/>
            <p:nvPr/>
          </p:nvSpPr>
          <p:spPr>
            <a:xfrm>
              <a:off x="-1008027" y="2986060"/>
              <a:ext cx="62463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B0F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12,423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en-US" altLang="ko-KR" sz="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7" name="AutoShape 55">
              <a:extLst>
                <a:ext uri="{FF2B5EF4-FFF2-40B4-BE49-F238E27FC236}">
                  <a16:creationId xmlns:a16="http://schemas.microsoft.com/office/drawing/2014/main" id="{D7B4D8DD-C308-09C4-759F-83E27B227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3320" y="2960385"/>
              <a:ext cx="284400" cy="283906"/>
            </a:xfrm>
            <a:prstGeom prst="ellipse">
              <a:avLst/>
            </a:prstGeom>
            <a:solidFill>
              <a:srgbClr val="242852">
                <a:lumMod val="20000"/>
                <a:lumOff val="80000"/>
              </a:srgbClr>
            </a:solidFill>
            <a:ln w="3175">
              <a:noFill/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8" name="Multipe Users">
              <a:extLst>
                <a:ext uri="{FF2B5EF4-FFF2-40B4-BE49-F238E27FC236}">
                  <a16:creationId xmlns:a16="http://schemas.microsoft.com/office/drawing/2014/main" id="{AA31F4B4-97CE-CD53-24F0-D294A0AA9F5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3046230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224E5111-869B-3410-FCE4-F475A217E373}"/>
                </a:ext>
              </a:extLst>
            </p:cNvPr>
            <p:cNvSpPr txBox="1"/>
            <p:nvPr/>
          </p:nvSpPr>
          <p:spPr>
            <a:xfrm>
              <a:off x="-1032994" y="3099721"/>
              <a:ext cx="6495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+268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350" name="그림 349">
            <a:extLst>
              <a:ext uri="{FF2B5EF4-FFF2-40B4-BE49-F238E27FC236}">
                <a16:creationId xmlns:a16="http://schemas.microsoft.com/office/drawing/2014/main" id="{CAC887E4-3CE3-7955-FCDA-7E76F02042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7913" y="2908857"/>
            <a:ext cx="3025638" cy="8292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73441-F634-DF56-833C-BA70200E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0E917C58-4E21-D599-0CEA-FCEF0B5F3E49}"/>
              </a:ext>
            </a:extLst>
          </p:cNvPr>
          <p:cNvGrpSpPr/>
          <p:nvPr/>
        </p:nvGrpSpPr>
        <p:grpSpPr>
          <a:xfrm>
            <a:off x="0" y="-23610"/>
            <a:ext cx="9144000" cy="683849"/>
            <a:chOff x="3464784" y="490439"/>
            <a:chExt cx="1644469" cy="489798"/>
          </a:xfrm>
        </p:grpSpPr>
        <p:sp>
          <p:nvSpPr>
            <p:cNvPr id="356" name="Shape 4">
              <a:extLst>
                <a:ext uri="{FF2B5EF4-FFF2-40B4-BE49-F238E27FC236}">
                  <a16:creationId xmlns:a16="http://schemas.microsoft.com/office/drawing/2014/main" id="{40A5680F-D378-585B-3CC6-8980123B22EC}"/>
                </a:ext>
              </a:extLst>
            </p:cNvPr>
            <p:cNvSpPr/>
            <p:nvPr/>
          </p:nvSpPr>
          <p:spPr>
            <a:xfrm>
              <a:off x="3464784" y="490439"/>
              <a:ext cx="1644469" cy="4897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57" name="Text 5">
              <a:extLst>
                <a:ext uri="{FF2B5EF4-FFF2-40B4-BE49-F238E27FC236}">
                  <a16:creationId xmlns:a16="http://schemas.microsoft.com/office/drawing/2014/main" id="{91F5A6E9-3350-B303-FE98-99C2BBF03065}"/>
                </a:ext>
              </a:extLst>
            </p:cNvPr>
            <p:cNvSpPr/>
            <p:nvPr/>
          </p:nvSpPr>
          <p:spPr>
            <a:xfrm>
              <a:off x="3765041" y="621571"/>
              <a:ext cx="1026942" cy="101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000" b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일일 시뮬레이션</a:t>
              </a:r>
              <a:endParaRPr lang="en-US" sz="1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358" name="Shape 4">
            <a:extLst>
              <a:ext uri="{FF2B5EF4-FFF2-40B4-BE49-F238E27FC236}">
                <a16:creationId xmlns:a16="http://schemas.microsoft.com/office/drawing/2014/main" id="{3684BB4F-9485-E02D-4B32-3CEDF342E0B4}"/>
              </a:ext>
            </a:extLst>
          </p:cNvPr>
          <p:cNvSpPr/>
          <p:nvPr/>
        </p:nvSpPr>
        <p:spPr>
          <a:xfrm>
            <a:off x="0" y="640535"/>
            <a:ext cx="9144000" cy="450296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81B93A5A-3B96-F32B-C1C3-3CEC518C5BD7}"/>
              </a:ext>
            </a:extLst>
          </p:cNvPr>
          <p:cNvSpPr/>
          <p:nvPr/>
        </p:nvSpPr>
        <p:spPr>
          <a:xfrm>
            <a:off x="288000" y="1144418"/>
            <a:ext cx="4284000" cy="3940374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431689F0-1FC2-E803-D18C-00BD148A3937}"/>
              </a:ext>
            </a:extLst>
          </p:cNvPr>
          <p:cNvSpPr/>
          <p:nvPr/>
        </p:nvSpPr>
        <p:spPr>
          <a:xfrm>
            <a:off x="4612013" y="1144418"/>
            <a:ext cx="4284000" cy="3940374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09E92F4-A41A-E91F-81C9-912E71C7A9AB}"/>
              </a:ext>
            </a:extLst>
          </p:cNvPr>
          <p:cNvGrpSpPr/>
          <p:nvPr/>
        </p:nvGrpSpPr>
        <p:grpSpPr>
          <a:xfrm>
            <a:off x="331357" y="383252"/>
            <a:ext cx="1644469" cy="248557"/>
            <a:chOff x="424554" y="585216"/>
            <a:chExt cx="1644469" cy="384048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9509B0C0-5B76-7A9A-5566-FA6683C9969C}"/>
                </a:ext>
              </a:extLst>
            </p:cNvPr>
            <p:cNvSpPr/>
            <p:nvPr/>
          </p:nvSpPr>
          <p:spPr>
            <a:xfrm>
              <a:off x="424554" y="585216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DA833E5E-1448-0E45-F9A2-8FA1B3C00807}"/>
                </a:ext>
              </a:extLst>
            </p:cNvPr>
            <p:cNvSpPr/>
            <p:nvPr/>
          </p:nvSpPr>
          <p:spPr>
            <a:xfrm>
              <a:off x="780380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</a:t>
              </a:r>
              <a:r>
                <a:rPr lang="en-US" sz="950" b="1" dirty="0" err="1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보기</a:t>
              </a:r>
              <a:endParaRPr lang="en-US" sz="950" b="1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5DCC6E5-7350-E79C-DECA-11B44828F11B}"/>
              </a:ext>
            </a:extLst>
          </p:cNvPr>
          <p:cNvGrpSpPr/>
          <p:nvPr/>
        </p:nvGrpSpPr>
        <p:grpSpPr>
          <a:xfrm>
            <a:off x="3787419" y="383252"/>
            <a:ext cx="1644469" cy="248557"/>
            <a:chOff x="3464784" y="590731"/>
            <a:chExt cx="1644469" cy="38404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AFFFC3E-BF21-C67E-7C54-B5FAE3B8C085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A16E4F6B-3EFD-5206-E908-8AED139DC4B1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체크인카운터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5153CA7-5801-4534-853E-D32E0EF03223}"/>
              </a:ext>
            </a:extLst>
          </p:cNvPr>
          <p:cNvGrpSpPr/>
          <p:nvPr/>
        </p:nvGrpSpPr>
        <p:grpSpPr>
          <a:xfrm>
            <a:off x="5515450" y="383252"/>
            <a:ext cx="1644469" cy="248557"/>
            <a:chOff x="5251846" y="585216"/>
            <a:chExt cx="1644469" cy="38404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DEAB291B-0F0F-5A4F-5D7C-06F14A5D9B59}"/>
                </a:ext>
              </a:extLst>
            </p:cNvPr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FCDE9DC0-12D8-7B96-3774-FDE9AD06ECF7}"/>
                </a:ext>
              </a:extLst>
            </p:cNvPr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14DFAE1-F65F-6550-3DEA-CBCAEEBA7E88}"/>
              </a:ext>
            </a:extLst>
          </p:cNvPr>
          <p:cNvGrpSpPr/>
          <p:nvPr/>
        </p:nvGrpSpPr>
        <p:grpSpPr>
          <a:xfrm>
            <a:off x="7243481" y="383252"/>
            <a:ext cx="1644469" cy="248557"/>
            <a:chOff x="7336678" y="585216"/>
            <a:chExt cx="1644469" cy="384048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FC918250-ECF6-4A6B-3DD7-47D1879E9D7E}"/>
                </a:ext>
              </a:extLst>
            </p:cNvPr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84F2B9AF-DF7A-F47E-9A7D-14DCD5B62E75}"/>
                </a:ext>
              </a:extLst>
            </p:cNvPr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12" name="Shape 10">
            <a:extLst>
              <a:ext uri="{FF2B5EF4-FFF2-40B4-BE49-F238E27FC236}">
                <a16:creationId xmlns:a16="http://schemas.microsoft.com/office/drawing/2014/main" id="{62E95857-0739-01AC-58AC-C44B469CC0F1}"/>
              </a:ext>
            </a:extLst>
          </p:cNvPr>
          <p:cNvSpPr/>
          <p:nvPr/>
        </p:nvSpPr>
        <p:spPr>
          <a:xfrm>
            <a:off x="303200" y="686673"/>
            <a:ext cx="3579951" cy="33670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83BA868-F529-731B-1ACC-CA8D2BB39973}"/>
              </a:ext>
            </a:extLst>
          </p:cNvPr>
          <p:cNvGrpSpPr/>
          <p:nvPr/>
        </p:nvGrpSpPr>
        <p:grpSpPr>
          <a:xfrm>
            <a:off x="2059388" y="383252"/>
            <a:ext cx="1644469" cy="248557"/>
            <a:chOff x="3464784" y="590731"/>
            <a:chExt cx="1644469" cy="384048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01B33905-9C08-C52E-882D-0E7102D4019F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86D40109-8344-0E4C-C836-E39536CD6926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 err="1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43" name="Text 18">
            <a:extLst>
              <a:ext uri="{FF2B5EF4-FFF2-40B4-BE49-F238E27FC236}">
                <a16:creationId xmlns:a16="http://schemas.microsoft.com/office/drawing/2014/main" id="{9A4C8430-E2E7-0A50-BB63-BDE64BE1AB29}"/>
              </a:ext>
            </a:extLst>
          </p:cNvPr>
          <p:cNvSpPr/>
          <p:nvPr/>
        </p:nvSpPr>
        <p:spPr>
          <a:xfrm>
            <a:off x="436328" y="719077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기준일자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BC072FD8-311A-07EF-5656-E61270976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19" y="736666"/>
            <a:ext cx="1028789" cy="213378"/>
          </a:xfrm>
          <a:prstGeom prst="rect">
            <a:avLst/>
          </a:prstGeom>
        </p:spPr>
      </p:pic>
      <p:sp>
        <p:nvSpPr>
          <p:cNvPr id="47" name="Shape 16">
            <a:extLst>
              <a:ext uri="{FF2B5EF4-FFF2-40B4-BE49-F238E27FC236}">
                <a16:creationId xmlns:a16="http://schemas.microsoft.com/office/drawing/2014/main" id="{9E225521-0B52-A008-DBD2-85CC76F12DA7}"/>
              </a:ext>
            </a:extLst>
          </p:cNvPr>
          <p:cNvSpPr/>
          <p:nvPr/>
        </p:nvSpPr>
        <p:spPr>
          <a:xfrm>
            <a:off x="2052317" y="737782"/>
            <a:ext cx="442395" cy="205468"/>
          </a:xfrm>
          <a:prstGeom prst="roundRect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sz="800" b="1" dirty="0">
                <a:solidFill>
                  <a:schemeClr val="accent5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조회</a:t>
            </a:r>
            <a:endParaRPr lang="ko-KR" altLang="en-US" sz="1050" b="1" dirty="0">
              <a:solidFill>
                <a:schemeClr val="accent5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BF7E807E-FABD-D53C-A42E-A5003D490A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3" t="16287" r="4391" b="12860"/>
          <a:stretch>
            <a:fillRect/>
          </a:stretch>
        </p:blipFill>
        <p:spPr>
          <a:xfrm>
            <a:off x="2540578" y="726152"/>
            <a:ext cx="1342573" cy="288596"/>
          </a:xfrm>
          <a:prstGeom prst="rect">
            <a:avLst/>
          </a:prstGeom>
        </p:spPr>
      </p:pic>
      <p:sp>
        <p:nvSpPr>
          <p:cNvPr id="50" name="Shape 2">
            <a:extLst>
              <a:ext uri="{FF2B5EF4-FFF2-40B4-BE49-F238E27FC236}">
                <a16:creationId xmlns:a16="http://schemas.microsoft.com/office/drawing/2014/main" id="{0266C91B-259E-23A4-96AA-1BAE90AA3DCA}"/>
              </a:ext>
            </a:extLst>
          </p:cNvPr>
          <p:cNvSpPr/>
          <p:nvPr/>
        </p:nvSpPr>
        <p:spPr>
          <a:xfrm>
            <a:off x="5628152" y="695281"/>
            <a:ext cx="775165" cy="3909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터미널 내  </a:t>
            </a:r>
            <a:endParaRPr lang="en-US" altLang="ko-KR" sz="800" dirty="0">
              <a:solidFill>
                <a:schemeClr val="tx1">
                  <a:lumMod val="85000"/>
                  <a:lumOff val="15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최대 여객 시점</a:t>
            </a:r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F368D832-869A-1EEA-7397-948135B1640F}"/>
              </a:ext>
            </a:extLst>
          </p:cNvPr>
          <p:cNvSpPr/>
          <p:nvPr/>
        </p:nvSpPr>
        <p:spPr>
          <a:xfrm>
            <a:off x="6456708" y="695281"/>
            <a:ext cx="775165" cy="39090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체크인 카운터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69FA4CCF-2193-7C49-C098-B7BDBC7AA960}"/>
              </a:ext>
            </a:extLst>
          </p:cNvPr>
          <p:cNvSpPr/>
          <p:nvPr/>
        </p:nvSpPr>
        <p:spPr>
          <a:xfrm>
            <a:off x="7285264" y="695281"/>
            <a:ext cx="775165" cy="390901"/>
          </a:xfrm>
          <a:prstGeom prst="rect">
            <a:avLst/>
          </a:prstGeom>
          <a:solidFill>
            <a:srgbClr val="D6EEE6"/>
          </a:solidFill>
          <a:ln w="12700">
            <a:solidFill>
              <a:srgbClr val="C5E6DC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출국장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397BEF03-EDC9-DCF2-64B9-A259AE4B2DA9}"/>
              </a:ext>
            </a:extLst>
          </p:cNvPr>
          <p:cNvSpPr/>
          <p:nvPr/>
        </p:nvSpPr>
        <p:spPr>
          <a:xfrm>
            <a:off x="8113821" y="695281"/>
            <a:ext cx="775165" cy="390901"/>
          </a:xfrm>
          <a:prstGeom prst="rect">
            <a:avLst/>
          </a:prstGeom>
          <a:solidFill>
            <a:srgbClr val="FDEED3"/>
          </a:solidFill>
          <a:ln w="12700">
            <a:solidFill>
              <a:srgbClr val="FBDBA5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보안검색대 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65108BAA-6DA0-2245-1CDE-3D5AA5348F18}"/>
              </a:ext>
            </a:extLst>
          </p:cNvPr>
          <p:cNvGrpSpPr/>
          <p:nvPr/>
        </p:nvGrpSpPr>
        <p:grpSpPr>
          <a:xfrm>
            <a:off x="4029208" y="707097"/>
            <a:ext cx="1406344" cy="352180"/>
            <a:chOff x="4031210" y="438145"/>
            <a:chExt cx="1406344" cy="352180"/>
          </a:xfrm>
        </p:grpSpPr>
        <p:sp>
          <p:nvSpPr>
            <p:cNvPr id="56" name="Shape 5">
              <a:extLst>
                <a:ext uri="{FF2B5EF4-FFF2-40B4-BE49-F238E27FC236}">
                  <a16:creationId xmlns:a16="http://schemas.microsoft.com/office/drawing/2014/main" id="{11A80632-B993-32D0-ED23-D31B7B97E1D1}"/>
                </a:ext>
              </a:extLst>
            </p:cNvPr>
            <p:cNvSpPr/>
            <p:nvPr/>
          </p:nvSpPr>
          <p:spPr>
            <a:xfrm>
              <a:off x="4031210" y="438145"/>
              <a:ext cx="1392927" cy="35218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7" name="Text 6">
              <a:extLst>
                <a:ext uri="{FF2B5EF4-FFF2-40B4-BE49-F238E27FC236}">
                  <a16:creationId xmlns:a16="http://schemas.microsoft.com/office/drawing/2014/main" id="{984C52F9-3134-F2E9-1F93-28DF96A44204}"/>
                </a:ext>
              </a:extLst>
            </p:cNvPr>
            <p:cNvSpPr/>
            <p:nvPr/>
          </p:nvSpPr>
          <p:spPr>
            <a:xfrm>
              <a:off x="4105513" y="474721"/>
              <a:ext cx="612648" cy="83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총 운항편수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8" name="Text 7">
              <a:extLst>
                <a:ext uri="{FF2B5EF4-FFF2-40B4-BE49-F238E27FC236}">
                  <a16:creationId xmlns:a16="http://schemas.microsoft.com/office/drawing/2014/main" id="{BB9100D4-E240-CC4E-2D76-624C4E8AAF51}"/>
                </a:ext>
              </a:extLst>
            </p:cNvPr>
            <p:cNvSpPr/>
            <p:nvPr/>
          </p:nvSpPr>
          <p:spPr>
            <a:xfrm>
              <a:off x="4185340" y="595217"/>
              <a:ext cx="612648" cy="195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72편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3" name="Text 6">
              <a:extLst>
                <a:ext uri="{FF2B5EF4-FFF2-40B4-BE49-F238E27FC236}">
                  <a16:creationId xmlns:a16="http://schemas.microsoft.com/office/drawing/2014/main" id="{A706A61A-6BEA-F86B-1BF6-D0707F548C18}"/>
                </a:ext>
              </a:extLst>
            </p:cNvPr>
            <p:cNvSpPr/>
            <p:nvPr/>
          </p:nvSpPr>
          <p:spPr>
            <a:xfrm>
              <a:off x="4824906" y="465061"/>
              <a:ext cx="612648" cy="83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총 </a:t>
              </a:r>
              <a:r>
                <a:rPr lang="ko-KR" alt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여객</a:t>
              </a: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4" name="Text 7">
              <a:extLst>
                <a:ext uri="{FF2B5EF4-FFF2-40B4-BE49-F238E27FC236}">
                  <a16:creationId xmlns:a16="http://schemas.microsoft.com/office/drawing/2014/main" id="{CB2DDFD9-C9FD-5067-9555-BBF6BDF3850F}"/>
                </a:ext>
              </a:extLst>
            </p:cNvPr>
            <p:cNvSpPr/>
            <p:nvPr/>
          </p:nvSpPr>
          <p:spPr>
            <a:xfrm>
              <a:off x="4824906" y="585557"/>
              <a:ext cx="612648" cy="195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6,800</a:t>
              </a:r>
              <a:r>
                <a:rPr lang="ko-KR" alt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명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81" name="Shape 29">
            <a:extLst>
              <a:ext uri="{FF2B5EF4-FFF2-40B4-BE49-F238E27FC236}">
                <a16:creationId xmlns:a16="http://schemas.microsoft.com/office/drawing/2014/main" id="{887F21FE-4412-2DFF-25A9-5F0E633449F8}"/>
              </a:ext>
            </a:extLst>
          </p:cNvPr>
          <p:cNvSpPr/>
          <p:nvPr/>
        </p:nvSpPr>
        <p:spPr>
          <a:xfrm>
            <a:off x="301895" y="1143334"/>
            <a:ext cx="4253265" cy="204126"/>
          </a:xfrm>
          <a:prstGeom prst="roundRect">
            <a:avLst>
              <a:gd name="adj" fmla="val 21429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en-US" altLang="ko-KR" sz="1000" b="1" dirty="0">
                <a:latin typeface="Rix고딕 L" panose="02020603020101020101" pitchFamily="18" charset="-127"/>
                <a:ea typeface="Rix고딕 L" panose="02020603020101020101" pitchFamily="18" charset="-127"/>
              </a:rPr>
              <a:t>T1 </a:t>
            </a:r>
            <a:endParaRPr lang="ko-KR" altLang="en-US" sz="1000" b="1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2" name="Shape 29">
            <a:extLst>
              <a:ext uri="{FF2B5EF4-FFF2-40B4-BE49-F238E27FC236}">
                <a16:creationId xmlns:a16="http://schemas.microsoft.com/office/drawing/2014/main" id="{722625B8-A6BF-3859-0D80-B6CF9025C072}"/>
              </a:ext>
            </a:extLst>
          </p:cNvPr>
          <p:cNvSpPr/>
          <p:nvPr/>
        </p:nvSpPr>
        <p:spPr>
          <a:xfrm>
            <a:off x="4620122" y="1150530"/>
            <a:ext cx="4262400" cy="204126"/>
          </a:xfrm>
          <a:prstGeom prst="roundRect">
            <a:avLst>
              <a:gd name="adj" fmla="val 21429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en-US" altLang="ko-KR" sz="1000" b="1" dirty="0">
                <a:latin typeface="Rix고딕 L" panose="02020603020101020101" pitchFamily="18" charset="-127"/>
                <a:ea typeface="Rix고딕 L" panose="02020603020101020101" pitchFamily="18" charset="-127"/>
              </a:rPr>
              <a:t>T2 </a:t>
            </a:r>
            <a:endParaRPr lang="ko-KR" altLang="en-US" sz="1000" b="1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6F162210-F6E4-A2E7-95BF-1511FF809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29" y="1526273"/>
            <a:ext cx="4181154" cy="1314429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89FBC875-45DA-C7B3-5BEA-38D77FEEF9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03" y="1419077"/>
            <a:ext cx="1196444" cy="129551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3B030DE2-D911-4BA8-0F96-80DB5A5D63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7791" y="1427062"/>
            <a:ext cx="1150720" cy="129551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67F01C51-86D9-E075-282E-85525DD85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380" y="1405385"/>
            <a:ext cx="1196444" cy="129551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324F9FB8-D5EC-E557-04B9-75F5B95349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068" y="1413370"/>
            <a:ext cx="1150720" cy="129551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21B9C581-3505-0A10-8D9D-ECE76B8722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3949" y="1620077"/>
            <a:ext cx="4091795" cy="1191068"/>
          </a:xfrm>
          <a:prstGeom prst="rect">
            <a:avLst/>
          </a:prstGeom>
        </p:spPr>
      </p:pic>
      <p:pic>
        <p:nvPicPr>
          <p:cNvPr id="249" name="그림 248">
            <a:extLst>
              <a:ext uri="{FF2B5EF4-FFF2-40B4-BE49-F238E27FC236}">
                <a16:creationId xmlns:a16="http://schemas.microsoft.com/office/drawing/2014/main" id="{3C2D74D9-0414-7724-4CAB-B50902AE0A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629" y="3822767"/>
            <a:ext cx="2667882" cy="1180187"/>
          </a:xfrm>
          <a:prstGeom prst="rect">
            <a:avLst/>
          </a:prstGeom>
        </p:spPr>
      </p:pic>
      <p:pic>
        <p:nvPicPr>
          <p:cNvPr id="297" name="그림 296">
            <a:extLst>
              <a:ext uri="{FF2B5EF4-FFF2-40B4-BE49-F238E27FC236}">
                <a16:creationId xmlns:a16="http://schemas.microsoft.com/office/drawing/2014/main" id="{5D01F431-511B-C885-7766-1B637A409A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38" y="3845265"/>
            <a:ext cx="1319809" cy="1102126"/>
          </a:xfrm>
          <a:prstGeom prst="rect">
            <a:avLst/>
          </a:prstGeom>
        </p:spPr>
      </p:pic>
      <p:sp>
        <p:nvSpPr>
          <p:cNvPr id="307" name="TextBox 306">
            <a:extLst>
              <a:ext uri="{FF2B5EF4-FFF2-40B4-BE49-F238E27FC236}">
                <a16:creationId xmlns:a16="http://schemas.microsoft.com/office/drawing/2014/main" id="{AD3810A1-ED73-5154-58BC-C8B8F524FAB9}"/>
              </a:ext>
            </a:extLst>
          </p:cNvPr>
          <p:cNvSpPr txBox="1"/>
          <p:nvPr/>
        </p:nvSpPr>
        <p:spPr>
          <a:xfrm>
            <a:off x="535473" y="2855541"/>
            <a:ext cx="7639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latinLnBrk="1">
              <a:spcAft>
                <a:spcPts val="300"/>
              </a:spcAft>
            </a:pPr>
            <a:r>
              <a: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지난 주 同요일 대비</a:t>
            </a: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F399930B-A20A-5ACA-6B9F-1C8AFBA72B39}"/>
              </a:ext>
            </a:extLst>
          </p:cNvPr>
          <p:cNvGrpSpPr/>
          <p:nvPr/>
        </p:nvGrpSpPr>
        <p:grpSpPr>
          <a:xfrm>
            <a:off x="402345" y="2971166"/>
            <a:ext cx="917124" cy="376282"/>
            <a:chOff x="-1206520" y="2193119"/>
            <a:chExt cx="917124" cy="376282"/>
          </a:xfrm>
        </p:grpSpPr>
        <p:sp>
          <p:nvSpPr>
            <p:cNvPr id="298" name="Multipe Users">
              <a:extLst>
                <a:ext uri="{FF2B5EF4-FFF2-40B4-BE49-F238E27FC236}">
                  <a16:creationId xmlns:a16="http://schemas.microsoft.com/office/drawing/2014/main" id="{32579FD8-527A-51DE-14E9-063407F13A2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2306001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3" name="Rectangle 43">
              <a:extLst>
                <a:ext uri="{FF2B5EF4-FFF2-40B4-BE49-F238E27FC236}">
                  <a16:creationId xmlns:a16="http://schemas.microsoft.com/office/drawing/2014/main" id="{5B082C6A-150A-2104-74C4-B91D09974712}"/>
                </a:ext>
              </a:extLst>
            </p:cNvPr>
            <p:cNvSpPr/>
            <p:nvPr/>
          </p:nvSpPr>
          <p:spPr>
            <a:xfrm>
              <a:off x="-1112520" y="2193119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4" name="AutoShape 55">
              <a:extLst>
                <a:ext uri="{FF2B5EF4-FFF2-40B4-BE49-F238E27FC236}">
                  <a16:creationId xmlns:a16="http://schemas.microsoft.com/office/drawing/2014/main" id="{E565E2F6-AA65-FCAD-0C0B-3453C34AA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0194" y="2226657"/>
              <a:ext cx="280780" cy="283906"/>
            </a:xfrm>
            <a:prstGeom prst="ellipse">
              <a:avLst/>
            </a:prstGeom>
            <a:solidFill>
              <a:srgbClr val="242852">
                <a:lumMod val="60000"/>
                <a:lumOff val="40000"/>
              </a:srgbClr>
            </a:solidFill>
            <a:ln w="3175">
              <a:solidFill>
                <a:srgbClr val="242852">
                  <a:lumMod val="60000"/>
                  <a:lumOff val="40000"/>
                </a:srgbClr>
              </a:solidFill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DA2281C1-B5AA-454F-A185-A6F9F0734A4D}"/>
                </a:ext>
              </a:extLst>
            </p:cNvPr>
            <p:cNvSpPr txBox="1"/>
            <p:nvPr/>
          </p:nvSpPr>
          <p:spPr>
            <a:xfrm>
              <a:off x="-1206520" y="2256981"/>
              <a:ext cx="8231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70C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270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</a:t>
              </a:r>
              <a:endPara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6" name="Airplane">
              <a:extLst>
                <a:ext uri="{FF2B5EF4-FFF2-40B4-BE49-F238E27FC236}">
                  <a16:creationId xmlns:a16="http://schemas.microsoft.com/office/drawing/2014/main" id="{F518D965-BD4A-63F9-6BDF-A80AF705D93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87414" y="2280901"/>
              <a:ext cx="217999" cy="167772"/>
            </a:xfrm>
            <a:custGeom>
              <a:avLst/>
              <a:gdLst>
                <a:gd name="T0" fmla="*/ 169 w 671"/>
                <a:gd name="T1" fmla="*/ 0 h 586"/>
                <a:gd name="T2" fmla="*/ 149 w 671"/>
                <a:gd name="T3" fmla="*/ 28 h 586"/>
                <a:gd name="T4" fmla="*/ 230 w 671"/>
                <a:gd name="T5" fmla="*/ 227 h 586"/>
                <a:gd name="T6" fmla="*/ 88 w 671"/>
                <a:gd name="T7" fmla="*/ 227 h 586"/>
                <a:gd name="T8" fmla="*/ 54 w 671"/>
                <a:gd name="T9" fmla="*/ 160 h 586"/>
                <a:gd name="T10" fmla="*/ 40 w 671"/>
                <a:gd name="T11" fmla="*/ 149 h 586"/>
                <a:gd name="T12" fmla="*/ 0 w 671"/>
                <a:gd name="T13" fmla="*/ 166 h 586"/>
                <a:gd name="T14" fmla="*/ 26 w 671"/>
                <a:gd name="T15" fmla="*/ 293 h 586"/>
                <a:gd name="T16" fmla="*/ 0 w 671"/>
                <a:gd name="T17" fmla="*/ 419 h 586"/>
                <a:gd name="T18" fmla="*/ 51 w 671"/>
                <a:gd name="T19" fmla="*/ 431 h 586"/>
                <a:gd name="T20" fmla="*/ 54 w 671"/>
                <a:gd name="T21" fmla="*/ 427 h 586"/>
                <a:gd name="T22" fmla="*/ 54 w 671"/>
                <a:gd name="T23" fmla="*/ 427 h 586"/>
                <a:gd name="T24" fmla="*/ 88 w 671"/>
                <a:gd name="T25" fmla="*/ 360 h 586"/>
                <a:gd name="T26" fmla="*/ 230 w 671"/>
                <a:gd name="T27" fmla="*/ 360 h 586"/>
                <a:gd name="T28" fmla="*/ 149 w 671"/>
                <a:gd name="T29" fmla="*/ 558 h 586"/>
                <a:gd name="T30" fmla="*/ 169 w 671"/>
                <a:gd name="T31" fmla="*/ 586 h 586"/>
                <a:gd name="T32" fmla="*/ 200 w 671"/>
                <a:gd name="T33" fmla="*/ 583 h 586"/>
                <a:gd name="T34" fmla="*/ 200 w 671"/>
                <a:gd name="T35" fmla="*/ 583 h 586"/>
                <a:gd name="T36" fmla="*/ 224 w 671"/>
                <a:gd name="T37" fmla="*/ 569 h 586"/>
                <a:gd name="T38" fmla="*/ 388 w 671"/>
                <a:gd name="T39" fmla="*/ 360 h 586"/>
                <a:gd name="T40" fmla="*/ 583 w 671"/>
                <a:gd name="T41" fmla="*/ 360 h 586"/>
                <a:gd name="T42" fmla="*/ 646 w 671"/>
                <a:gd name="T43" fmla="*/ 334 h 586"/>
                <a:gd name="T44" fmla="*/ 646 w 671"/>
                <a:gd name="T45" fmla="*/ 253 h 586"/>
                <a:gd name="T46" fmla="*/ 583 w 671"/>
                <a:gd name="T47" fmla="*/ 227 h 586"/>
                <a:gd name="T48" fmla="*/ 388 w 671"/>
                <a:gd name="T49" fmla="*/ 227 h 586"/>
                <a:gd name="T50" fmla="*/ 224 w 671"/>
                <a:gd name="T51" fmla="*/ 17 h 586"/>
                <a:gd name="T52" fmla="*/ 169 w 671"/>
                <a:gd name="T53" fmla="*/ 0 h 586"/>
                <a:gd name="T54" fmla="*/ 177 w 671"/>
                <a:gd name="T55" fmla="*/ 28 h 586"/>
                <a:gd name="T56" fmla="*/ 197 w 671"/>
                <a:gd name="T57" fmla="*/ 30 h 586"/>
                <a:gd name="T58" fmla="*/ 211 w 671"/>
                <a:gd name="T59" fmla="*/ 44 h 586"/>
                <a:gd name="T60" fmla="*/ 375 w 671"/>
                <a:gd name="T61" fmla="*/ 253 h 586"/>
                <a:gd name="T62" fmla="*/ 583 w 671"/>
                <a:gd name="T63" fmla="*/ 253 h 586"/>
                <a:gd name="T64" fmla="*/ 627 w 671"/>
                <a:gd name="T65" fmla="*/ 271 h 586"/>
                <a:gd name="T66" fmla="*/ 627 w 671"/>
                <a:gd name="T67" fmla="*/ 316 h 586"/>
                <a:gd name="T68" fmla="*/ 583 w 671"/>
                <a:gd name="T69" fmla="*/ 333 h 586"/>
                <a:gd name="T70" fmla="*/ 375 w 671"/>
                <a:gd name="T71" fmla="*/ 333 h 586"/>
                <a:gd name="T72" fmla="*/ 203 w 671"/>
                <a:gd name="T73" fmla="*/ 552 h 586"/>
                <a:gd name="T74" fmla="*/ 197 w 671"/>
                <a:gd name="T75" fmla="*/ 556 h 586"/>
                <a:gd name="T76" fmla="*/ 177 w 671"/>
                <a:gd name="T77" fmla="*/ 558 h 586"/>
                <a:gd name="T78" fmla="*/ 270 w 671"/>
                <a:gd name="T79" fmla="*/ 333 h 586"/>
                <a:gd name="T80" fmla="*/ 72 w 671"/>
                <a:gd name="T81" fmla="*/ 333 h 586"/>
                <a:gd name="T82" fmla="*/ 29 w 671"/>
                <a:gd name="T83" fmla="*/ 413 h 586"/>
                <a:gd name="T84" fmla="*/ 53 w 671"/>
                <a:gd name="T85" fmla="*/ 293 h 586"/>
                <a:gd name="T86" fmla="*/ 29 w 671"/>
                <a:gd name="T87" fmla="*/ 174 h 586"/>
                <a:gd name="T88" fmla="*/ 72 w 671"/>
                <a:gd name="T89" fmla="*/ 253 h 586"/>
                <a:gd name="T90" fmla="*/ 270 w 671"/>
                <a:gd name="T91" fmla="*/ 253 h 586"/>
                <a:gd name="T92" fmla="*/ 177 w 671"/>
                <a:gd name="T93" fmla="*/ 2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71" h="586">
                  <a:moveTo>
                    <a:pt x="169" y="0"/>
                  </a:moveTo>
                  <a:cubicBezTo>
                    <a:pt x="150" y="1"/>
                    <a:pt x="147" y="12"/>
                    <a:pt x="149" y="28"/>
                  </a:cubicBezTo>
                  <a:cubicBezTo>
                    <a:pt x="175" y="93"/>
                    <a:pt x="201" y="157"/>
                    <a:pt x="230" y="227"/>
                  </a:cubicBezTo>
                  <a:lnTo>
                    <a:pt x="88" y="227"/>
                  </a:lnTo>
                  <a:cubicBezTo>
                    <a:pt x="83" y="217"/>
                    <a:pt x="59" y="170"/>
                    <a:pt x="54" y="160"/>
                  </a:cubicBezTo>
                  <a:cubicBezTo>
                    <a:pt x="51" y="155"/>
                    <a:pt x="45" y="150"/>
                    <a:pt x="40" y="149"/>
                  </a:cubicBezTo>
                  <a:cubicBezTo>
                    <a:pt x="20" y="144"/>
                    <a:pt x="5" y="144"/>
                    <a:pt x="0" y="166"/>
                  </a:cubicBezTo>
                  <a:cubicBezTo>
                    <a:pt x="8" y="208"/>
                    <a:pt x="18" y="256"/>
                    <a:pt x="26" y="293"/>
                  </a:cubicBezTo>
                  <a:cubicBezTo>
                    <a:pt x="25" y="298"/>
                    <a:pt x="1" y="414"/>
                    <a:pt x="0" y="419"/>
                  </a:cubicBezTo>
                  <a:cubicBezTo>
                    <a:pt x="3" y="446"/>
                    <a:pt x="35" y="444"/>
                    <a:pt x="51" y="431"/>
                  </a:cubicBezTo>
                  <a:cubicBezTo>
                    <a:pt x="53" y="429"/>
                    <a:pt x="53" y="428"/>
                    <a:pt x="54" y="427"/>
                  </a:cubicBezTo>
                  <a:lnTo>
                    <a:pt x="54" y="427"/>
                  </a:lnTo>
                  <a:cubicBezTo>
                    <a:pt x="59" y="417"/>
                    <a:pt x="83" y="370"/>
                    <a:pt x="88" y="360"/>
                  </a:cubicBezTo>
                  <a:lnTo>
                    <a:pt x="230" y="360"/>
                  </a:lnTo>
                  <a:cubicBezTo>
                    <a:pt x="202" y="429"/>
                    <a:pt x="178" y="486"/>
                    <a:pt x="149" y="558"/>
                  </a:cubicBezTo>
                  <a:cubicBezTo>
                    <a:pt x="145" y="577"/>
                    <a:pt x="152" y="583"/>
                    <a:pt x="169" y="586"/>
                  </a:cubicBezTo>
                  <a:cubicBezTo>
                    <a:pt x="174" y="586"/>
                    <a:pt x="189" y="584"/>
                    <a:pt x="200" y="583"/>
                  </a:cubicBezTo>
                  <a:lnTo>
                    <a:pt x="200" y="583"/>
                  </a:lnTo>
                  <a:cubicBezTo>
                    <a:pt x="214" y="582"/>
                    <a:pt x="222" y="572"/>
                    <a:pt x="224" y="569"/>
                  </a:cubicBezTo>
                  <a:cubicBezTo>
                    <a:pt x="278" y="501"/>
                    <a:pt x="337" y="425"/>
                    <a:pt x="388" y="360"/>
                  </a:cubicBezTo>
                  <a:lnTo>
                    <a:pt x="583" y="360"/>
                  </a:lnTo>
                  <a:cubicBezTo>
                    <a:pt x="612" y="360"/>
                    <a:pt x="633" y="348"/>
                    <a:pt x="646" y="334"/>
                  </a:cubicBezTo>
                  <a:cubicBezTo>
                    <a:pt x="671" y="309"/>
                    <a:pt x="668" y="275"/>
                    <a:pt x="646" y="253"/>
                  </a:cubicBezTo>
                  <a:cubicBezTo>
                    <a:pt x="633" y="239"/>
                    <a:pt x="611" y="227"/>
                    <a:pt x="583" y="227"/>
                  </a:cubicBezTo>
                  <a:lnTo>
                    <a:pt x="388" y="227"/>
                  </a:lnTo>
                  <a:cubicBezTo>
                    <a:pt x="327" y="149"/>
                    <a:pt x="278" y="85"/>
                    <a:pt x="224" y="17"/>
                  </a:cubicBezTo>
                  <a:cubicBezTo>
                    <a:pt x="208" y="1"/>
                    <a:pt x="190" y="2"/>
                    <a:pt x="169" y="0"/>
                  </a:cubicBezTo>
                  <a:close/>
                  <a:moveTo>
                    <a:pt x="177" y="28"/>
                  </a:moveTo>
                  <a:cubicBezTo>
                    <a:pt x="184" y="29"/>
                    <a:pt x="190" y="29"/>
                    <a:pt x="197" y="30"/>
                  </a:cubicBezTo>
                  <a:cubicBezTo>
                    <a:pt x="204" y="32"/>
                    <a:pt x="206" y="38"/>
                    <a:pt x="211" y="44"/>
                  </a:cubicBezTo>
                  <a:cubicBezTo>
                    <a:pt x="269" y="118"/>
                    <a:pt x="326" y="191"/>
                    <a:pt x="375" y="253"/>
                  </a:cubicBezTo>
                  <a:lnTo>
                    <a:pt x="583" y="253"/>
                  </a:lnTo>
                  <a:cubicBezTo>
                    <a:pt x="604" y="253"/>
                    <a:pt x="618" y="261"/>
                    <a:pt x="627" y="271"/>
                  </a:cubicBezTo>
                  <a:cubicBezTo>
                    <a:pt x="642" y="286"/>
                    <a:pt x="642" y="301"/>
                    <a:pt x="627" y="316"/>
                  </a:cubicBezTo>
                  <a:cubicBezTo>
                    <a:pt x="618" y="325"/>
                    <a:pt x="604" y="333"/>
                    <a:pt x="583" y="333"/>
                  </a:cubicBezTo>
                  <a:lnTo>
                    <a:pt x="375" y="333"/>
                  </a:lnTo>
                  <a:cubicBezTo>
                    <a:pt x="315" y="411"/>
                    <a:pt x="255" y="486"/>
                    <a:pt x="203" y="552"/>
                  </a:cubicBezTo>
                  <a:cubicBezTo>
                    <a:pt x="200" y="557"/>
                    <a:pt x="203" y="556"/>
                    <a:pt x="197" y="556"/>
                  </a:cubicBezTo>
                  <a:cubicBezTo>
                    <a:pt x="190" y="557"/>
                    <a:pt x="184" y="558"/>
                    <a:pt x="177" y="558"/>
                  </a:cubicBezTo>
                  <a:cubicBezTo>
                    <a:pt x="207" y="486"/>
                    <a:pt x="241" y="402"/>
                    <a:pt x="270" y="333"/>
                  </a:cubicBezTo>
                  <a:lnTo>
                    <a:pt x="72" y="333"/>
                  </a:lnTo>
                  <a:cubicBezTo>
                    <a:pt x="58" y="362"/>
                    <a:pt x="42" y="391"/>
                    <a:pt x="29" y="413"/>
                  </a:cubicBezTo>
                  <a:cubicBezTo>
                    <a:pt x="37" y="373"/>
                    <a:pt x="45" y="333"/>
                    <a:pt x="53" y="293"/>
                  </a:cubicBezTo>
                  <a:cubicBezTo>
                    <a:pt x="45" y="252"/>
                    <a:pt x="36" y="212"/>
                    <a:pt x="29" y="174"/>
                  </a:cubicBezTo>
                  <a:cubicBezTo>
                    <a:pt x="45" y="198"/>
                    <a:pt x="60" y="230"/>
                    <a:pt x="72" y="253"/>
                  </a:cubicBezTo>
                  <a:lnTo>
                    <a:pt x="270" y="253"/>
                  </a:lnTo>
                  <a:cubicBezTo>
                    <a:pt x="236" y="171"/>
                    <a:pt x="207" y="102"/>
                    <a:pt x="177" y="2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31464754-3462-6CC3-83AA-0AFE25B4F05A}"/>
                </a:ext>
              </a:extLst>
            </p:cNvPr>
            <p:cNvSpPr txBox="1"/>
            <p:nvPr/>
          </p:nvSpPr>
          <p:spPr>
            <a:xfrm>
              <a:off x="-974247" y="2376179"/>
              <a:ext cx="590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+ 2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 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D5B6FDA8-9AA9-489F-8BC7-7F5CC5312B42}"/>
              </a:ext>
            </a:extLst>
          </p:cNvPr>
          <p:cNvGrpSpPr/>
          <p:nvPr/>
        </p:nvGrpSpPr>
        <p:grpSpPr>
          <a:xfrm>
            <a:off x="496345" y="3410139"/>
            <a:ext cx="823124" cy="376282"/>
            <a:chOff x="-1112519" y="2907213"/>
            <a:chExt cx="823124" cy="376282"/>
          </a:xfrm>
        </p:grpSpPr>
        <p:sp>
          <p:nvSpPr>
            <p:cNvPr id="299" name="Rectangle 43">
              <a:extLst>
                <a:ext uri="{FF2B5EF4-FFF2-40B4-BE49-F238E27FC236}">
                  <a16:creationId xmlns:a16="http://schemas.microsoft.com/office/drawing/2014/main" id="{89AB57E9-1498-1F36-75C2-3BEB003976B1}"/>
                </a:ext>
              </a:extLst>
            </p:cNvPr>
            <p:cNvSpPr/>
            <p:nvPr/>
          </p:nvSpPr>
          <p:spPr>
            <a:xfrm>
              <a:off x="-1112519" y="2907213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53A7733D-9B74-5F16-42D0-430C6ED8D5C5}"/>
                </a:ext>
              </a:extLst>
            </p:cNvPr>
            <p:cNvSpPr txBox="1"/>
            <p:nvPr/>
          </p:nvSpPr>
          <p:spPr>
            <a:xfrm>
              <a:off x="-1008027" y="2986060"/>
              <a:ext cx="62463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B0F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12,423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en-US" altLang="ko-KR" sz="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1" name="AutoShape 55">
              <a:extLst>
                <a:ext uri="{FF2B5EF4-FFF2-40B4-BE49-F238E27FC236}">
                  <a16:creationId xmlns:a16="http://schemas.microsoft.com/office/drawing/2014/main" id="{CA2738FA-D1AE-708A-0B03-E70C06238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3320" y="2960385"/>
              <a:ext cx="284400" cy="283906"/>
            </a:xfrm>
            <a:prstGeom prst="ellipse">
              <a:avLst/>
            </a:prstGeom>
            <a:solidFill>
              <a:srgbClr val="242852">
                <a:lumMod val="20000"/>
                <a:lumOff val="80000"/>
              </a:srgbClr>
            </a:solidFill>
            <a:ln w="3175">
              <a:noFill/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2" name="Multipe Users">
              <a:extLst>
                <a:ext uri="{FF2B5EF4-FFF2-40B4-BE49-F238E27FC236}">
                  <a16:creationId xmlns:a16="http://schemas.microsoft.com/office/drawing/2014/main" id="{CBF7E7A8-D027-3584-8CD5-FEC0A2E0D9B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3046230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1D7A6BF7-16BA-6A17-32D4-B0C92ACC7397}"/>
                </a:ext>
              </a:extLst>
            </p:cNvPr>
            <p:cNvSpPr txBox="1"/>
            <p:nvPr/>
          </p:nvSpPr>
          <p:spPr>
            <a:xfrm>
              <a:off x="-1032994" y="3099721"/>
              <a:ext cx="6495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+268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315" name="그림 314">
            <a:extLst>
              <a:ext uri="{FF2B5EF4-FFF2-40B4-BE49-F238E27FC236}">
                <a16:creationId xmlns:a16="http://schemas.microsoft.com/office/drawing/2014/main" id="{9C3884D2-26BB-F650-A833-0128F3A7D129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20000"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151" t="21345" r="90670" b="16773"/>
          <a:stretch>
            <a:fillRect/>
          </a:stretch>
        </p:blipFill>
        <p:spPr>
          <a:xfrm>
            <a:off x="501692" y="1616783"/>
            <a:ext cx="3956819" cy="1011900"/>
          </a:xfrm>
          <a:prstGeom prst="rect">
            <a:avLst/>
          </a:prstGeom>
        </p:spPr>
      </p:pic>
      <p:pic>
        <p:nvPicPr>
          <p:cNvPr id="316" name="그림 315">
            <a:extLst>
              <a:ext uri="{FF2B5EF4-FFF2-40B4-BE49-F238E27FC236}">
                <a16:creationId xmlns:a16="http://schemas.microsoft.com/office/drawing/2014/main" id="{3BAB2066-7828-86CC-47A8-9A3B991F8709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43118" y="1604472"/>
            <a:ext cx="3891197" cy="1026679"/>
          </a:xfrm>
          <a:prstGeom prst="rect">
            <a:avLst/>
          </a:prstGeom>
        </p:spPr>
      </p:pic>
      <p:pic>
        <p:nvPicPr>
          <p:cNvPr id="333" name="그림 332">
            <a:extLst>
              <a:ext uri="{FF2B5EF4-FFF2-40B4-BE49-F238E27FC236}">
                <a16:creationId xmlns:a16="http://schemas.microsoft.com/office/drawing/2014/main" id="{E1FA289C-0863-A80B-E56B-4F84A8FCD2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3913" y="2908857"/>
            <a:ext cx="3025638" cy="829236"/>
          </a:xfrm>
          <a:prstGeom prst="rect">
            <a:avLst/>
          </a:prstGeom>
        </p:spPr>
      </p:pic>
      <p:pic>
        <p:nvPicPr>
          <p:cNvPr id="334" name="그림 333">
            <a:extLst>
              <a:ext uri="{FF2B5EF4-FFF2-40B4-BE49-F238E27FC236}">
                <a16:creationId xmlns:a16="http://schemas.microsoft.com/office/drawing/2014/main" id="{83B36CCE-65E3-28BD-F5AB-31B59EC2BA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4629" y="3822767"/>
            <a:ext cx="2667882" cy="1180187"/>
          </a:xfrm>
          <a:prstGeom prst="rect">
            <a:avLst/>
          </a:prstGeom>
        </p:spPr>
      </p:pic>
      <p:pic>
        <p:nvPicPr>
          <p:cNvPr id="335" name="그림 334">
            <a:extLst>
              <a:ext uri="{FF2B5EF4-FFF2-40B4-BE49-F238E27FC236}">
                <a16:creationId xmlns:a16="http://schemas.microsoft.com/office/drawing/2014/main" id="{CF4CC25F-629D-B544-20F2-9DF0C8F67C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738" y="3845265"/>
            <a:ext cx="1319809" cy="1102126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1B2D8EFD-C715-11B2-6019-A5993D24EB8E}"/>
              </a:ext>
            </a:extLst>
          </p:cNvPr>
          <p:cNvSpPr txBox="1"/>
          <p:nvPr/>
        </p:nvSpPr>
        <p:spPr>
          <a:xfrm>
            <a:off x="4819473" y="2855541"/>
            <a:ext cx="7639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latinLnBrk="1">
              <a:spcAft>
                <a:spcPts val="300"/>
              </a:spcAft>
            </a:pPr>
            <a:r>
              <a: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지난 주 同요일 대비</a:t>
            </a:r>
          </a:p>
        </p:txBody>
      </p: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8F9671C5-5186-D823-1A12-19D26785CEF6}"/>
              </a:ext>
            </a:extLst>
          </p:cNvPr>
          <p:cNvGrpSpPr/>
          <p:nvPr/>
        </p:nvGrpSpPr>
        <p:grpSpPr>
          <a:xfrm>
            <a:off x="4686345" y="2971166"/>
            <a:ext cx="917124" cy="376282"/>
            <a:chOff x="-1206520" y="2193119"/>
            <a:chExt cx="917124" cy="376282"/>
          </a:xfrm>
        </p:grpSpPr>
        <p:sp>
          <p:nvSpPr>
            <p:cNvPr id="338" name="Multipe Users">
              <a:extLst>
                <a:ext uri="{FF2B5EF4-FFF2-40B4-BE49-F238E27FC236}">
                  <a16:creationId xmlns:a16="http://schemas.microsoft.com/office/drawing/2014/main" id="{69304BE5-AF39-B068-221A-F51B17EC7D1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2306001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39" name="Rectangle 43">
              <a:extLst>
                <a:ext uri="{FF2B5EF4-FFF2-40B4-BE49-F238E27FC236}">
                  <a16:creationId xmlns:a16="http://schemas.microsoft.com/office/drawing/2014/main" id="{6FB2DCF6-9629-A14B-D417-4A38DE6FC75F}"/>
                </a:ext>
              </a:extLst>
            </p:cNvPr>
            <p:cNvSpPr/>
            <p:nvPr/>
          </p:nvSpPr>
          <p:spPr>
            <a:xfrm>
              <a:off x="-1112520" y="2193119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0" name="AutoShape 55">
              <a:extLst>
                <a:ext uri="{FF2B5EF4-FFF2-40B4-BE49-F238E27FC236}">
                  <a16:creationId xmlns:a16="http://schemas.microsoft.com/office/drawing/2014/main" id="{82021092-7D66-0EE6-B234-B8A001AE0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0194" y="2226657"/>
              <a:ext cx="280780" cy="283906"/>
            </a:xfrm>
            <a:prstGeom prst="ellipse">
              <a:avLst/>
            </a:prstGeom>
            <a:solidFill>
              <a:srgbClr val="242852">
                <a:lumMod val="60000"/>
                <a:lumOff val="40000"/>
              </a:srgbClr>
            </a:solidFill>
            <a:ln w="3175">
              <a:solidFill>
                <a:srgbClr val="242852">
                  <a:lumMod val="60000"/>
                  <a:lumOff val="40000"/>
                </a:srgbClr>
              </a:solidFill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AC9BBCB6-41E0-EAD5-38A6-99B70E15A92A}"/>
                </a:ext>
              </a:extLst>
            </p:cNvPr>
            <p:cNvSpPr txBox="1"/>
            <p:nvPr/>
          </p:nvSpPr>
          <p:spPr>
            <a:xfrm>
              <a:off x="-1206520" y="2256981"/>
              <a:ext cx="8231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70C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270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</a:t>
              </a:r>
              <a:endPara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2" name="Airplane">
              <a:extLst>
                <a:ext uri="{FF2B5EF4-FFF2-40B4-BE49-F238E27FC236}">
                  <a16:creationId xmlns:a16="http://schemas.microsoft.com/office/drawing/2014/main" id="{E7DEA2FA-92F5-6249-D33B-C1DEB66EF53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87414" y="2280901"/>
              <a:ext cx="217999" cy="167772"/>
            </a:xfrm>
            <a:custGeom>
              <a:avLst/>
              <a:gdLst>
                <a:gd name="T0" fmla="*/ 169 w 671"/>
                <a:gd name="T1" fmla="*/ 0 h 586"/>
                <a:gd name="T2" fmla="*/ 149 w 671"/>
                <a:gd name="T3" fmla="*/ 28 h 586"/>
                <a:gd name="T4" fmla="*/ 230 w 671"/>
                <a:gd name="T5" fmla="*/ 227 h 586"/>
                <a:gd name="T6" fmla="*/ 88 w 671"/>
                <a:gd name="T7" fmla="*/ 227 h 586"/>
                <a:gd name="T8" fmla="*/ 54 w 671"/>
                <a:gd name="T9" fmla="*/ 160 h 586"/>
                <a:gd name="T10" fmla="*/ 40 w 671"/>
                <a:gd name="T11" fmla="*/ 149 h 586"/>
                <a:gd name="T12" fmla="*/ 0 w 671"/>
                <a:gd name="T13" fmla="*/ 166 h 586"/>
                <a:gd name="T14" fmla="*/ 26 w 671"/>
                <a:gd name="T15" fmla="*/ 293 h 586"/>
                <a:gd name="T16" fmla="*/ 0 w 671"/>
                <a:gd name="T17" fmla="*/ 419 h 586"/>
                <a:gd name="T18" fmla="*/ 51 w 671"/>
                <a:gd name="T19" fmla="*/ 431 h 586"/>
                <a:gd name="T20" fmla="*/ 54 w 671"/>
                <a:gd name="T21" fmla="*/ 427 h 586"/>
                <a:gd name="T22" fmla="*/ 54 w 671"/>
                <a:gd name="T23" fmla="*/ 427 h 586"/>
                <a:gd name="T24" fmla="*/ 88 w 671"/>
                <a:gd name="T25" fmla="*/ 360 h 586"/>
                <a:gd name="T26" fmla="*/ 230 w 671"/>
                <a:gd name="T27" fmla="*/ 360 h 586"/>
                <a:gd name="T28" fmla="*/ 149 w 671"/>
                <a:gd name="T29" fmla="*/ 558 h 586"/>
                <a:gd name="T30" fmla="*/ 169 w 671"/>
                <a:gd name="T31" fmla="*/ 586 h 586"/>
                <a:gd name="T32" fmla="*/ 200 w 671"/>
                <a:gd name="T33" fmla="*/ 583 h 586"/>
                <a:gd name="T34" fmla="*/ 200 w 671"/>
                <a:gd name="T35" fmla="*/ 583 h 586"/>
                <a:gd name="T36" fmla="*/ 224 w 671"/>
                <a:gd name="T37" fmla="*/ 569 h 586"/>
                <a:gd name="T38" fmla="*/ 388 w 671"/>
                <a:gd name="T39" fmla="*/ 360 h 586"/>
                <a:gd name="T40" fmla="*/ 583 w 671"/>
                <a:gd name="T41" fmla="*/ 360 h 586"/>
                <a:gd name="T42" fmla="*/ 646 w 671"/>
                <a:gd name="T43" fmla="*/ 334 h 586"/>
                <a:gd name="T44" fmla="*/ 646 w 671"/>
                <a:gd name="T45" fmla="*/ 253 h 586"/>
                <a:gd name="T46" fmla="*/ 583 w 671"/>
                <a:gd name="T47" fmla="*/ 227 h 586"/>
                <a:gd name="T48" fmla="*/ 388 w 671"/>
                <a:gd name="T49" fmla="*/ 227 h 586"/>
                <a:gd name="T50" fmla="*/ 224 w 671"/>
                <a:gd name="T51" fmla="*/ 17 h 586"/>
                <a:gd name="T52" fmla="*/ 169 w 671"/>
                <a:gd name="T53" fmla="*/ 0 h 586"/>
                <a:gd name="T54" fmla="*/ 177 w 671"/>
                <a:gd name="T55" fmla="*/ 28 h 586"/>
                <a:gd name="T56" fmla="*/ 197 w 671"/>
                <a:gd name="T57" fmla="*/ 30 h 586"/>
                <a:gd name="T58" fmla="*/ 211 w 671"/>
                <a:gd name="T59" fmla="*/ 44 h 586"/>
                <a:gd name="T60" fmla="*/ 375 w 671"/>
                <a:gd name="T61" fmla="*/ 253 h 586"/>
                <a:gd name="T62" fmla="*/ 583 w 671"/>
                <a:gd name="T63" fmla="*/ 253 h 586"/>
                <a:gd name="T64" fmla="*/ 627 w 671"/>
                <a:gd name="T65" fmla="*/ 271 h 586"/>
                <a:gd name="T66" fmla="*/ 627 w 671"/>
                <a:gd name="T67" fmla="*/ 316 h 586"/>
                <a:gd name="T68" fmla="*/ 583 w 671"/>
                <a:gd name="T69" fmla="*/ 333 h 586"/>
                <a:gd name="T70" fmla="*/ 375 w 671"/>
                <a:gd name="T71" fmla="*/ 333 h 586"/>
                <a:gd name="T72" fmla="*/ 203 w 671"/>
                <a:gd name="T73" fmla="*/ 552 h 586"/>
                <a:gd name="T74" fmla="*/ 197 w 671"/>
                <a:gd name="T75" fmla="*/ 556 h 586"/>
                <a:gd name="T76" fmla="*/ 177 w 671"/>
                <a:gd name="T77" fmla="*/ 558 h 586"/>
                <a:gd name="T78" fmla="*/ 270 w 671"/>
                <a:gd name="T79" fmla="*/ 333 h 586"/>
                <a:gd name="T80" fmla="*/ 72 w 671"/>
                <a:gd name="T81" fmla="*/ 333 h 586"/>
                <a:gd name="T82" fmla="*/ 29 w 671"/>
                <a:gd name="T83" fmla="*/ 413 h 586"/>
                <a:gd name="T84" fmla="*/ 53 w 671"/>
                <a:gd name="T85" fmla="*/ 293 h 586"/>
                <a:gd name="T86" fmla="*/ 29 w 671"/>
                <a:gd name="T87" fmla="*/ 174 h 586"/>
                <a:gd name="T88" fmla="*/ 72 w 671"/>
                <a:gd name="T89" fmla="*/ 253 h 586"/>
                <a:gd name="T90" fmla="*/ 270 w 671"/>
                <a:gd name="T91" fmla="*/ 253 h 586"/>
                <a:gd name="T92" fmla="*/ 177 w 671"/>
                <a:gd name="T93" fmla="*/ 2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71" h="586">
                  <a:moveTo>
                    <a:pt x="169" y="0"/>
                  </a:moveTo>
                  <a:cubicBezTo>
                    <a:pt x="150" y="1"/>
                    <a:pt x="147" y="12"/>
                    <a:pt x="149" y="28"/>
                  </a:cubicBezTo>
                  <a:cubicBezTo>
                    <a:pt x="175" y="93"/>
                    <a:pt x="201" y="157"/>
                    <a:pt x="230" y="227"/>
                  </a:cubicBezTo>
                  <a:lnTo>
                    <a:pt x="88" y="227"/>
                  </a:lnTo>
                  <a:cubicBezTo>
                    <a:pt x="83" y="217"/>
                    <a:pt x="59" y="170"/>
                    <a:pt x="54" y="160"/>
                  </a:cubicBezTo>
                  <a:cubicBezTo>
                    <a:pt x="51" y="155"/>
                    <a:pt x="45" y="150"/>
                    <a:pt x="40" y="149"/>
                  </a:cubicBezTo>
                  <a:cubicBezTo>
                    <a:pt x="20" y="144"/>
                    <a:pt x="5" y="144"/>
                    <a:pt x="0" y="166"/>
                  </a:cubicBezTo>
                  <a:cubicBezTo>
                    <a:pt x="8" y="208"/>
                    <a:pt x="18" y="256"/>
                    <a:pt x="26" y="293"/>
                  </a:cubicBezTo>
                  <a:cubicBezTo>
                    <a:pt x="25" y="298"/>
                    <a:pt x="1" y="414"/>
                    <a:pt x="0" y="419"/>
                  </a:cubicBezTo>
                  <a:cubicBezTo>
                    <a:pt x="3" y="446"/>
                    <a:pt x="35" y="444"/>
                    <a:pt x="51" y="431"/>
                  </a:cubicBezTo>
                  <a:cubicBezTo>
                    <a:pt x="53" y="429"/>
                    <a:pt x="53" y="428"/>
                    <a:pt x="54" y="427"/>
                  </a:cubicBezTo>
                  <a:lnTo>
                    <a:pt x="54" y="427"/>
                  </a:lnTo>
                  <a:cubicBezTo>
                    <a:pt x="59" y="417"/>
                    <a:pt x="83" y="370"/>
                    <a:pt x="88" y="360"/>
                  </a:cubicBezTo>
                  <a:lnTo>
                    <a:pt x="230" y="360"/>
                  </a:lnTo>
                  <a:cubicBezTo>
                    <a:pt x="202" y="429"/>
                    <a:pt x="178" y="486"/>
                    <a:pt x="149" y="558"/>
                  </a:cubicBezTo>
                  <a:cubicBezTo>
                    <a:pt x="145" y="577"/>
                    <a:pt x="152" y="583"/>
                    <a:pt x="169" y="586"/>
                  </a:cubicBezTo>
                  <a:cubicBezTo>
                    <a:pt x="174" y="586"/>
                    <a:pt x="189" y="584"/>
                    <a:pt x="200" y="583"/>
                  </a:cubicBezTo>
                  <a:lnTo>
                    <a:pt x="200" y="583"/>
                  </a:lnTo>
                  <a:cubicBezTo>
                    <a:pt x="214" y="582"/>
                    <a:pt x="222" y="572"/>
                    <a:pt x="224" y="569"/>
                  </a:cubicBezTo>
                  <a:cubicBezTo>
                    <a:pt x="278" y="501"/>
                    <a:pt x="337" y="425"/>
                    <a:pt x="388" y="360"/>
                  </a:cubicBezTo>
                  <a:lnTo>
                    <a:pt x="583" y="360"/>
                  </a:lnTo>
                  <a:cubicBezTo>
                    <a:pt x="612" y="360"/>
                    <a:pt x="633" y="348"/>
                    <a:pt x="646" y="334"/>
                  </a:cubicBezTo>
                  <a:cubicBezTo>
                    <a:pt x="671" y="309"/>
                    <a:pt x="668" y="275"/>
                    <a:pt x="646" y="253"/>
                  </a:cubicBezTo>
                  <a:cubicBezTo>
                    <a:pt x="633" y="239"/>
                    <a:pt x="611" y="227"/>
                    <a:pt x="583" y="227"/>
                  </a:cubicBezTo>
                  <a:lnTo>
                    <a:pt x="388" y="227"/>
                  </a:lnTo>
                  <a:cubicBezTo>
                    <a:pt x="327" y="149"/>
                    <a:pt x="278" y="85"/>
                    <a:pt x="224" y="17"/>
                  </a:cubicBezTo>
                  <a:cubicBezTo>
                    <a:pt x="208" y="1"/>
                    <a:pt x="190" y="2"/>
                    <a:pt x="169" y="0"/>
                  </a:cubicBezTo>
                  <a:close/>
                  <a:moveTo>
                    <a:pt x="177" y="28"/>
                  </a:moveTo>
                  <a:cubicBezTo>
                    <a:pt x="184" y="29"/>
                    <a:pt x="190" y="29"/>
                    <a:pt x="197" y="30"/>
                  </a:cubicBezTo>
                  <a:cubicBezTo>
                    <a:pt x="204" y="32"/>
                    <a:pt x="206" y="38"/>
                    <a:pt x="211" y="44"/>
                  </a:cubicBezTo>
                  <a:cubicBezTo>
                    <a:pt x="269" y="118"/>
                    <a:pt x="326" y="191"/>
                    <a:pt x="375" y="253"/>
                  </a:cubicBezTo>
                  <a:lnTo>
                    <a:pt x="583" y="253"/>
                  </a:lnTo>
                  <a:cubicBezTo>
                    <a:pt x="604" y="253"/>
                    <a:pt x="618" y="261"/>
                    <a:pt x="627" y="271"/>
                  </a:cubicBezTo>
                  <a:cubicBezTo>
                    <a:pt x="642" y="286"/>
                    <a:pt x="642" y="301"/>
                    <a:pt x="627" y="316"/>
                  </a:cubicBezTo>
                  <a:cubicBezTo>
                    <a:pt x="618" y="325"/>
                    <a:pt x="604" y="333"/>
                    <a:pt x="583" y="333"/>
                  </a:cubicBezTo>
                  <a:lnTo>
                    <a:pt x="375" y="333"/>
                  </a:lnTo>
                  <a:cubicBezTo>
                    <a:pt x="315" y="411"/>
                    <a:pt x="255" y="486"/>
                    <a:pt x="203" y="552"/>
                  </a:cubicBezTo>
                  <a:cubicBezTo>
                    <a:pt x="200" y="557"/>
                    <a:pt x="203" y="556"/>
                    <a:pt x="197" y="556"/>
                  </a:cubicBezTo>
                  <a:cubicBezTo>
                    <a:pt x="190" y="557"/>
                    <a:pt x="184" y="558"/>
                    <a:pt x="177" y="558"/>
                  </a:cubicBezTo>
                  <a:cubicBezTo>
                    <a:pt x="207" y="486"/>
                    <a:pt x="241" y="402"/>
                    <a:pt x="270" y="333"/>
                  </a:cubicBezTo>
                  <a:lnTo>
                    <a:pt x="72" y="333"/>
                  </a:lnTo>
                  <a:cubicBezTo>
                    <a:pt x="58" y="362"/>
                    <a:pt x="42" y="391"/>
                    <a:pt x="29" y="413"/>
                  </a:cubicBezTo>
                  <a:cubicBezTo>
                    <a:pt x="37" y="373"/>
                    <a:pt x="45" y="333"/>
                    <a:pt x="53" y="293"/>
                  </a:cubicBezTo>
                  <a:cubicBezTo>
                    <a:pt x="45" y="252"/>
                    <a:pt x="36" y="212"/>
                    <a:pt x="29" y="174"/>
                  </a:cubicBezTo>
                  <a:cubicBezTo>
                    <a:pt x="45" y="198"/>
                    <a:pt x="60" y="230"/>
                    <a:pt x="72" y="253"/>
                  </a:cubicBezTo>
                  <a:lnTo>
                    <a:pt x="270" y="253"/>
                  </a:lnTo>
                  <a:cubicBezTo>
                    <a:pt x="236" y="171"/>
                    <a:pt x="207" y="102"/>
                    <a:pt x="177" y="2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A4F1A4E5-19BA-ACAA-FD1F-3751D0C10210}"/>
                </a:ext>
              </a:extLst>
            </p:cNvPr>
            <p:cNvSpPr txBox="1"/>
            <p:nvPr/>
          </p:nvSpPr>
          <p:spPr>
            <a:xfrm>
              <a:off x="-974247" y="2376179"/>
              <a:ext cx="590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+ 2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 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A67BFF01-11FB-06DE-D139-0A31AA348C30}"/>
              </a:ext>
            </a:extLst>
          </p:cNvPr>
          <p:cNvGrpSpPr/>
          <p:nvPr/>
        </p:nvGrpSpPr>
        <p:grpSpPr>
          <a:xfrm>
            <a:off x="4780345" y="3410139"/>
            <a:ext cx="823124" cy="376282"/>
            <a:chOff x="-1112519" y="2907213"/>
            <a:chExt cx="823124" cy="376282"/>
          </a:xfrm>
        </p:grpSpPr>
        <p:sp>
          <p:nvSpPr>
            <p:cNvPr id="345" name="Rectangle 43">
              <a:extLst>
                <a:ext uri="{FF2B5EF4-FFF2-40B4-BE49-F238E27FC236}">
                  <a16:creationId xmlns:a16="http://schemas.microsoft.com/office/drawing/2014/main" id="{2AA94D7E-3702-0A88-95D5-E806653F8BB4}"/>
                </a:ext>
              </a:extLst>
            </p:cNvPr>
            <p:cNvSpPr/>
            <p:nvPr/>
          </p:nvSpPr>
          <p:spPr>
            <a:xfrm>
              <a:off x="-1112519" y="2907213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7713051B-6E22-5A89-C10D-CB73E0BDBC2D}"/>
                </a:ext>
              </a:extLst>
            </p:cNvPr>
            <p:cNvSpPr txBox="1"/>
            <p:nvPr/>
          </p:nvSpPr>
          <p:spPr>
            <a:xfrm>
              <a:off x="-1008027" y="2986060"/>
              <a:ext cx="62463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B0F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12,423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en-US" altLang="ko-KR" sz="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7" name="AutoShape 55">
              <a:extLst>
                <a:ext uri="{FF2B5EF4-FFF2-40B4-BE49-F238E27FC236}">
                  <a16:creationId xmlns:a16="http://schemas.microsoft.com/office/drawing/2014/main" id="{0F050773-9CCB-6C0F-8D91-AEF04F107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3320" y="2960385"/>
              <a:ext cx="284400" cy="283906"/>
            </a:xfrm>
            <a:prstGeom prst="ellipse">
              <a:avLst/>
            </a:prstGeom>
            <a:solidFill>
              <a:srgbClr val="242852">
                <a:lumMod val="20000"/>
                <a:lumOff val="80000"/>
              </a:srgbClr>
            </a:solidFill>
            <a:ln w="3175">
              <a:noFill/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8" name="Multipe Users">
              <a:extLst>
                <a:ext uri="{FF2B5EF4-FFF2-40B4-BE49-F238E27FC236}">
                  <a16:creationId xmlns:a16="http://schemas.microsoft.com/office/drawing/2014/main" id="{47E763BA-D7EF-B5C4-4A69-5C63CFBAE4F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3046230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EDE3C9B4-18DC-8033-21CC-C5E989B3AD66}"/>
                </a:ext>
              </a:extLst>
            </p:cNvPr>
            <p:cNvSpPr txBox="1"/>
            <p:nvPr/>
          </p:nvSpPr>
          <p:spPr>
            <a:xfrm>
              <a:off x="-1032994" y="3099721"/>
              <a:ext cx="6495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+268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350" name="그림 349">
            <a:extLst>
              <a:ext uri="{FF2B5EF4-FFF2-40B4-BE49-F238E27FC236}">
                <a16:creationId xmlns:a16="http://schemas.microsoft.com/office/drawing/2014/main" id="{BD40558A-C6C2-6D59-F469-9B0E439573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7913" y="2908857"/>
            <a:ext cx="3025638" cy="8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05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090FD-3ABD-CD0E-868A-67729065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32B0F045-7F2D-00E5-7C31-701D94A24087}"/>
              </a:ext>
            </a:extLst>
          </p:cNvPr>
          <p:cNvGrpSpPr/>
          <p:nvPr/>
        </p:nvGrpSpPr>
        <p:grpSpPr>
          <a:xfrm>
            <a:off x="0" y="-23610"/>
            <a:ext cx="9144000" cy="683849"/>
            <a:chOff x="3464784" y="490439"/>
            <a:chExt cx="1644469" cy="489798"/>
          </a:xfrm>
        </p:grpSpPr>
        <p:sp>
          <p:nvSpPr>
            <p:cNvPr id="356" name="Shape 4">
              <a:extLst>
                <a:ext uri="{FF2B5EF4-FFF2-40B4-BE49-F238E27FC236}">
                  <a16:creationId xmlns:a16="http://schemas.microsoft.com/office/drawing/2014/main" id="{2AC55979-43D2-BEAD-2F00-7496625673F8}"/>
                </a:ext>
              </a:extLst>
            </p:cNvPr>
            <p:cNvSpPr/>
            <p:nvPr/>
          </p:nvSpPr>
          <p:spPr>
            <a:xfrm>
              <a:off x="3464784" y="490439"/>
              <a:ext cx="1644469" cy="4897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57" name="Text 5">
              <a:extLst>
                <a:ext uri="{FF2B5EF4-FFF2-40B4-BE49-F238E27FC236}">
                  <a16:creationId xmlns:a16="http://schemas.microsoft.com/office/drawing/2014/main" id="{83D0B3F1-6162-CB5C-E7A4-9350E1B3B5F9}"/>
                </a:ext>
              </a:extLst>
            </p:cNvPr>
            <p:cNvSpPr/>
            <p:nvPr/>
          </p:nvSpPr>
          <p:spPr>
            <a:xfrm>
              <a:off x="3765041" y="621571"/>
              <a:ext cx="1026942" cy="101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000" b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일일 시뮬레이션</a:t>
              </a:r>
              <a:endParaRPr lang="en-US" sz="1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358" name="Shape 4">
            <a:extLst>
              <a:ext uri="{FF2B5EF4-FFF2-40B4-BE49-F238E27FC236}">
                <a16:creationId xmlns:a16="http://schemas.microsoft.com/office/drawing/2014/main" id="{57389F35-0227-C704-A3E9-75AE760256C6}"/>
              </a:ext>
            </a:extLst>
          </p:cNvPr>
          <p:cNvSpPr/>
          <p:nvPr/>
        </p:nvSpPr>
        <p:spPr>
          <a:xfrm>
            <a:off x="0" y="640535"/>
            <a:ext cx="9144000" cy="450296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463C52BA-B879-7CE1-1002-155CD5D627E6}"/>
              </a:ext>
            </a:extLst>
          </p:cNvPr>
          <p:cNvSpPr/>
          <p:nvPr/>
        </p:nvSpPr>
        <p:spPr>
          <a:xfrm>
            <a:off x="288000" y="1144418"/>
            <a:ext cx="4284000" cy="3940374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97C1EF2E-9D16-1FE8-7812-00A84BEECAD0}"/>
              </a:ext>
            </a:extLst>
          </p:cNvPr>
          <p:cNvSpPr/>
          <p:nvPr/>
        </p:nvSpPr>
        <p:spPr>
          <a:xfrm>
            <a:off x="4612013" y="1144418"/>
            <a:ext cx="4284000" cy="3940374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54D5AAD-15C7-6190-7DE1-96B47D020B36}"/>
              </a:ext>
            </a:extLst>
          </p:cNvPr>
          <p:cNvGrpSpPr/>
          <p:nvPr/>
        </p:nvGrpSpPr>
        <p:grpSpPr>
          <a:xfrm>
            <a:off x="331357" y="383252"/>
            <a:ext cx="1644469" cy="248557"/>
            <a:chOff x="424554" y="585216"/>
            <a:chExt cx="1644469" cy="384048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4C89DEB-CD43-A40F-87FF-ACC90B3451D6}"/>
                </a:ext>
              </a:extLst>
            </p:cNvPr>
            <p:cNvSpPr/>
            <p:nvPr/>
          </p:nvSpPr>
          <p:spPr>
            <a:xfrm>
              <a:off x="424554" y="585216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C4D5DBEE-377F-9CCD-8728-896B093815F1}"/>
                </a:ext>
              </a:extLst>
            </p:cNvPr>
            <p:cNvSpPr/>
            <p:nvPr/>
          </p:nvSpPr>
          <p:spPr>
            <a:xfrm>
              <a:off x="780380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</a:t>
              </a:r>
              <a:r>
                <a:rPr lang="en-US" sz="950" b="1" dirty="0" err="1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보기</a:t>
              </a:r>
              <a:endParaRPr lang="en-US" sz="950" b="1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1E2E398-CFD3-DEF3-A45D-D3BD979BD990}"/>
              </a:ext>
            </a:extLst>
          </p:cNvPr>
          <p:cNvGrpSpPr/>
          <p:nvPr/>
        </p:nvGrpSpPr>
        <p:grpSpPr>
          <a:xfrm>
            <a:off x="3787419" y="383252"/>
            <a:ext cx="1644469" cy="248557"/>
            <a:chOff x="3464784" y="590731"/>
            <a:chExt cx="1644469" cy="38404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F0A5866-55D4-4539-C8A9-E58C979661D0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F9D1A6EB-7663-69B6-1477-E4FEEF130EFE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체크인카운터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5F2136F-9608-6E23-410B-612551C3B647}"/>
              </a:ext>
            </a:extLst>
          </p:cNvPr>
          <p:cNvGrpSpPr/>
          <p:nvPr/>
        </p:nvGrpSpPr>
        <p:grpSpPr>
          <a:xfrm>
            <a:off x="5515450" y="383252"/>
            <a:ext cx="1644469" cy="248557"/>
            <a:chOff x="5251846" y="585216"/>
            <a:chExt cx="1644469" cy="38404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60C681D1-FC5A-92FE-A01B-3E1AEA2FF925}"/>
                </a:ext>
              </a:extLst>
            </p:cNvPr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7B91D8DF-45A9-5F79-DB40-6AEAE86921C4}"/>
                </a:ext>
              </a:extLst>
            </p:cNvPr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4C09D33-94C2-58C9-FBD1-5D09002C5CF4}"/>
              </a:ext>
            </a:extLst>
          </p:cNvPr>
          <p:cNvGrpSpPr/>
          <p:nvPr/>
        </p:nvGrpSpPr>
        <p:grpSpPr>
          <a:xfrm>
            <a:off x="7243481" y="383252"/>
            <a:ext cx="1644469" cy="248557"/>
            <a:chOff x="7336678" y="585216"/>
            <a:chExt cx="1644469" cy="384048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A616F7A5-5A9F-52C3-BED6-1922139E1D4B}"/>
                </a:ext>
              </a:extLst>
            </p:cNvPr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0E4EE8F-0227-A4AC-AE5A-A82495827B61}"/>
                </a:ext>
              </a:extLst>
            </p:cNvPr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12" name="Shape 10">
            <a:extLst>
              <a:ext uri="{FF2B5EF4-FFF2-40B4-BE49-F238E27FC236}">
                <a16:creationId xmlns:a16="http://schemas.microsoft.com/office/drawing/2014/main" id="{A7A89595-4FF3-9BFA-8626-504DCEB13BFD}"/>
              </a:ext>
            </a:extLst>
          </p:cNvPr>
          <p:cNvSpPr/>
          <p:nvPr/>
        </p:nvSpPr>
        <p:spPr>
          <a:xfrm>
            <a:off x="303200" y="686673"/>
            <a:ext cx="3579951" cy="33670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B7202A3-4DA9-9804-9462-FC6B4C895A36}"/>
              </a:ext>
            </a:extLst>
          </p:cNvPr>
          <p:cNvGrpSpPr/>
          <p:nvPr/>
        </p:nvGrpSpPr>
        <p:grpSpPr>
          <a:xfrm>
            <a:off x="2059388" y="383252"/>
            <a:ext cx="1644469" cy="248557"/>
            <a:chOff x="3464784" y="590731"/>
            <a:chExt cx="1644469" cy="384048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A1A0251-3DDE-DB90-3C2D-C7B6594A28A5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D5C118C0-222F-7188-F042-13465D67670F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 err="1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43" name="Text 18">
            <a:extLst>
              <a:ext uri="{FF2B5EF4-FFF2-40B4-BE49-F238E27FC236}">
                <a16:creationId xmlns:a16="http://schemas.microsoft.com/office/drawing/2014/main" id="{AE2E2321-BACC-B303-3A43-412A2905D1FC}"/>
              </a:ext>
            </a:extLst>
          </p:cNvPr>
          <p:cNvSpPr/>
          <p:nvPr/>
        </p:nvSpPr>
        <p:spPr>
          <a:xfrm>
            <a:off x="436328" y="719077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기준일자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30A002B2-FD2D-087D-BCA5-89151F8DF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19" y="736666"/>
            <a:ext cx="1028789" cy="213378"/>
          </a:xfrm>
          <a:prstGeom prst="rect">
            <a:avLst/>
          </a:prstGeom>
        </p:spPr>
      </p:pic>
      <p:sp>
        <p:nvSpPr>
          <p:cNvPr id="47" name="Shape 16">
            <a:extLst>
              <a:ext uri="{FF2B5EF4-FFF2-40B4-BE49-F238E27FC236}">
                <a16:creationId xmlns:a16="http://schemas.microsoft.com/office/drawing/2014/main" id="{0A500E38-B7DC-6836-1446-249056067DF2}"/>
              </a:ext>
            </a:extLst>
          </p:cNvPr>
          <p:cNvSpPr/>
          <p:nvPr/>
        </p:nvSpPr>
        <p:spPr>
          <a:xfrm>
            <a:off x="2052317" y="737782"/>
            <a:ext cx="442395" cy="205468"/>
          </a:xfrm>
          <a:prstGeom prst="roundRect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sz="800" b="1" dirty="0">
                <a:solidFill>
                  <a:schemeClr val="accent5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조회</a:t>
            </a:r>
            <a:endParaRPr lang="ko-KR" altLang="en-US" sz="1050" b="1" dirty="0">
              <a:solidFill>
                <a:schemeClr val="accent5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13FA55E2-83EC-60F1-79B8-7112CC7666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3" t="16287" r="4391" b="12860"/>
          <a:stretch>
            <a:fillRect/>
          </a:stretch>
        </p:blipFill>
        <p:spPr>
          <a:xfrm>
            <a:off x="2540578" y="726152"/>
            <a:ext cx="1342573" cy="288596"/>
          </a:xfrm>
          <a:prstGeom prst="rect">
            <a:avLst/>
          </a:prstGeom>
        </p:spPr>
      </p:pic>
      <p:sp>
        <p:nvSpPr>
          <p:cNvPr id="50" name="Shape 2">
            <a:extLst>
              <a:ext uri="{FF2B5EF4-FFF2-40B4-BE49-F238E27FC236}">
                <a16:creationId xmlns:a16="http://schemas.microsoft.com/office/drawing/2014/main" id="{E5509C0F-DCE0-7DCF-43C3-BD3477E6630C}"/>
              </a:ext>
            </a:extLst>
          </p:cNvPr>
          <p:cNvSpPr/>
          <p:nvPr/>
        </p:nvSpPr>
        <p:spPr>
          <a:xfrm>
            <a:off x="5628152" y="695281"/>
            <a:ext cx="775165" cy="3909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터미널 내  </a:t>
            </a:r>
            <a:endParaRPr lang="en-US" altLang="ko-KR" sz="800" dirty="0">
              <a:solidFill>
                <a:schemeClr val="tx1">
                  <a:lumMod val="85000"/>
                  <a:lumOff val="15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최대 여객 시점</a:t>
            </a: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F9AA16FC-C186-D265-2BD5-2154475F4085}"/>
              </a:ext>
            </a:extLst>
          </p:cNvPr>
          <p:cNvSpPr/>
          <p:nvPr/>
        </p:nvSpPr>
        <p:spPr>
          <a:xfrm>
            <a:off x="7285264" y="695281"/>
            <a:ext cx="775165" cy="390901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rgbClr val="C5E6DC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출국장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2D59E32C-ADFC-4809-C468-78D2DAF073C7}"/>
              </a:ext>
            </a:extLst>
          </p:cNvPr>
          <p:cNvSpPr/>
          <p:nvPr/>
        </p:nvSpPr>
        <p:spPr>
          <a:xfrm>
            <a:off x="8113821" y="695281"/>
            <a:ext cx="775165" cy="390901"/>
          </a:xfrm>
          <a:prstGeom prst="rect">
            <a:avLst/>
          </a:prstGeom>
          <a:solidFill>
            <a:srgbClr val="FDEED3"/>
          </a:solidFill>
          <a:ln w="12700">
            <a:solidFill>
              <a:srgbClr val="FBDBA5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보안검색대 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FDD9DCA6-D454-4403-2C4A-CBF40350B993}"/>
              </a:ext>
            </a:extLst>
          </p:cNvPr>
          <p:cNvGrpSpPr/>
          <p:nvPr/>
        </p:nvGrpSpPr>
        <p:grpSpPr>
          <a:xfrm>
            <a:off x="4029208" y="707097"/>
            <a:ext cx="1406344" cy="352180"/>
            <a:chOff x="4031210" y="438145"/>
            <a:chExt cx="1406344" cy="352180"/>
          </a:xfrm>
        </p:grpSpPr>
        <p:sp>
          <p:nvSpPr>
            <p:cNvPr id="56" name="Shape 5">
              <a:extLst>
                <a:ext uri="{FF2B5EF4-FFF2-40B4-BE49-F238E27FC236}">
                  <a16:creationId xmlns:a16="http://schemas.microsoft.com/office/drawing/2014/main" id="{BD929039-2419-0AC0-F844-2791A3F3FD70}"/>
                </a:ext>
              </a:extLst>
            </p:cNvPr>
            <p:cNvSpPr/>
            <p:nvPr/>
          </p:nvSpPr>
          <p:spPr>
            <a:xfrm>
              <a:off x="4031210" y="438145"/>
              <a:ext cx="1392927" cy="35218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7" name="Text 6">
              <a:extLst>
                <a:ext uri="{FF2B5EF4-FFF2-40B4-BE49-F238E27FC236}">
                  <a16:creationId xmlns:a16="http://schemas.microsoft.com/office/drawing/2014/main" id="{1F67246A-24B6-FCD5-0A4B-F4050609A844}"/>
                </a:ext>
              </a:extLst>
            </p:cNvPr>
            <p:cNvSpPr/>
            <p:nvPr/>
          </p:nvSpPr>
          <p:spPr>
            <a:xfrm>
              <a:off x="4105513" y="474721"/>
              <a:ext cx="612648" cy="83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총 운항편수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8" name="Text 7">
              <a:extLst>
                <a:ext uri="{FF2B5EF4-FFF2-40B4-BE49-F238E27FC236}">
                  <a16:creationId xmlns:a16="http://schemas.microsoft.com/office/drawing/2014/main" id="{3B0FB25D-0F2C-56F7-C293-7C31F8FF5EA7}"/>
                </a:ext>
              </a:extLst>
            </p:cNvPr>
            <p:cNvSpPr/>
            <p:nvPr/>
          </p:nvSpPr>
          <p:spPr>
            <a:xfrm>
              <a:off x="4185340" y="595217"/>
              <a:ext cx="612648" cy="195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72편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3" name="Text 6">
              <a:extLst>
                <a:ext uri="{FF2B5EF4-FFF2-40B4-BE49-F238E27FC236}">
                  <a16:creationId xmlns:a16="http://schemas.microsoft.com/office/drawing/2014/main" id="{5E829229-CA50-6A3C-994C-69331C420169}"/>
                </a:ext>
              </a:extLst>
            </p:cNvPr>
            <p:cNvSpPr/>
            <p:nvPr/>
          </p:nvSpPr>
          <p:spPr>
            <a:xfrm>
              <a:off x="4824906" y="465061"/>
              <a:ext cx="612648" cy="83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총 </a:t>
              </a:r>
              <a:r>
                <a:rPr lang="ko-KR" alt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여객</a:t>
              </a: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4" name="Text 7">
              <a:extLst>
                <a:ext uri="{FF2B5EF4-FFF2-40B4-BE49-F238E27FC236}">
                  <a16:creationId xmlns:a16="http://schemas.microsoft.com/office/drawing/2014/main" id="{45C2F7AF-73C0-B26E-43DF-6F48969CB59A}"/>
                </a:ext>
              </a:extLst>
            </p:cNvPr>
            <p:cNvSpPr/>
            <p:nvPr/>
          </p:nvSpPr>
          <p:spPr>
            <a:xfrm>
              <a:off x="4824906" y="585557"/>
              <a:ext cx="612648" cy="195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6,800</a:t>
              </a:r>
              <a:r>
                <a:rPr lang="ko-KR" alt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명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81" name="Shape 29">
            <a:extLst>
              <a:ext uri="{FF2B5EF4-FFF2-40B4-BE49-F238E27FC236}">
                <a16:creationId xmlns:a16="http://schemas.microsoft.com/office/drawing/2014/main" id="{A095FF22-0A38-00A2-C1C4-35FEA61F3FC3}"/>
              </a:ext>
            </a:extLst>
          </p:cNvPr>
          <p:cNvSpPr/>
          <p:nvPr/>
        </p:nvSpPr>
        <p:spPr>
          <a:xfrm>
            <a:off x="301895" y="1143334"/>
            <a:ext cx="4253265" cy="204126"/>
          </a:xfrm>
          <a:prstGeom prst="roundRect">
            <a:avLst>
              <a:gd name="adj" fmla="val 21429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en-US" altLang="ko-KR" sz="1000" b="1" dirty="0">
                <a:latin typeface="Rix고딕 L" panose="02020603020101020101" pitchFamily="18" charset="-127"/>
                <a:ea typeface="Rix고딕 L" panose="02020603020101020101" pitchFamily="18" charset="-127"/>
              </a:rPr>
              <a:t>T1 </a:t>
            </a:r>
            <a:endParaRPr lang="ko-KR" altLang="en-US" sz="1000" b="1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2" name="Shape 29">
            <a:extLst>
              <a:ext uri="{FF2B5EF4-FFF2-40B4-BE49-F238E27FC236}">
                <a16:creationId xmlns:a16="http://schemas.microsoft.com/office/drawing/2014/main" id="{1AEA4207-C7F4-0960-BE4F-1985ED5D1CFB}"/>
              </a:ext>
            </a:extLst>
          </p:cNvPr>
          <p:cNvSpPr/>
          <p:nvPr/>
        </p:nvSpPr>
        <p:spPr>
          <a:xfrm>
            <a:off x="4620122" y="1150530"/>
            <a:ext cx="4262400" cy="204126"/>
          </a:xfrm>
          <a:prstGeom prst="roundRect">
            <a:avLst>
              <a:gd name="adj" fmla="val 21429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en-US" altLang="ko-KR" sz="1000" b="1" dirty="0">
                <a:latin typeface="Rix고딕 L" panose="02020603020101020101" pitchFamily="18" charset="-127"/>
                <a:ea typeface="Rix고딕 L" panose="02020603020101020101" pitchFamily="18" charset="-127"/>
              </a:rPr>
              <a:t>T2 </a:t>
            </a:r>
            <a:endParaRPr lang="ko-KR" altLang="en-US" sz="1000" b="1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5D7261D6-4D40-0209-1D89-D7EE023EF2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29" y="1526273"/>
            <a:ext cx="4181154" cy="1314429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5E9B1FE4-DC92-7ECA-68DE-5A2CF81CC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03" y="1419077"/>
            <a:ext cx="1196444" cy="129551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564207C4-FCCB-3830-78FC-2E4D412B73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7791" y="1427062"/>
            <a:ext cx="1150720" cy="129551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7060758F-F206-994A-6C14-66F1D895F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380" y="1405385"/>
            <a:ext cx="1196444" cy="129551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96F163E5-2959-85CF-88F6-C88EE28DA3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068" y="1413370"/>
            <a:ext cx="1150720" cy="129551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EEC37E23-7457-B730-9162-2E6A04150A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3949" y="1620077"/>
            <a:ext cx="4091795" cy="1191068"/>
          </a:xfrm>
          <a:prstGeom prst="rect">
            <a:avLst/>
          </a:prstGeom>
        </p:spPr>
      </p:pic>
      <p:pic>
        <p:nvPicPr>
          <p:cNvPr id="249" name="그림 248">
            <a:extLst>
              <a:ext uri="{FF2B5EF4-FFF2-40B4-BE49-F238E27FC236}">
                <a16:creationId xmlns:a16="http://schemas.microsoft.com/office/drawing/2014/main" id="{C120BB3A-3774-1B21-EE93-A82025BE4F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629" y="3822767"/>
            <a:ext cx="2667882" cy="1180187"/>
          </a:xfrm>
          <a:prstGeom prst="rect">
            <a:avLst/>
          </a:prstGeom>
        </p:spPr>
      </p:pic>
      <p:pic>
        <p:nvPicPr>
          <p:cNvPr id="297" name="그림 296">
            <a:extLst>
              <a:ext uri="{FF2B5EF4-FFF2-40B4-BE49-F238E27FC236}">
                <a16:creationId xmlns:a16="http://schemas.microsoft.com/office/drawing/2014/main" id="{BCDD0B5F-031B-50AF-F661-A78A3F9D9C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38" y="3845265"/>
            <a:ext cx="1319809" cy="1102126"/>
          </a:xfrm>
          <a:prstGeom prst="rect">
            <a:avLst/>
          </a:prstGeom>
        </p:spPr>
      </p:pic>
      <p:sp>
        <p:nvSpPr>
          <p:cNvPr id="307" name="TextBox 306">
            <a:extLst>
              <a:ext uri="{FF2B5EF4-FFF2-40B4-BE49-F238E27FC236}">
                <a16:creationId xmlns:a16="http://schemas.microsoft.com/office/drawing/2014/main" id="{26DA3891-944D-8D3A-6CD9-6DF481B9E55F}"/>
              </a:ext>
            </a:extLst>
          </p:cNvPr>
          <p:cNvSpPr txBox="1"/>
          <p:nvPr/>
        </p:nvSpPr>
        <p:spPr>
          <a:xfrm>
            <a:off x="535473" y="2855541"/>
            <a:ext cx="7639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latinLnBrk="1">
              <a:spcAft>
                <a:spcPts val="300"/>
              </a:spcAft>
            </a:pPr>
            <a:r>
              <a: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지난 주 同요일 대비</a:t>
            </a: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7E94B64D-72B7-B427-83DB-27367FE01E1D}"/>
              </a:ext>
            </a:extLst>
          </p:cNvPr>
          <p:cNvGrpSpPr/>
          <p:nvPr/>
        </p:nvGrpSpPr>
        <p:grpSpPr>
          <a:xfrm>
            <a:off x="402345" y="2971166"/>
            <a:ext cx="917124" cy="376282"/>
            <a:chOff x="-1206520" y="2193119"/>
            <a:chExt cx="917124" cy="376282"/>
          </a:xfrm>
        </p:grpSpPr>
        <p:sp>
          <p:nvSpPr>
            <p:cNvPr id="298" name="Multipe Users">
              <a:extLst>
                <a:ext uri="{FF2B5EF4-FFF2-40B4-BE49-F238E27FC236}">
                  <a16:creationId xmlns:a16="http://schemas.microsoft.com/office/drawing/2014/main" id="{E86DE5B3-2D81-0ABA-B46A-8F2DF53E99F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2306001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3" name="Rectangle 43">
              <a:extLst>
                <a:ext uri="{FF2B5EF4-FFF2-40B4-BE49-F238E27FC236}">
                  <a16:creationId xmlns:a16="http://schemas.microsoft.com/office/drawing/2014/main" id="{43EA6D4A-2834-5853-DF42-4FB43F294A98}"/>
                </a:ext>
              </a:extLst>
            </p:cNvPr>
            <p:cNvSpPr/>
            <p:nvPr/>
          </p:nvSpPr>
          <p:spPr>
            <a:xfrm>
              <a:off x="-1112520" y="2193119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4" name="AutoShape 55">
              <a:extLst>
                <a:ext uri="{FF2B5EF4-FFF2-40B4-BE49-F238E27FC236}">
                  <a16:creationId xmlns:a16="http://schemas.microsoft.com/office/drawing/2014/main" id="{B5218F9C-2BB6-5901-0638-AA97620AD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0194" y="2226657"/>
              <a:ext cx="280780" cy="283906"/>
            </a:xfrm>
            <a:prstGeom prst="ellipse">
              <a:avLst/>
            </a:prstGeom>
            <a:solidFill>
              <a:srgbClr val="242852">
                <a:lumMod val="60000"/>
                <a:lumOff val="40000"/>
              </a:srgbClr>
            </a:solidFill>
            <a:ln w="3175">
              <a:solidFill>
                <a:srgbClr val="242852">
                  <a:lumMod val="60000"/>
                  <a:lumOff val="40000"/>
                </a:srgbClr>
              </a:solidFill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9B756197-E2A5-1041-9224-744248FA2AC4}"/>
                </a:ext>
              </a:extLst>
            </p:cNvPr>
            <p:cNvSpPr txBox="1"/>
            <p:nvPr/>
          </p:nvSpPr>
          <p:spPr>
            <a:xfrm>
              <a:off x="-1206520" y="2256981"/>
              <a:ext cx="8231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70C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270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</a:t>
              </a:r>
              <a:endPara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6" name="Airplane">
              <a:extLst>
                <a:ext uri="{FF2B5EF4-FFF2-40B4-BE49-F238E27FC236}">
                  <a16:creationId xmlns:a16="http://schemas.microsoft.com/office/drawing/2014/main" id="{9DFBF3AE-025A-445F-37B5-AF95AD688E6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87414" y="2280901"/>
              <a:ext cx="217999" cy="167772"/>
            </a:xfrm>
            <a:custGeom>
              <a:avLst/>
              <a:gdLst>
                <a:gd name="T0" fmla="*/ 169 w 671"/>
                <a:gd name="T1" fmla="*/ 0 h 586"/>
                <a:gd name="T2" fmla="*/ 149 w 671"/>
                <a:gd name="T3" fmla="*/ 28 h 586"/>
                <a:gd name="T4" fmla="*/ 230 w 671"/>
                <a:gd name="T5" fmla="*/ 227 h 586"/>
                <a:gd name="T6" fmla="*/ 88 w 671"/>
                <a:gd name="T7" fmla="*/ 227 h 586"/>
                <a:gd name="T8" fmla="*/ 54 w 671"/>
                <a:gd name="T9" fmla="*/ 160 h 586"/>
                <a:gd name="T10" fmla="*/ 40 w 671"/>
                <a:gd name="T11" fmla="*/ 149 h 586"/>
                <a:gd name="T12" fmla="*/ 0 w 671"/>
                <a:gd name="T13" fmla="*/ 166 h 586"/>
                <a:gd name="T14" fmla="*/ 26 w 671"/>
                <a:gd name="T15" fmla="*/ 293 h 586"/>
                <a:gd name="T16" fmla="*/ 0 w 671"/>
                <a:gd name="T17" fmla="*/ 419 h 586"/>
                <a:gd name="T18" fmla="*/ 51 w 671"/>
                <a:gd name="T19" fmla="*/ 431 h 586"/>
                <a:gd name="T20" fmla="*/ 54 w 671"/>
                <a:gd name="T21" fmla="*/ 427 h 586"/>
                <a:gd name="T22" fmla="*/ 54 w 671"/>
                <a:gd name="T23" fmla="*/ 427 h 586"/>
                <a:gd name="T24" fmla="*/ 88 w 671"/>
                <a:gd name="T25" fmla="*/ 360 h 586"/>
                <a:gd name="T26" fmla="*/ 230 w 671"/>
                <a:gd name="T27" fmla="*/ 360 h 586"/>
                <a:gd name="T28" fmla="*/ 149 w 671"/>
                <a:gd name="T29" fmla="*/ 558 h 586"/>
                <a:gd name="T30" fmla="*/ 169 w 671"/>
                <a:gd name="T31" fmla="*/ 586 h 586"/>
                <a:gd name="T32" fmla="*/ 200 w 671"/>
                <a:gd name="T33" fmla="*/ 583 h 586"/>
                <a:gd name="T34" fmla="*/ 200 w 671"/>
                <a:gd name="T35" fmla="*/ 583 h 586"/>
                <a:gd name="T36" fmla="*/ 224 w 671"/>
                <a:gd name="T37" fmla="*/ 569 h 586"/>
                <a:gd name="T38" fmla="*/ 388 w 671"/>
                <a:gd name="T39" fmla="*/ 360 h 586"/>
                <a:gd name="T40" fmla="*/ 583 w 671"/>
                <a:gd name="T41" fmla="*/ 360 h 586"/>
                <a:gd name="T42" fmla="*/ 646 w 671"/>
                <a:gd name="T43" fmla="*/ 334 h 586"/>
                <a:gd name="T44" fmla="*/ 646 w 671"/>
                <a:gd name="T45" fmla="*/ 253 h 586"/>
                <a:gd name="T46" fmla="*/ 583 w 671"/>
                <a:gd name="T47" fmla="*/ 227 h 586"/>
                <a:gd name="T48" fmla="*/ 388 w 671"/>
                <a:gd name="T49" fmla="*/ 227 h 586"/>
                <a:gd name="T50" fmla="*/ 224 w 671"/>
                <a:gd name="T51" fmla="*/ 17 h 586"/>
                <a:gd name="T52" fmla="*/ 169 w 671"/>
                <a:gd name="T53" fmla="*/ 0 h 586"/>
                <a:gd name="T54" fmla="*/ 177 w 671"/>
                <a:gd name="T55" fmla="*/ 28 h 586"/>
                <a:gd name="T56" fmla="*/ 197 w 671"/>
                <a:gd name="T57" fmla="*/ 30 h 586"/>
                <a:gd name="T58" fmla="*/ 211 w 671"/>
                <a:gd name="T59" fmla="*/ 44 h 586"/>
                <a:gd name="T60" fmla="*/ 375 w 671"/>
                <a:gd name="T61" fmla="*/ 253 h 586"/>
                <a:gd name="T62" fmla="*/ 583 w 671"/>
                <a:gd name="T63" fmla="*/ 253 h 586"/>
                <a:gd name="T64" fmla="*/ 627 w 671"/>
                <a:gd name="T65" fmla="*/ 271 h 586"/>
                <a:gd name="T66" fmla="*/ 627 w 671"/>
                <a:gd name="T67" fmla="*/ 316 h 586"/>
                <a:gd name="T68" fmla="*/ 583 w 671"/>
                <a:gd name="T69" fmla="*/ 333 h 586"/>
                <a:gd name="T70" fmla="*/ 375 w 671"/>
                <a:gd name="T71" fmla="*/ 333 h 586"/>
                <a:gd name="T72" fmla="*/ 203 w 671"/>
                <a:gd name="T73" fmla="*/ 552 h 586"/>
                <a:gd name="T74" fmla="*/ 197 w 671"/>
                <a:gd name="T75" fmla="*/ 556 h 586"/>
                <a:gd name="T76" fmla="*/ 177 w 671"/>
                <a:gd name="T77" fmla="*/ 558 h 586"/>
                <a:gd name="T78" fmla="*/ 270 w 671"/>
                <a:gd name="T79" fmla="*/ 333 h 586"/>
                <a:gd name="T80" fmla="*/ 72 w 671"/>
                <a:gd name="T81" fmla="*/ 333 h 586"/>
                <a:gd name="T82" fmla="*/ 29 w 671"/>
                <a:gd name="T83" fmla="*/ 413 h 586"/>
                <a:gd name="T84" fmla="*/ 53 w 671"/>
                <a:gd name="T85" fmla="*/ 293 h 586"/>
                <a:gd name="T86" fmla="*/ 29 w 671"/>
                <a:gd name="T87" fmla="*/ 174 h 586"/>
                <a:gd name="T88" fmla="*/ 72 w 671"/>
                <a:gd name="T89" fmla="*/ 253 h 586"/>
                <a:gd name="T90" fmla="*/ 270 w 671"/>
                <a:gd name="T91" fmla="*/ 253 h 586"/>
                <a:gd name="T92" fmla="*/ 177 w 671"/>
                <a:gd name="T93" fmla="*/ 2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71" h="586">
                  <a:moveTo>
                    <a:pt x="169" y="0"/>
                  </a:moveTo>
                  <a:cubicBezTo>
                    <a:pt x="150" y="1"/>
                    <a:pt x="147" y="12"/>
                    <a:pt x="149" y="28"/>
                  </a:cubicBezTo>
                  <a:cubicBezTo>
                    <a:pt x="175" y="93"/>
                    <a:pt x="201" y="157"/>
                    <a:pt x="230" y="227"/>
                  </a:cubicBezTo>
                  <a:lnTo>
                    <a:pt x="88" y="227"/>
                  </a:lnTo>
                  <a:cubicBezTo>
                    <a:pt x="83" y="217"/>
                    <a:pt x="59" y="170"/>
                    <a:pt x="54" y="160"/>
                  </a:cubicBezTo>
                  <a:cubicBezTo>
                    <a:pt x="51" y="155"/>
                    <a:pt x="45" y="150"/>
                    <a:pt x="40" y="149"/>
                  </a:cubicBezTo>
                  <a:cubicBezTo>
                    <a:pt x="20" y="144"/>
                    <a:pt x="5" y="144"/>
                    <a:pt x="0" y="166"/>
                  </a:cubicBezTo>
                  <a:cubicBezTo>
                    <a:pt x="8" y="208"/>
                    <a:pt x="18" y="256"/>
                    <a:pt x="26" y="293"/>
                  </a:cubicBezTo>
                  <a:cubicBezTo>
                    <a:pt x="25" y="298"/>
                    <a:pt x="1" y="414"/>
                    <a:pt x="0" y="419"/>
                  </a:cubicBezTo>
                  <a:cubicBezTo>
                    <a:pt x="3" y="446"/>
                    <a:pt x="35" y="444"/>
                    <a:pt x="51" y="431"/>
                  </a:cubicBezTo>
                  <a:cubicBezTo>
                    <a:pt x="53" y="429"/>
                    <a:pt x="53" y="428"/>
                    <a:pt x="54" y="427"/>
                  </a:cubicBezTo>
                  <a:lnTo>
                    <a:pt x="54" y="427"/>
                  </a:lnTo>
                  <a:cubicBezTo>
                    <a:pt x="59" y="417"/>
                    <a:pt x="83" y="370"/>
                    <a:pt x="88" y="360"/>
                  </a:cubicBezTo>
                  <a:lnTo>
                    <a:pt x="230" y="360"/>
                  </a:lnTo>
                  <a:cubicBezTo>
                    <a:pt x="202" y="429"/>
                    <a:pt x="178" y="486"/>
                    <a:pt x="149" y="558"/>
                  </a:cubicBezTo>
                  <a:cubicBezTo>
                    <a:pt x="145" y="577"/>
                    <a:pt x="152" y="583"/>
                    <a:pt x="169" y="586"/>
                  </a:cubicBezTo>
                  <a:cubicBezTo>
                    <a:pt x="174" y="586"/>
                    <a:pt x="189" y="584"/>
                    <a:pt x="200" y="583"/>
                  </a:cubicBezTo>
                  <a:lnTo>
                    <a:pt x="200" y="583"/>
                  </a:lnTo>
                  <a:cubicBezTo>
                    <a:pt x="214" y="582"/>
                    <a:pt x="222" y="572"/>
                    <a:pt x="224" y="569"/>
                  </a:cubicBezTo>
                  <a:cubicBezTo>
                    <a:pt x="278" y="501"/>
                    <a:pt x="337" y="425"/>
                    <a:pt x="388" y="360"/>
                  </a:cubicBezTo>
                  <a:lnTo>
                    <a:pt x="583" y="360"/>
                  </a:lnTo>
                  <a:cubicBezTo>
                    <a:pt x="612" y="360"/>
                    <a:pt x="633" y="348"/>
                    <a:pt x="646" y="334"/>
                  </a:cubicBezTo>
                  <a:cubicBezTo>
                    <a:pt x="671" y="309"/>
                    <a:pt x="668" y="275"/>
                    <a:pt x="646" y="253"/>
                  </a:cubicBezTo>
                  <a:cubicBezTo>
                    <a:pt x="633" y="239"/>
                    <a:pt x="611" y="227"/>
                    <a:pt x="583" y="227"/>
                  </a:cubicBezTo>
                  <a:lnTo>
                    <a:pt x="388" y="227"/>
                  </a:lnTo>
                  <a:cubicBezTo>
                    <a:pt x="327" y="149"/>
                    <a:pt x="278" y="85"/>
                    <a:pt x="224" y="17"/>
                  </a:cubicBezTo>
                  <a:cubicBezTo>
                    <a:pt x="208" y="1"/>
                    <a:pt x="190" y="2"/>
                    <a:pt x="169" y="0"/>
                  </a:cubicBezTo>
                  <a:close/>
                  <a:moveTo>
                    <a:pt x="177" y="28"/>
                  </a:moveTo>
                  <a:cubicBezTo>
                    <a:pt x="184" y="29"/>
                    <a:pt x="190" y="29"/>
                    <a:pt x="197" y="30"/>
                  </a:cubicBezTo>
                  <a:cubicBezTo>
                    <a:pt x="204" y="32"/>
                    <a:pt x="206" y="38"/>
                    <a:pt x="211" y="44"/>
                  </a:cubicBezTo>
                  <a:cubicBezTo>
                    <a:pt x="269" y="118"/>
                    <a:pt x="326" y="191"/>
                    <a:pt x="375" y="253"/>
                  </a:cubicBezTo>
                  <a:lnTo>
                    <a:pt x="583" y="253"/>
                  </a:lnTo>
                  <a:cubicBezTo>
                    <a:pt x="604" y="253"/>
                    <a:pt x="618" y="261"/>
                    <a:pt x="627" y="271"/>
                  </a:cubicBezTo>
                  <a:cubicBezTo>
                    <a:pt x="642" y="286"/>
                    <a:pt x="642" y="301"/>
                    <a:pt x="627" y="316"/>
                  </a:cubicBezTo>
                  <a:cubicBezTo>
                    <a:pt x="618" y="325"/>
                    <a:pt x="604" y="333"/>
                    <a:pt x="583" y="333"/>
                  </a:cubicBezTo>
                  <a:lnTo>
                    <a:pt x="375" y="333"/>
                  </a:lnTo>
                  <a:cubicBezTo>
                    <a:pt x="315" y="411"/>
                    <a:pt x="255" y="486"/>
                    <a:pt x="203" y="552"/>
                  </a:cubicBezTo>
                  <a:cubicBezTo>
                    <a:pt x="200" y="557"/>
                    <a:pt x="203" y="556"/>
                    <a:pt x="197" y="556"/>
                  </a:cubicBezTo>
                  <a:cubicBezTo>
                    <a:pt x="190" y="557"/>
                    <a:pt x="184" y="558"/>
                    <a:pt x="177" y="558"/>
                  </a:cubicBezTo>
                  <a:cubicBezTo>
                    <a:pt x="207" y="486"/>
                    <a:pt x="241" y="402"/>
                    <a:pt x="270" y="333"/>
                  </a:cubicBezTo>
                  <a:lnTo>
                    <a:pt x="72" y="333"/>
                  </a:lnTo>
                  <a:cubicBezTo>
                    <a:pt x="58" y="362"/>
                    <a:pt x="42" y="391"/>
                    <a:pt x="29" y="413"/>
                  </a:cubicBezTo>
                  <a:cubicBezTo>
                    <a:pt x="37" y="373"/>
                    <a:pt x="45" y="333"/>
                    <a:pt x="53" y="293"/>
                  </a:cubicBezTo>
                  <a:cubicBezTo>
                    <a:pt x="45" y="252"/>
                    <a:pt x="36" y="212"/>
                    <a:pt x="29" y="174"/>
                  </a:cubicBezTo>
                  <a:cubicBezTo>
                    <a:pt x="45" y="198"/>
                    <a:pt x="60" y="230"/>
                    <a:pt x="72" y="253"/>
                  </a:cubicBezTo>
                  <a:lnTo>
                    <a:pt x="270" y="253"/>
                  </a:lnTo>
                  <a:cubicBezTo>
                    <a:pt x="236" y="171"/>
                    <a:pt x="207" y="102"/>
                    <a:pt x="177" y="2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A9B0FE03-8135-7656-2EF5-16D880E7EE77}"/>
                </a:ext>
              </a:extLst>
            </p:cNvPr>
            <p:cNvSpPr txBox="1"/>
            <p:nvPr/>
          </p:nvSpPr>
          <p:spPr>
            <a:xfrm>
              <a:off x="-974247" y="2376179"/>
              <a:ext cx="590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+ 2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 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03E98E62-28B5-1E88-8BA1-C4652E2C2675}"/>
              </a:ext>
            </a:extLst>
          </p:cNvPr>
          <p:cNvGrpSpPr/>
          <p:nvPr/>
        </p:nvGrpSpPr>
        <p:grpSpPr>
          <a:xfrm>
            <a:off x="496345" y="3410139"/>
            <a:ext cx="823124" cy="376282"/>
            <a:chOff x="-1112519" y="2907213"/>
            <a:chExt cx="823124" cy="376282"/>
          </a:xfrm>
        </p:grpSpPr>
        <p:sp>
          <p:nvSpPr>
            <p:cNvPr id="299" name="Rectangle 43">
              <a:extLst>
                <a:ext uri="{FF2B5EF4-FFF2-40B4-BE49-F238E27FC236}">
                  <a16:creationId xmlns:a16="http://schemas.microsoft.com/office/drawing/2014/main" id="{D7606E5C-C9AA-6280-2B07-574453D83B5D}"/>
                </a:ext>
              </a:extLst>
            </p:cNvPr>
            <p:cNvSpPr/>
            <p:nvPr/>
          </p:nvSpPr>
          <p:spPr>
            <a:xfrm>
              <a:off x="-1112519" y="2907213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CAD8E931-453E-6D6F-C96A-23FDACF1718E}"/>
                </a:ext>
              </a:extLst>
            </p:cNvPr>
            <p:cNvSpPr txBox="1"/>
            <p:nvPr/>
          </p:nvSpPr>
          <p:spPr>
            <a:xfrm>
              <a:off x="-1008027" y="2986060"/>
              <a:ext cx="62463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B0F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12,423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en-US" altLang="ko-KR" sz="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1" name="AutoShape 55">
              <a:extLst>
                <a:ext uri="{FF2B5EF4-FFF2-40B4-BE49-F238E27FC236}">
                  <a16:creationId xmlns:a16="http://schemas.microsoft.com/office/drawing/2014/main" id="{F61638FA-CE38-A015-A72E-BC76DB076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3320" y="2960385"/>
              <a:ext cx="284400" cy="283906"/>
            </a:xfrm>
            <a:prstGeom prst="ellipse">
              <a:avLst/>
            </a:prstGeom>
            <a:solidFill>
              <a:srgbClr val="242852">
                <a:lumMod val="20000"/>
                <a:lumOff val="80000"/>
              </a:srgbClr>
            </a:solidFill>
            <a:ln w="3175">
              <a:noFill/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2" name="Multipe Users">
              <a:extLst>
                <a:ext uri="{FF2B5EF4-FFF2-40B4-BE49-F238E27FC236}">
                  <a16:creationId xmlns:a16="http://schemas.microsoft.com/office/drawing/2014/main" id="{E036B930-DE0C-3718-A56F-CBBD885DF39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3046230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297BE436-C64C-4692-5641-0D12B94C89B1}"/>
                </a:ext>
              </a:extLst>
            </p:cNvPr>
            <p:cNvSpPr txBox="1"/>
            <p:nvPr/>
          </p:nvSpPr>
          <p:spPr>
            <a:xfrm>
              <a:off x="-1032994" y="3099721"/>
              <a:ext cx="6495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+268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315" name="그림 314">
            <a:extLst>
              <a:ext uri="{FF2B5EF4-FFF2-40B4-BE49-F238E27FC236}">
                <a16:creationId xmlns:a16="http://schemas.microsoft.com/office/drawing/2014/main" id="{FFFCB8F7-632C-BD21-714A-645002010FA8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20000"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151" t="21345" r="90670" b="16773"/>
          <a:stretch>
            <a:fillRect/>
          </a:stretch>
        </p:blipFill>
        <p:spPr>
          <a:xfrm>
            <a:off x="501692" y="1616783"/>
            <a:ext cx="3956819" cy="1011900"/>
          </a:xfrm>
          <a:prstGeom prst="rect">
            <a:avLst/>
          </a:prstGeom>
        </p:spPr>
      </p:pic>
      <p:pic>
        <p:nvPicPr>
          <p:cNvPr id="316" name="그림 315">
            <a:extLst>
              <a:ext uri="{FF2B5EF4-FFF2-40B4-BE49-F238E27FC236}">
                <a16:creationId xmlns:a16="http://schemas.microsoft.com/office/drawing/2014/main" id="{0DC5565B-E694-74FA-214E-6133E95A2D94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43118" y="1604472"/>
            <a:ext cx="3891197" cy="1026679"/>
          </a:xfrm>
          <a:prstGeom prst="rect">
            <a:avLst/>
          </a:prstGeom>
        </p:spPr>
      </p:pic>
      <p:pic>
        <p:nvPicPr>
          <p:cNvPr id="333" name="그림 332">
            <a:extLst>
              <a:ext uri="{FF2B5EF4-FFF2-40B4-BE49-F238E27FC236}">
                <a16:creationId xmlns:a16="http://schemas.microsoft.com/office/drawing/2014/main" id="{03D5628E-4C38-F605-8B32-AF151E3C38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3913" y="2908857"/>
            <a:ext cx="3025638" cy="829236"/>
          </a:xfrm>
          <a:prstGeom prst="rect">
            <a:avLst/>
          </a:prstGeom>
        </p:spPr>
      </p:pic>
      <p:pic>
        <p:nvPicPr>
          <p:cNvPr id="334" name="그림 333">
            <a:extLst>
              <a:ext uri="{FF2B5EF4-FFF2-40B4-BE49-F238E27FC236}">
                <a16:creationId xmlns:a16="http://schemas.microsoft.com/office/drawing/2014/main" id="{EC4E8F9D-0C5C-92F1-89ED-61CBE4182E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4629" y="3822767"/>
            <a:ext cx="2667882" cy="1180187"/>
          </a:xfrm>
          <a:prstGeom prst="rect">
            <a:avLst/>
          </a:prstGeom>
        </p:spPr>
      </p:pic>
      <p:pic>
        <p:nvPicPr>
          <p:cNvPr id="335" name="그림 334">
            <a:extLst>
              <a:ext uri="{FF2B5EF4-FFF2-40B4-BE49-F238E27FC236}">
                <a16:creationId xmlns:a16="http://schemas.microsoft.com/office/drawing/2014/main" id="{8B86438A-865A-0AED-2B6D-7DA2711C12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738" y="3845265"/>
            <a:ext cx="1319809" cy="1102126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67D91103-BFB5-55AB-1080-0B611E472835}"/>
              </a:ext>
            </a:extLst>
          </p:cNvPr>
          <p:cNvSpPr txBox="1"/>
          <p:nvPr/>
        </p:nvSpPr>
        <p:spPr>
          <a:xfrm>
            <a:off x="4819473" y="2855541"/>
            <a:ext cx="7639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latinLnBrk="1">
              <a:spcAft>
                <a:spcPts val="300"/>
              </a:spcAft>
            </a:pPr>
            <a:r>
              <a: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지난 주 同요일 대비</a:t>
            </a:r>
          </a:p>
        </p:txBody>
      </p: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BCA9B763-2826-3CEC-F0ED-76295E9C6D81}"/>
              </a:ext>
            </a:extLst>
          </p:cNvPr>
          <p:cNvGrpSpPr/>
          <p:nvPr/>
        </p:nvGrpSpPr>
        <p:grpSpPr>
          <a:xfrm>
            <a:off x="4686345" y="2971166"/>
            <a:ext cx="917124" cy="376282"/>
            <a:chOff x="-1206520" y="2193119"/>
            <a:chExt cx="917124" cy="376282"/>
          </a:xfrm>
        </p:grpSpPr>
        <p:sp>
          <p:nvSpPr>
            <p:cNvPr id="338" name="Multipe Users">
              <a:extLst>
                <a:ext uri="{FF2B5EF4-FFF2-40B4-BE49-F238E27FC236}">
                  <a16:creationId xmlns:a16="http://schemas.microsoft.com/office/drawing/2014/main" id="{4968CF5D-9422-52A8-DC24-A458182C9B7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2306001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39" name="Rectangle 43">
              <a:extLst>
                <a:ext uri="{FF2B5EF4-FFF2-40B4-BE49-F238E27FC236}">
                  <a16:creationId xmlns:a16="http://schemas.microsoft.com/office/drawing/2014/main" id="{38BE3F1F-B4D6-9F24-E8BD-F896AAC322F9}"/>
                </a:ext>
              </a:extLst>
            </p:cNvPr>
            <p:cNvSpPr/>
            <p:nvPr/>
          </p:nvSpPr>
          <p:spPr>
            <a:xfrm>
              <a:off x="-1112520" y="2193119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0" name="AutoShape 55">
              <a:extLst>
                <a:ext uri="{FF2B5EF4-FFF2-40B4-BE49-F238E27FC236}">
                  <a16:creationId xmlns:a16="http://schemas.microsoft.com/office/drawing/2014/main" id="{E499EF7D-D189-1D1B-6DD6-FF242CB24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0194" y="2226657"/>
              <a:ext cx="280780" cy="283906"/>
            </a:xfrm>
            <a:prstGeom prst="ellipse">
              <a:avLst/>
            </a:prstGeom>
            <a:solidFill>
              <a:srgbClr val="242852">
                <a:lumMod val="60000"/>
                <a:lumOff val="40000"/>
              </a:srgbClr>
            </a:solidFill>
            <a:ln w="3175">
              <a:solidFill>
                <a:srgbClr val="242852">
                  <a:lumMod val="60000"/>
                  <a:lumOff val="40000"/>
                </a:srgbClr>
              </a:solidFill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24A0B665-F69E-4A93-4091-A39BAE1373A5}"/>
                </a:ext>
              </a:extLst>
            </p:cNvPr>
            <p:cNvSpPr txBox="1"/>
            <p:nvPr/>
          </p:nvSpPr>
          <p:spPr>
            <a:xfrm>
              <a:off x="-1206520" y="2256981"/>
              <a:ext cx="8231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70C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270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</a:t>
              </a:r>
              <a:endPara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2" name="Airplane">
              <a:extLst>
                <a:ext uri="{FF2B5EF4-FFF2-40B4-BE49-F238E27FC236}">
                  <a16:creationId xmlns:a16="http://schemas.microsoft.com/office/drawing/2014/main" id="{4DAD0737-1B35-8DD3-1DF6-97861AE44A5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87414" y="2280901"/>
              <a:ext cx="217999" cy="167772"/>
            </a:xfrm>
            <a:custGeom>
              <a:avLst/>
              <a:gdLst>
                <a:gd name="T0" fmla="*/ 169 w 671"/>
                <a:gd name="T1" fmla="*/ 0 h 586"/>
                <a:gd name="T2" fmla="*/ 149 w 671"/>
                <a:gd name="T3" fmla="*/ 28 h 586"/>
                <a:gd name="T4" fmla="*/ 230 w 671"/>
                <a:gd name="T5" fmla="*/ 227 h 586"/>
                <a:gd name="T6" fmla="*/ 88 w 671"/>
                <a:gd name="T7" fmla="*/ 227 h 586"/>
                <a:gd name="T8" fmla="*/ 54 w 671"/>
                <a:gd name="T9" fmla="*/ 160 h 586"/>
                <a:gd name="T10" fmla="*/ 40 w 671"/>
                <a:gd name="T11" fmla="*/ 149 h 586"/>
                <a:gd name="T12" fmla="*/ 0 w 671"/>
                <a:gd name="T13" fmla="*/ 166 h 586"/>
                <a:gd name="T14" fmla="*/ 26 w 671"/>
                <a:gd name="T15" fmla="*/ 293 h 586"/>
                <a:gd name="T16" fmla="*/ 0 w 671"/>
                <a:gd name="T17" fmla="*/ 419 h 586"/>
                <a:gd name="T18" fmla="*/ 51 w 671"/>
                <a:gd name="T19" fmla="*/ 431 h 586"/>
                <a:gd name="T20" fmla="*/ 54 w 671"/>
                <a:gd name="T21" fmla="*/ 427 h 586"/>
                <a:gd name="T22" fmla="*/ 54 w 671"/>
                <a:gd name="T23" fmla="*/ 427 h 586"/>
                <a:gd name="T24" fmla="*/ 88 w 671"/>
                <a:gd name="T25" fmla="*/ 360 h 586"/>
                <a:gd name="T26" fmla="*/ 230 w 671"/>
                <a:gd name="T27" fmla="*/ 360 h 586"/>
                <a:gd name="T28" fmla="*/ 149 w 671"/>
                <a:gd name="T29" fmla="*/ 558 h 586"/>
                <a:gd name="T30" fmla="*/ 169 w 671"/>
                <a:gd name="T31" fmla="*/ 586 h 586"/>
                <a:gd name="T32" fmla="*/ 200 w 671"/>
                <a:gd name="T33" fmla="*/ 583 h 586"/>
                <a:gd name="T34" fmla="*/ 200 w 671"/>
                <a:gd name="T35" fmla="*/ 583 h 586"/>
                <a:gd name="T36" fmla="*/ 224 w 671"/>
                <a:gd name="T37" fmla="*/ 569 h 586"/>
                <a:gd name="T38" fmla="*/ 388 w 671"/>
                <a:gd name="T39" fmla="*/ 360 h 586"/>
                <a:gd name="T40" fmla="*/ 583 w 671"/>
                <a:gd name="T41" fmla="*/ 360 h 586"/>
                <a:gd name="T42" fmla="*/ 646 w 671"/>
                <a:gd name="T43" fmla="*/ 334 h 586"/>
                <a:gd name="T44" fmla="*/ 646 w 671"/>
                <a:gd name="T45" fmla="*/ 253 h 586"/>
                <a:gd name="T46" fmla="*/ 583 w 671"/>
                <a:gd name="T47" fmla="*/ 227 h 586"/>
                <a:gd name="T48" fmla="*/ 388 w 671"/>
                <a:gd name="T49" fmla="*/ 227 h 586"/>
                <a:gd name="T50" fmla="*/ 224 w 671"/>
                <a:gd name="T51" fmla="*/ 17 h 586"/>
                <a:gd name="T52" fmla="*/ 169 w 671"/>
                <a:gd name="T53" fmla="*/ 0 h 586"/>
                <a:gd name="T54" fmla="*/ 177 w 671"/>
                <a:gd name="T55" fmla="*/ 28 h 586"/>
                <a:gd name="T56" fmla="*/ 197 w 671"/>
                <a:gd name="T57" fmla="*/ 30 h 586"/>
                <a:gd name="T58" fmla="*/ 211 w 671"/>
                <a:gd name="T59" fmla="*/ 44 h 586"/>
                <a:gd name="T60" fmla="*/ 375 w 671"/>
                <a:gd name="T61" fmla="*/ 253 h 586"/>
                <a:gd name="T62" fmla="*/ 583 w 671"/>
                <a:gd name="T63" fmla="*/ 253 h 586"/>
                <a:gd name="T64" fmla="*/ 627 w 671"/>
                <a:gd name="T65" fmla="*/ 271 h 586"/>
                <a:gd name="T66" fmla="*/ 627 w 671"/>
                <a:gd name="T67" fmla="*/ 316 h 586"/>
                <a:gd name="T68" fmla="*/ 583 w 671"/>
                <a:gd name="T69" fmla="*/ 333 h 586"/>
                <a:gd name="T70" fmla="*/ 375 w 671"/>
                <a:gd name="T71" fmla="*/ 333 h 586"/>
                <a:gd name="T72" fmla="*/ 203 w 671"/>
                <a:gd name="T73" fmla="*/ 552 h 586"/>
                <a:gd name="T74" fmla="*/ 197 w 671"/>
                <a:gd name="T75" fmla="*/ 556 h 586"/>
                <a:gd name="T76" fmla="*/ 177 w 671"/>
                <a:gd name="T77" fmla="*/ 558 h 586"/>
                <a:gd name="T78" fmla="*/ 270 w 671"/>
                <a:gd name="T79" fmla="*/ 333 h 586"/>
                <a:gd name="T80" fmla="*/ 72 w 671"/>
                <a:gd name="T81" fmla="*/ 333 h 586"/>
                <a:gd name="T82" fmla="*/ 29 w 671"/>
                <a:gd name="T83" fmla="*/ 413 h 586"/>
                <a:gd name="T84" fmla="*/ 53 w 671"/>
                <a:gd name="T85" fmla="*/ 293 h 586"/>
                <a:gd name="T86" fmla="*/ 29 w 671"/>
                <a:gd name="T87" fmla="*/ 174 h 586"/>
                <a:gd name="T88" fmla="*/ 72 w 671"/>
                <a:gd name="T89" fmla="*/ 253 h 586"/>
                <a:gd name="T90" fmla="*/ 270 w 671"/>
                <a:gd name="T91" fmla="*/ 253 h 586"/>
                <a:gd name="T92" fmla="*/ 177 w 671"/>
                <a:gd name="T93" fmla="*/ 2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71" h="586">
                  <a:moveTo>
                    <a:pt x="169" y="0"/>
                  </a:moveTo>
                  <a:cubicBezTo>
                    <a:pt x="150" y="1"/>
                    <a:pt x="147" y="12"/>
                    <a:pt x="149" y="28"/>
                  </a:cubicBezTo>
                  <a:cubicBezTo>
                    <a:pt x="175" y="93"/>
                    <a:pt x="201" y="157"/>
                    <a:pt x="230" y="227"/>
                  </a:cubicBezTo>
                  <a:lnTo>
                    <a:pt x="88" y="227"/>
                  </a:lnTo>
                  <a:cubicBezTo>
                    <a:pt x="83" y="217"/>
                    <a:pt x="59" y="170"/>
                    <a:pt x="54" y="160"/>
                  </a:cubicBezTo>
                  <a:cubicBezTo>
                    <a:pt x="51" y="155"/>
                    <a:pt x="45" y="150"/>
                    <a:pt x="40" y="149"/>
                  </a:cubicBezTo>
                  <a:cubicBezTo>
                    <a:pt x="20" y="144"/>
                    <a:pt x="5" y="144"/>
                    <a:pt x="0" y="166"/>
                  </a:cubicBezTo>
                  <a:cubicBezTo>
                    <a:pt x="8" y="208"/>
                    <a:pt x="18" y="256"/>
                    <a:pt x="26" y="293"/>
                  </a:cubicBezTo>
                  <a:cubicBezTo>
                    <a:pt x="25" y="298"/>
                    <a:pt x="1" y="414"/>
                    <a:pt x="0" y="419"/>
                  </a:cubicBezTo>
                  <a:cubicBezTo>
                    <a:pt x="3" y="446"/>
                    <a:pt x="35" y="444"/>
                    <a:pt x="51" y="431"/>
                  </a:cubicBezTo>
                  <a:cubicBezTo>
                    <a:pt x="53" y="429"/>
                    <a:pt x="53" y="428"/>
                    <a:pt x="54" y="427"/>
                  </a:cubicBezTo>
                  <a:lnTo>
                    <a:pt x="54" y="427"/>
                  </a:lnTo>
                  <a:cubicBezTo>
                    <a:pt x="59" y="417"/>
                    <a:pt x="83" y="370"/>
                    <a:pt x="88" y="360"/>
                  </a:cubicBezTo>
                  <a:lnTo>
                    <a:pt x="230" y="360"/>
                  </a:lnTo>
                  <a:cubicBezTo>
                    <a:pt x="202" y="429"/>
                    <a:pt x="178" y="486"/>
                    <a:pt x="149" y="558"/>
                  </a:cubicBezTo>
                  <a:cubicBezTo>
                    <a:pt x="145" y="577"/>
                    <a:pt x="152" y="583"/>
                    <a:pt x="169" y="586"/>
                  </a:cubicBezTo>
                  <a:cubicBezTo>
                    <a:pt x="174" y="586"/>
                    <a:pt x="189" y="584"/>
                    <a:pt x="200" y="583"/>
                  </a:cubicBezTo>
                  <a:lnTo>
                    <a:pt x="200" y="583"/>
                  </a:lnTo>
                  <a:cubicBezTo>
                    <a:pt x="214" y="582"/>
                    <a:pt x="222" y="572"/>
                    <a:pt x="224" y="569"/>
                  </a:cubicBezTo>
                  <a:cubicBezTo>
                    <a:pt x="278" y="501"/>
                    <a:pt x="337" y="425"/>
                    <a:pt x="388" y="360"/>
                  </a:cubicBezTo>
                  <a:lnTo>
                    <a:pt x="583" y="360"/>
                  </a:lnTo>
                  <a:cubicBezTo>
                    <a:pt x="612" y="360"/>
                    <a:pt x="633" y="348"/>
                    <a:pt x="646" y="334"/>
                  </a:cubicBezTo>
                  <a:cubicBezTo>
                    <a:pt x="671" y="309"/>
                    <a:pt x="668" y="275"/>
                    <a:pt x="646" y="253"/>
                  </a:cubicBezTo>
                  <a:cubicBezTo>
                    <a:pt x="633" y="239"/>
                    <a:pt x="611" y="227"/>
                    <a:pt x="583" y="227"/>
                  </a:cubicBezTo>
                  <a:lnTo>
                    <a:pt x="388" y="227"/>
                  </a:lnTo>
                  <a:cubicBezTo>
                    <a:pt x="327" y="149"/>
                    <a:pt x="278" y="85"/>
                    <a:pt x="224" y="17"/>
                  </a:cubicBezTo>
                  <a:cubicBezTo>
                    <a:pt x="208" y="1"/>
                    <a:pt x="190" y="2"/>
                    <a:pt x="169" y="0"/>
                  </a:cubicBezTo>
                  <a:close/>
                  <a:moveTo>
                    <a:pt x="177" y="28"/>
                  </a:moveTo>
                  <a:cubicBezTo>
                    <a:pt x="184" y="29"/>
                    <a:pt x="190" y="29"/>
                    <a:pt x="197" y="30"/>
                  </a:cubicBezTo>
                  <a:cubicBezTo>
                    <a:pt x="204" y="32"/>
                    <a:pt x="206" y="38"/>
                    <a:pt x="211" y="44"/>
                  </a:cubicBezTo>
                  <a:cubicBezTo>
                    <a:pt x="269" y="118"/>
                    <a:pt x="326" y="191"/>
                    <a:pt x="375" y="253"/>
                  </a:cubicBezTo>
                  <a:lnTo>
                    <a:pt x="583" y="253"/>
                  </a:lnTo>
                  <a:cubicBezTo>
                    <a:pt x="604" y="253"/>
                    <a:pt x="618" y="261"/>
                    <a:pt x="627" y="271"/>
                  </a:cubicBezTo>
                  <a:cubicBezTo>
                    <a:pt x="642" y="286"/>
                    <a:pt x="642" y="301"/>
                    <a:pt x="627" y="316"/>
                  </a:cubicBezTo>
                  <a:cubicBezTo>
                    <a:pt x="618" y="325"/>
                    <a:pt x="604" y="333"/>
                    <a:pt x="583" y="333"/>
                  </a:cubicBezTo>
                  <a:lnTo>
                    <a:pt x="375" y="333"/>
                  </a:lnTo>
                  <a:cubicBezTo>
                    <a:pt x="315" y="411"/>
                    <a:pt x="255" y="486"/>
                    <a:pt x="203" y="552"/>
                  </a:cubicBezTo>
                  <a:cubicBezTo>
                    <a:pt x="200" y="557"/>
                    <a:pt x="203" y="556"/>
                    <a:pt x="197" y="556"/>
                  </a:cubicBezTo>
                  <a:cubicBezTo>
                    <a:pt x="190" y="557"/>
                    <a:pt x="184" y="558"/>
                    <a:pt x="177" y="558"/>
                  </a:cubicBezTo>
                  <a:cubicBezTo>
                    <a:pt x="207" y="486"/>
                    <a:pt x="241" y="402"/>
                    <a:pt x="270" y="333"/>
                  </a:cubicBezTo>
                  <a:lnTo>
                    <a:pt x="72" y="333"/>
                  </a:lnTo>
                  <a:cubicBezTo>
                    <a:pt x="58" y="362"/>
                    <a:pt x="42" y="391"/>
                    <a:pt x="29" y="413"/>
                  </a:cubicBezTo>
                  <a:cubicBezTo>
                    <a:pt x="37" y="373"/>
                    <a:pt x="45" y="333"/>
                    <a:pt x="53" y="293"/>
                  </a:cubicBezTo>
                  <a:cubicBezTo>
                    <a:pt x="45" y="252"/>
                    <a:pt x="36" y="212"/>
                    <a:pt x="29" y="174"/>
                  </a:cubicBezTo>
                  <a:cubicBezTo>
                    <a:pt x="45" y="198"/>
                    <a:pt x="60" y="230"/>
                    <a:pt x="72" y="253"/>
                  </a:cubicBezTo>
                  <a:lnTo>
                    <a:pt x="270" y="253"/>
                  </a:lnTo>
                  <a:cubicBezTo>
                    <a:pt x="236" y="171"/>
                    <a:pt x="207" y="102"/>
                    <a:pt x="177" y="2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56119AE2-5C42-2C56-9418-5FCCF37936AC}"/>
                </a:ext>
              </a:extLst>
            </p:cNvPr>
            <p:cNvSpPr txBox="1"/>
            <p:nvPr/>
          </p:nvSpPr>
          <p:spPr>
            <a:xfrm>
              <a:off x="-974247" y="2376179"/>
              <a:ext cx="590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+ 2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 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3D90873F-6D3E-AAFE-0C38-36F57C7EFE3B}"/>
              </a:ext>
            </a:extLst>
          </p:cNvPr>
          <p:cNvGrpSpPr/>
          <p:nvPr/>
        </p:nvGrpSpPr>
        <p:grpSpPr>
          <a:xfrm>
            <a:off x="4780345" y="3410139"/>
            <a:ext cx="823124" cy="376282"/>
            <a:chOff x="-1112519" y="2907213"/>
            <a:chExt cx="823124" cy="376282"/>
          </a:xfrm>
        </p:grpSpPr>
        <p:sp>
          <p:nvSpPr>
            <p:cNvPr id="345" name="Rectangle 43">
              <a:extLst>
                <a:ext uri="{FF2B5EF4-FFF2-40B4-BE49-F238E27FC236}">
                  <a16:creationId xmlns:a16="http://schemas.microsoft.com/office/drawing/2014/main" id="{8C885B3B-2D5F-07E9-7837-D63411EED819}"/>
                </a:ext>
              </a:extLst>
            </p:cNvPr>
            <p:cNvSpPr/>
            <p:nvPr/>
          </p:nvSpPr>
          <p:spPr>
            <a:xfrm>
              <a:off x="-1112519" y="2907213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D975492C-E508-0330-CB64-5E78E88FCFCF}"/>
                </a:ext>
              </a:extLst>
            </p:cNvPr>
            <p:cNvSpPr txBox="1"/>
            <p:nvPr/>
          </p:nvSpPr>
          <p:spPr>
            <a:xfrm>
              <a:off x="-1008027" y="2986060"/>
              <a:ext cx="62463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B0F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12,423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en-US" altLang="ko-KR" sz="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7" name="AutoShape 55">
              <a:extLst>
                <a:ext uri="{FF2B5EF4-FFF2-40B4-BE49-F238E27FC236}">
                  <a16:creationId xmlns:a16="http://schemas.microsoft.com/office/drawing/2014/main" id="{30852DB4-630F-0E06-132F-FEAE5C359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3320" y="2960385"/>
              <a:ext cx="284400" cy="283906"/>
            </a:xfrm>
            <a:prstGeom prst="ellipse">
              <a:avLst/>
            </a:prstGeom>
            <a:solidFill>
              <a:srgbClr val="242852">
                <a:lumMod val="20000"/>
                <a:lumOff val="80000"/>
              </a:srgbClr>
            </a:solidFill>
            <a:ln w="3175">
              <a:noFill/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8" name="Multipe Users">
              <a:extLst>
                <a:ext uri="{FF2B5EF4-FFF2-40B4-BE49-F238E27FC236}">
                  <a16:creationId xmlns:a16="http://schemas.microsoft.com/office/drawing/2014/main" id="{5BF1DAD7-FC65-C018-7D9B-62860C123E4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3046230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E196D653-9A43-3268-E7A6-6DD9C2761EA5}"/>
                </a:ext>
              </a:extLst>
            </p:cNvPr>
            <p:cNvSpPr txBox="1"/>
            <p:nvPr/>
          </p:nvSpPr>
          <p:spPr>
            <a:xfrm>
              <a:off x="-1032994" y="3099721"/>
              <a:ext cx="6495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+268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350" name="그림 349">
            <a:extLst>
              <a:ext uri="{FF2B5EF4-FFF2-40B4-BE49-F238E27FC236}">
                <a16:creationId xmlns:a16="http://schemas.microsoft.com/office/drawing/2014/main" id="{A5028791-DE78-91F9-B2C9-39FBF0AEC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7913" y="2908857"/>
            <a:ext cx="3025638" cy="829236"/>
          </a:xfrm>
          <a:prstGeom prst="rect">
            <a:avLst/>
          </a:prstGeom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F9B24888-0109-50BB-EB9F-BD397A631F97}"/>
              </a:ext>
            </a:extLst>
          </p:cNvPr>
          <p:cNvSpPr/>
          <p:nvPr/>
        </p:nvSpPr>
        <p:spPr>
          <a:xfrm>
            <a:off x="6456708" y="695281"/>
            <a:ext cx="775165" cy="390901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체크인 카운터 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</p:spTree>
    <p:extLst>
      <p:ext uri="{BB962C8B-B14F-4D97-AF65-F5344CB8AC3E}">
        <p14:creationId xmlns:p14="http://schemas.microsoft.com/office/powerpoint/2010/main" val="386509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836D6-C5BB-5E32-B27F-B5A632CD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1D7E8D72-9ECB-A55C-41A7-206FB051D3CE}"/>
              </a:ext>
            </a:extLst>
          </p:cNvPr>
          <p:cNvGrpSpPr/>
          <p:nvPr/>
        </p:nvGrpSpPr>
        <p:grpSpPr>
          <a:xfrm>
            <a:off x="0" y="-23610"/>
            <a:ext cx="9144000" cy="683849"/>
            <a:chOff x="3464784" y="490439"/>
            <a:chExt cx="1644469" cy="489798"/>
          </a:xfrm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3A3CCBFA-7E6E-A8DB-DF6C-285377BD88FE}"/>
                </a:ext>
              </a:extLst>
            </p:cNvPr>
            <p:cNvSpPr/>
            <p:nvPr/>
          </p:nvSpPr>
          <p:spPr>
            <a:xfrm>
              <a:off x="3464784" y="490439"/>
              <a:ext cx="1644469" cy="4897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67FC1987-3C52-28E3-8F37-8E4AFD779883}"/>
                </a:ext>
              </a:extLst>
            </p:cNvPr>
            <p:cNvSpPr/>
            <p:nvPr/>
          </p:nvSpPr>
          <p:spPr>
            <a:xfrm>
              <a:off x="3765041" y="621571"/>
              <a:ext cx="1026942" cy="101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000" b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일일 시뮬레이션</a:t>
              </a:r>
              <a:endParaRPr lang="en-US" sz="1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79" name="Shape 20">
            <a:extLst>
              <a:ext uri="{FF2B5EF4-FFF2-40B4-BE49-F238E27FC236}">
                <a16:creationId xmlns:a16="http://schemas.microsoft.com/office/drawing/2014/main" id="{29373E42-58EF-45C3-BCCE-9B67B2A13596}"/>
              </a:ext>
            </a:extLst>
          </p:cNvPr>
          <p:cNvSpPr/>
          <p:nvPr/>
        </p:nvSpPr>
        <p:spPr>
          <a:xfrm>
            <a:off x="288000" y="1144418"/>
            <a:ext cx="4284000" cy="3940374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6774FFB2-8DD6-0E54-EAED-31A1E7F5E0AC}"/>
              </a:ext>
            </a:extLst>
          </p:cNvPr>
          <p:cNvSpPr/>
          <p:nvPr/>
        </p:nvSpPr>
        <p:spPr>
          <a:xfrm>
            <a:off x="4612013" y="1144418"/>
            <a:ext cx="4284000" cy="3940374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8291DC6-DC7F-DF49-DC62-1EFF4996DE77}"/>
              </a:ext>
            </a:extLst>
          </p:cNvPr>
          <p:cNvGrpSpPr/>
          <p:nvPr/>
        </p:nvGrpSpPr>
        <p:grpSpPr>
          <a:xfrm>
            <a:off x="331357" y="383252"/>
            <a:ext cx="1644469" cy="248557"/>
            <a:chOff x="424554" y="585216"/>
            <a:chExt cx="1644469" cy="384048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C0B95869-2DF0-683F-48FC-FA28C45FD2DB}"/>
                </a:ext>
              </a:extLst>
            </p:cNvPr>
            <p:cNvSpPr/>
            <p:nvPr/>
          </p:nvSpPr>
          <p:spPr>
            <a:xfrm>
              <a:off x="424554" y="585216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90F12368-0E2F-DF0C-1AB9-272669FF57EA}"/>
                </a:ext>
              </a:extLst>
            </p:cNvPr>
            <p:cNvSpPr/>
            <p:nvPr/>
          </p:nvSpPr>
          <p:spPr>
            <a:xfrm>
              <a:off x="780380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</a:t>
              </a:r>
              <a:r>
                <a:rPr lang="en-US" sz="950" b="1" dirty="0" err="1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보기</a:t>
              </a:r>
              <a:endParaRPr lang="en-US" sz="950" b="1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90460AE-A1E5-D2C3-976B-BF619515EA84}"/>
              </a:ext>
            </a:extLst>
          </p:cNvPr>
          <p:cNvGrpSpPr/>
          <p:nvPr/>
        </p:nvGrpSpPr>
        <p:grpSpPr>
          <a:xfrm>
            <a:off x="3787419" y="383252"/>
            <a:ext cx="1644469" cy="248557"/>
            <a:chOff x="3464784" y="590731"/>
            <a:chExt cx="1644469" cy="38404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27AB5250-BC2E-E395-719B-3BE1E7ED52B0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D0D6564F-2518-2687-D52A-B9E64416439C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체크인카운터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406D3F5-EE62-4E0F-B064-F1636066522E}"/>
              </a:ext>
            </a:extLst>
          </p:cNvPr>
          <p:cNvGrpSpPr/>
          <p:nvPr/>
        </p:nvGrpSpPr>
        <p:grpSpPr>
          <a:xfrm>
            <a:off x="5515450" y="383252"/>
            <a:ext cx="1644469" cy="248557"/>
            <a:chOff x="5251846" y="585216"/>
            <a:chExt cx="1644469" cy="38404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7676B789-A3DB-E278-9005-2DFABECF0758}"/>
                </a:ext>
              </a:extLst>
            </p:cNvPr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60C66BD-5A9A-2D83-0E86-F6875C77483B}"/>
                </a:ext>
              </a:extLst>
            </p:cNvPr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C15374E-3FE6-37FA-D58C-A01BDB8AECAE}"/>
              </a:ext>
            </a:extLst>
          </p:cNvPr>
          <p:cNvGrpSpPr/>
          <p:nvPr/>
        </p:nvGrpSpPr>
        <p:grpSpPr>
          <a:xfrm>
            <a:off x="7243481" y="383252"/>
            <a:ext cx="1644469" cy="248557"/>
            <a:chOff x="7336678" y="585216"/>
            <a:chExt cx="1644469" cy="384048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BFEA1936-2574-DEE0-06AE-65018F07E077}"/>
                </a:ext>
              </a:extLst>
            </p:cNvPr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D7126ADC-4C06-6A13-F91D-1A62D292F2DB}"/>
                </a:ext>
              </a:extLst>
            </p:cNvPr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12" name="Shape 10">
            <a:extLst>
              <a:ext uri="{FF2B5EF4-FFF2-40B4-BE49-F238E27FC236}">
                <a16:creationId xmlns:a16="http://schemas.microsoft.com/office/drawing/2014/main" id="{30FE6BE5-48CF-7E36-2DEE-5D82D4D51F52}"/>
              </a:ext>
            </a:extLst>
          </p:cNvPr>
          <p:cNvSpPr/>
          <p:nvPr/>
        </p:nvSpPr>
        <p:spPr>
          <a:xfrm>
            <a:off x="303200" y="686673"/>
            <a:ext cx="3579951" cy="33670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879D9A5-ED5B-4453-30DE-85B2F535D6D9}"/>
              </a:ext>
            </a:extLst>
          </p:cNvPr>
          <p:cNvGrpSpPr/>
          <p:nvPr/>
        </p:nvGrpSpPr>
        <p:grpSpPr>
          <a:xfrm>
            <a:off x="2059388" y="383252"/>
            <a:ext cx="1644469" cy="248557"/>
            <a:chOff x="3464784" y="590731"/>
            <a:chExt cx="1644469" cy="384048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E9F17FB8-0FF7-2BC7-F364-3269EC1B9D91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BC0A5140-EB8B-7E6B-1C7E-3CF4E408BE2A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 err="1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43" name="Text 18">
            <a:extLst>
              <a:ext uri="{FF2B5EF4-FFF2-40B4-BE49-F238E27FC236}">
                <a16:creationId xmlns:a16="http://schemas.microsoft.com/office/drawing/2014/main" id="{7ECE4547-45E1-0148-2D89-27FF9B5ECCD1}"/>
              </a:ext>
            </a:extLst>
          </p:cNvPr>
          <p:cNvSpPr/>
          <p:nvPr/>
        </p:nvSpPr>
        <p:spPr>
          <a:xfrm>
            <a:off x="436328" y="719077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기준일자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E608F20F-4C38-730D-E2DE-85B6E01AD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19" y="736666"/>
            <a:ext cx="1028789" cy="213378"/>
          </a:xfrm>
          <a:prstGeom prst="rect">
            <a:avLst/>
          </a:prstGeom>
        </p:spPr>
      </p:pic>
      <p:sp>
        <p:nvSpPr>
          <p:cNvPr id="47" name="Shape 16">
            <a:extLst>
              <a:ext uri="{FF2B5EF4-FFF2-40B4-BE49-F238E27FC236}">
                <a16:creationId xmlns:a16="http://schemas.microsoft.com/office/drawing/2014/main" id="{75ACE714-DF1C-A3B4-62CC-E6AA9E8C2BD3}"/>
              </a:ext>
            </a:extLst>
          </p:cNvPr>
          <p:cNvSpPr/>
          <p:nvPr/>
        </p:nvSpPr>
        <p:spPr>
          <a:xfrm>
            <a:off x="2052317" y="737782"/>
            <a:ext cx="442395" cy="205468"/>
          </a:xfrm>
          <a:prstGeom prst="roundRect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sz="800" b="1" dirty="0">
                <a:solidFill>
                  <a:schemeClr val="accent5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조회</a:t>
            </a:r>
            <a:endParaRPr lang="ko-KR" altLang="en-US" sz="1050" b="1" dirty="0">
              <a:solidFill>
                <a:schemeClr val="accent5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CF007DD4-405E-4B12-9212-33E1B9235D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3" t="16287" r="4391" b="12860"/>
          <a:stretch>
            <a:fillRect/>
          </a:stretch>
        </p:blipFill>
        <p:spPr>
          <a:xfrm>
            <a:off x="2540578" y="726152"/>
            <a:ext cx="1342573" cy="288596"/>
          </a:xfrm>
          <a:prstGeom prst="rect">
            <a:avLst/>
          </a:prstGeom>
        </p:spPr>
      </p:pic>
      <p:sp>
        <p:nvSpPr>
          <p:cNvPr id="51" name="Shape 2">
            <a:extLst>
              <a:ext uri="{FF2B5EF4-FFF2-40B4-BE49-F238E27FC236}">
                <a16:creationId xmlns:a16="http://schemas.microsoft.com/office/drawing/2014/main" id="{54E5ADA9-EE7D-6F08-DE29-BF5171FCF475}"/>
              </a:ext>
            </a:extLst>
          </p:cNvPr>
          <p:cNvSpPr/>
          <p:nvPr/>
        </p:nvSpPr>
        <p:spPr>
          <a:xfrm>
            <a:off x="6456708" y="695281"/>
            <a:ext cx="775165" cy="390901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체크인 카운터 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EDDB1734-96B8-F4E4-FACA-B22D4369095F}"/>
              </a:ext>
            </a:extLst>
          </p:cNvPr>
          <p:cNvSpPr/>
          <p:nvPr/>
        </p:nvSpPr>
        <p:spPr>
          <a:xfrm>
            <a:off x="7285264" y="695281"/>
            <a:ext cx="775165" cy="390901"/>
          </a:xfrm>
          <a:prstGeom prst="rect">
            <a:avLst/>
          </a:prstGeom>
          <a:solidFill>
            <a:srgbClr val="D6EEE6"/>
          </a:solidFill>
          <a:ln w="12700">
            <a:solidFill>
              <a:srgbClr val="C5E6DC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출국장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E62EDD8C-F091-8535-491C-4EEC52342119}"/>
              </a:ext>
            </a:extLst>
          </p:cNvPr>
          <p:cNvSpPr/>
          <p:nvPr/>
        </p:nvSpPr>
        <p:spPr>
          <a:xfrm>
            <a:off x="8113821" y="695281"/>
            <a:ext cx="775165" cy="390901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FBDBA5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보안검색대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1C3C0B1D-E9B0-6520-C386-CBC597CE26E0}"/>
              </a:ext>
            </a:extLst>
          </p:cNvPr>
          <p:cNvGrpSpPr/>
          <p:nvPr/>
        </p:nvGrpSpPr>
        <p:grpSpPr>
          <a:xfrm>
            <a:off x="4029208" y="707097"/>
            <a:ext cx="1406344" cy="352180"/>
            <a:chOff x="4031210" y="438145"/>
            <a:chExt cx="1406344" cy="352180"/>
          </a:xfrm>
        </p:grpSpPr>
        <p:sp>
          <p:nvSpPr>
            <p:cNvPr id="56" name="Shape 5">
              <a:extLst>
                <a:ext uri="{FF2B5EF4-FFF2-40B4-BE49-F238E27FC236}">
                  <a16:creationId xmlns:a16="http://schemas.microsoft.com/office/drawing/2014/main" id="{AAC47B6F-D3E0-C6E1-12ED-FAB772D7E31D}"/>
                </a:ext>
              </a:extLst>
            </p:cNvPr>
            <p:cNvSpPr/>
            <p:nvPr/>
          </p:nvSpPr>
          <p:spPr>
            <a:xfrm>
              <a:off x="4031210" y="438145"/>
              <a:ext cx="1392927" cy="35218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7" name="Text 6">
              <a:extLst>
                <a:ext uri="{FF2B5EF4-FFF2-40B4-BE49-F238E27FC236}">
                  <a16:creationId xmlns:a16="http://schemas.microsoft.com/office/drawing/2014/main" id="{4AAE0D4A-F5B0-695F-6F1C-46136AC3CE4D}"/>
                </a:ext>
              </a:extLst>
            </p:cNvPr>
            <p:cNvSpPr/>
            <p:nvPr/>
          </p:nvSpPr>
          <p:spPr>
            <a:xfrm>
              <a:off x="4105513" y="474721"/>
              <a:ext cx="612648" cy="83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총 운항편수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8" name="Text 7">
              <a:extLst>
                <a:ext uri="{FF2B5EF4-FFF2-40B4-BE49-F238E27FC236}">
                  <a16:creationId xmlns:a16="http://schemas.microsoft.com/office/drawing/2014/main" id="{C5F82C71-3A3A-1FDD-19D0-EE7E0D1772C4}"/>
                </a:ext>
              </a:extLst>
            </p:cNvPr>
            <p:cNvSpPr/>
            <p:nvPr/>
          </p:nvSpPr>
          <p:spPr>
            <a:xfrm>
              <a:off x="4185340" y="595217"/>
              <a:ext cx="612648" cy="195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72편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3" name="Text 6">
              <a:extLst>
                <a:ext uri="{FF2B5EF4-FFF2-40B4-BE49-F238E27FC236}">
                  <a16:creationId xmlns:a16="http://schemas.microsoft.com/office/drawing/2014/main" id="{3A9CBEE9-A2F2-F13E-E2DB-3409A7385EED}"/>
                </a:ext>
              </a:extLst>
            </p:cNvPr>
            <p:cNvSpPr/>
            <p:nvPr/>
          </p:nvSpPr>
          <p:spPr>
            <a:xfrm>
              <a:off x="4824906" y="465061"/>
              <a:ext cx="612648" cy="83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총 </a:t>
              </a:r>
              <a:r>
                <a:rPr lang="ko-KR" alt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여객</a:t>
              </a: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4" name="Text 7">
              <a:extLst>
                <a:ext uri="{FF2B5EF4-FFF2-40B4-BE49-F238E27FC236}">
                  <a16:creationId xmlns:a16="http://schemas.microsoft.com/office/drawing/2014/main" id="{A92D5C2C-2E3D-B377-02CF-4C3D4BD1DF1E}"/>
                </a:ext>
              </a:extLst>
            </p:cNvPr>
            <p:cNvSpPr/>
            <p:nvPr/>
          </p:nvSpPr>
          <p:spPr>
            <a:xfrm>
              <a:off x="4824906" y="585557"/>
              <a:ext cx="612648" cy="195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6,800</a:t>
              </a:r>
              <a:r>
                <a:rPr lang="ko-KR" alt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명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91" name="그림 90">
            <a:extLst>
              <a:ext uri="{FF2B5EF4-FFF2-40B4-BE49-F238E27FC236}">
                <a16:creationId xmlns:a16="http://schemas.microsoft.com/office/drawing/2014/main" id="{BAE40CBC-0D81-278D-7D0F-5A610ADDB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29" y="1526273"/>
            <a:ext cx="4181154" cy="1314429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29CA10BE-7739-EA58-DAFF-7B7793AFA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03" y="1419077"/>
            <a:ext cx="1196444" cy="129551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5A84AAB2-4834-0C3F-4C77-F79038A840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7791" y="1427062"/>
            <a:ext cx="1150720" cy="129551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605A1FB1-B2E3-AA8D-D532-C11D430E8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380" y="1405385"/>
            <a:ext cx="1196444" cy="129551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641EB654-FD73-F1C1-C1AB-62198A1870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068" y="1413370"/>
            <a:ext cx="1150720" cy="129551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3BB60B69-FC11-BD8A-A003-4367A470EE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3949" y="1620077"/>
            <a:ext cx="4091795" cy="1191068"/>
          </a:xfrm>
          <a:prstGeom prst="rect">
            <a:avLst/>
          </a:prstGeom>
        </p:spPr>
      </p:pic>
      <p:pic>
        <p:nvPicPr>
          <p:cNvPr id="249" name="그림 248">
            <a:extLst>
              <a:ext uri="{FF2B5EF4-FFF2-40B4-BE49-F238E27FC236}">
                <a16:creationId xmlns:a16="http://schemas.microsoft.com/office/drawing/2014/main" id="{452BA5CC-9C45-0B82-98DC-1C89EACC6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629" y="3822767"/>
            <a:ext cx="2667882" cy="1180187"/>
          </a:xfrm>
          <a:prstGeom prst="rect">
            <a:avLst/>
          </a:prstGeom>
        </p:spPr>
      </p:pic>
      <p:pic>
        <p:nvPicPr>
          <p:cNvPr id="297" name="그림 296">
            <a:extLst>
              <a:ext uri="{FF2B5EF4-FFF2-40B4-BE49-F238E27FC236}">
                <a16:creationId xmlns:a16="http://schemas.microsoft.com/office/drawing/2014/main" id="{F43743C6-6BA7-A1A5-9ABE-464F01BB80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38" y="3845265"/>
            <a:ext cx="1319809" cy="1102126"/>
          </a:xfrm>
          <a:prstGeom prst="rect">
            <a:avLst/>
          </a:prstGeom>
        </p:spPr>
      </p:pic>
      <p:sp>
        <p:nvSpPr>
          <p:cNvPr id="307" name="TextBox 306">
            <a:extLst>
              <a:ext uri="{FF2B5EF4-FFF2-40B4-BE49-F238E27FC236}">
                <a16:creationId xmlns:a16="http://schemas.microsoft.com/office/drawing/2014/main" id="{EAC48018-ED54-DC29-D9D8-3F7082DE3D5F}"/>
              </a:ext>
            </a:extLst>
          </p:cNvPr>
          <p:cNvSpPr txBox="1"/>
          <p:nvPr/>
        </p:nvSpPr>
        <p:spPr>
          <a:xfrm>
            <a:off x="535473" y="2855541"/>
            <a:ext cx="7639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latinLnBrk="1">
              <a:spcAft>
                <a:spcPts val="300"/>
              </a:spcAft>
            </a:pPr>
            <a:r>
              <a: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지난 주 同요일 대비</a:t>
            </a: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E80C3507-E786-AA7D-5034-F674C66809AE}"/>
              </a:ext>
            </a:extLst>
          </p:cNvPr>
          <p:cNvGrpSpPr/>
          <p:nvPr/>
        </p:nvGrpSpPr>
        <p:grpSpPr>
          <a:xfrm>
            <a:off x="402345" y="2971166"/>
            <a:ext cx="917124" cy="376282"/>
            <a:chOff x="-1206520" y="2193119"/>
            <a:chExt cx="917124" cy="376282"/>
          </a:xfrm>
        </p:grpSpPr>
        <p:sp>
          <p:nvSpPr>
            <p:cNvPr id="298" name="Multipe Users">
              <a:extLst>
                <a:ext uri="{FF2B5EF4-FFF2-40B4-BE49-F238E27FC236}">
                  <a16:creationId xmlns:a16="http://schemas.microsoft.com/office/drawing/2014/main" id="{81318057-D9A0-AEFD-8411-1634C0275A7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2306001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3" name="Rectangle 43">
              <a:extLst>
                <a:ext uri="{FF2B5EF4-FFF2-40B4-BE49-F238E27FC236}">
                  <a16:creationId xmlns:a16="http://schemas.microsoft.com/office/drawing/2014/main" id="{7273BB1D-2B85-18AE-7F0A-9C4798AD6BF2}"/>
                </a:ext>
              </a:extLst>
            </p:cNvPr>
            <p:cNvSpPr/>
            <p:nvPr/>
          </p:nvSpPr>
          <p:spPr>
            <a:xfrm>
              <a:off x="-1112520" y="2193119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4" name="AutoShape 55">
              <a:extLst>
                <a:ext uri="{FF2B5EF4-FFF2-40B4-BE49-F238E27FC236}">
                  <a16:creationId xmlns:a16="http://schemas.microsoft.com/office/drawing/2014/main" id="{3B30FD20-6509-26B3-5FBA-29356E878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0194" y="2226657"/>
              <a:ext cx="280780" cy="283906"/>
            </a:xfrm>
            <a:prstGeom prst="ellipse">
              <a:avLst/>
            </a:prstGeom>
            <a:solidFill>
              <a:srgbClr val="242852">
                <a:lumMod val="60000"/>
                <a:lumOff val="40000"/>
              </a:srgbClr>
            </a:solidFill>
            <a:ln w="3175">
              <a:solidFill>
                <a:srgbClr val="242852">
                  <a:lumMod val="60000"/>
                  <a:lumOff val="40000"/>
                </a:srgbClr>
              </a:solidFill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8E5FE0F2-684D-E9E0-DD15-074459CBD557}"/>
                </a:ext>
              </a:extLst>
            </p:cNvPr>
            <p:cNvSpPr txBox="1"/>
            <p:nvPr/>
          </p:nvSpPr>
          <p:spPr>
            <a:xfrm>
              <a:off x="-1206520" y="2256981"/>
              <a:ext cx="8231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70C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270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</a:t>
              </a:r>
              <a:endPara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6" name="Airplane">
              <a:extLst>
                <a:ext uri="{FF2B5EF4-FFF2-40B4-BE49-F238E27FC236}">
                  <a16:creationId xmlns:a16="http://schemas.microsoft.com/office/drawing/2014/main" id="{3852863B-DBAF-BDE5-1FDC-0198DA00036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87414" y="2280901"/>
              <a:ext cx="217999" cy="167772"/>
            </a:xfrm>
            <a:custGeom>
              <a:avLst/>
              <a:gdLst>
                <a:gd name="T0" fmla="*/ 169 w 671"/>
                <a:gd name="T1" fmla="*/ 0 h 586"/>
                <a:gd name="T2" fmla="*/ 149 w 671"/>
                <a:gd name="T3" fmla="*/ 28 h 586"/>
                <a:gd name="T4" fmla="*/ 230 w 671"/>
                <a:gd name="T5" fmla="*/ 227 h 586"/>
                <a:gd name="T6" fmla="*/ 88 w 671"/>
                <a:gd name="T7" fmla="*/ 227 h 586"/>
                <a:gd name="T8" fmla="*/ 54 w 671"/>
                <a:gd name="T9" fmla="*/ 160 h 586"/>
                <a:gd name="T10" fmla="*/ 40 w 671"/>
                <a:gd name="T11" fmla="*/ 149 h 586"/>
                <a:gd name="T12" fmla="*/ 0 w 671"/>
                <a:gd name="T13" fmla="*/ 166 h 586"/>
                <a:gd name="T14" fmla="*/ 26 w 671"/>
                <a:gd name="T15" fmla="*/ 293 h 586"/>
                <a:gd name="T16" fmla="*/ 0 w 671"/>
                <a:gd name="T17" fmla="*/ 419 h 586"/>
                <a:gd name="T18" fmla="*/ 51 w 671"/>
                <a:gd name="T19" fmla="*/ 431 h 586"/>
                <a:gd name="T20" fmla="*/ 54 w 671"/>
                <a:gd name="T21" fmla="*/ 427 h 586"/>
                <a:gd name="T22" fmla="*/ 54 w 671"/>
                <a:gd name="T23" fmla="*/ 427 h 586"/>
                <a:gd name="T24" fmla="*/ 88 w 671"/>
                <a:gd name="T25" fmla="*/ 360 h 586"/>
                <a:gd name="T26" fmla="*/ 230 w 671"/>
                <a:gd name="T27" fmla="*/ 360 h 586"/>
                <a:gd name="T28" fmla="*/ 149 w 671"/>
                <a:gd name="T29" fmla="*/ 558 h 586"/>
                <a:gd name="T30" fmla="*/ 169 w 671"/>
                <a:gd name="T31" fmla="*/ 586 h 586"/>
                <a:gd name="T32" fmla="*/ 200 w 671"/>
                <a:gd name="T33" fmla="*/ 583 h 586"/>
                <a:gd name="T34" fmla="*/ 200 w 671"/>
                <a:gd name="T35" fmla="*/ 583 h 586"/>
                <a:gd name="T36" fmla="*/ 224 w 671"/>
                <a:gd name="T37" fmla="*/ 569 h 586"/>
                <a:gd name="T38" fmla="*/ 388 w 671"/>
                <a:gd name="T39" fmla="*/ 360 h 586"/>
                <a:gd name="T40" fmla="*/ 583 w 671"/>
                <a:gd name="T41" fmla="*/ 360 h 586"/>
                <a:gd name="T42" fmla="*/ 646 w 671"/>
                <a:gd name="T43" fmla="*/ 334 h 586"/>
                <a:gd name="T44" fmla="*/ 646 w 671"/>
                <a:gd name="T45" fmla="*/ 253 h 586"/>
                <a:gd name="T46" fmla="*/ 583 w 671"/>
                <a:gd name="T47" fmla="*/ 227 h 586"/>
                <a:gd name="T48" fmla="*/ 388 w 671"/>
                <a:gd name="T49" fmla="*/ 227 h 586"/>
                <a:gd name="T50" fmla="*/ 224 w 671"/>
                <a:gd name="T51" fmla="*/ 17 h 586"/>
                <a:gd name="T52" fmla="*/ 169 w 671"/>
                <a:gd name="T53" fmla="*/ 0 h 586"/>
                <a:gd name="T54" fmla="*/ 177 w 671"/>
                <a:gd name="T55" fmla="*/ 28 h 586"/>
                <a:gd name="T56" fmla="*/ 197 w 671"/>
                <a:gd name="T57" fmla="*/ 30 h 586"/>
                <a:gd name="T58" fmla="*/ 211 w 671"/>
                <a:gd name="T59" fmla="*/ 44 h 586"/>
                <a:gd name="T60" fmla="*/ 375 w 671"/>
                <a:gd name="T61" fmla="*/ 253 h 586"/>
                <a:gd name="T62" fmla="*/ 583 w 671"/>
                <a:gd name="T63" fmla="*/ 253 h 586"/>
                <a:gd name="T64" fmla="*/ 627 w 671"/>
                <a:gd name="T65" fmla="*/ 271 h 586"/>
                <a:gd name="T66" fmla="*/ 627 w 671"/>
                <a:gd name="T67" fmla="*/ 316 h 586"/>
                <a:gd name="T68" fmla="*/ 583 w 671"/>
                <a:gd name="T69" fmla="*/ 333 h 586"/>
                <a:gd name="T70" fmla="*/ 375 w 671"/>
                <a:gd name="T71" fmla="*/ 333 h 586"/>
                <a:gd name="T72" fmla="*/ 203 w 671"/>
                <a:gd name="T73" fmla="*/ 552 h 586"/>
                <a:gd name="T74" fmla="*/ 197 w 671"/>
                <a:gd name="T75" fmla="*/ 556 h 586"/>
                <a:gd name="T76" fmla="*/ 177 w 671"/>
                <a:gd name="T77" fmla="*/ 558 h 586"/>
                <a:gd name="T78" fmla="*/ 270 w 671"/>
                <a:gd name="T79" fmla="*/ 333 h 586"/>
                <a:gd name="T80" fmla="*/ 72 w 671"/>
                <a:gd name="T81" fmla="*/ 333 h 586"/>
                <a:gd name="T82" fmla="*/ 29 w 671"/>
                <a:gd name="T83" fmla="*/ 413 h 586"/>
                <a:gd name="T84" fmla="*/ 53 w 671"/>
                <a:gd name="T85" fmla="*/ 293 h 586"/>
                <a:gd name="T86" fmla="*/ 29 w 671"/>
                <a:gd name="T87" fmla="*/ 174 h 586"/>
                <a:gd name="T88" fmla="*/ 72 w 671"/>
                <a:gd name="T89" fmla="*/ 253 h 586"/>
                <a:gd name="T90" fmla="*/ 270 w 671"/>
                <a:gd name="T91" fmla="*/ 253 h 586"/>
                <a:gd name="T92" fmla="*/ 177 w 671"/>
                <a:gd name="T93" fmla="*/ 2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71" h="586">
                  <a:moveTo>
                    <a:pt x="169" y="0"/>
                  </a:moveTo>
                  <a:cubicBezTo>
                    <a:pt x="150" y="1"/>
                    <a:pt x="147" y="12"/>
                    <a:pt x="149" y="28"/>
                  </a:cubicBezTo>
                  <a:cubicBezTo>
                    <a:pt x="175" y="93"/>
                    <a:pt x="201" y="157"/>
                    <a:pt x="230" y="227"/>
                  </a:cubicBezTo>
                  <a:lnTo>
                    <a:pt x="88" y="227"/>
                  </a:lnTo>
                  <a:cubicBezTo>
                    <a:pt x="83" y="217"/>
                    <a:pt x="59" y="170"/>
                    <a:pt x="54" y="160"/>
                  </a:cubicBezTo>
                  <a:cubicBezTo>
                    <a:pt x="51" y="155"/>
                    <a:pt x="45" y="150"/>
                    <a:pt x="40" y="149"/>
                  </a:cubicBezTo>
                  <a:cubicBezTo>
                    <a:pt x="20" y="144"/>
                    <a:pt x="5" y="144"/>
                    <a:pt x="0" y="166"/>
                  </a:cubicBezTo>
                  <a:cubicBezTo>
                    <a:pt x="8" y="208"/>
                    <a:pt x="18" y="256"/>
                    <a:pt x="26" y="293"/>
                  </a:cubicBezTo>
                  <a:cubicBezTo>
                    <a:pt x="25" y="298"/>
                    <a:pt x="1" y="414"/>
                    <a:pt x="0" y="419"/>
                  </a:cubicBezTo>
                  <a:cubicBezTo>
                    <a:pt x="3" y="446"/>
                    <a:pt x="35" y="444"/>
                    <a:pt x="51" y="431"/>
                  </a:cubicBezTo>
                  <a:cubicBezTo>
                    <a:pt x="53" y="429"/>
                    <a:pt x="53" y="428"/>
                    <a:pt x="54" y="427"/>
                  </a:cubicBezTo>
                  <a:lnTo>
                    <a:pt x="54" y="427"/>
                  </a:lnTo>
                  <a:cubicBezTo>
                    <a:pt x="59" y="417"/>
                    <a:pt x="83" y="370"/>
                    <a:pt x="88" y="360"/>
                  </a:cubicBezTo>
                  <a:lnTo>
                    <a:pt x="230" y="360"/>
                  </a:lnTo>
                  <a:cubicBezTo>
                    <a:pt x="202" y="429"/>
                    <a:pt x="178" y="486"/>
                    <a:pt x="149" y="558"/>
                  </a:cubicBezTo>
                  <a:cubicBezTo>
                    <a:pt x="145" y="577"/>
                    <a:pt x="152" y="583"/>
                    <a:pt x="169" y="586"/>
                  </a:cubicBezTo>
                  <a:cubicBezTo>
                    <a:pt x="174" y="586"/>
                    <a:pt x="189" y="584"/>
                    <a:pt x="200" y="583"/>
                  </a:cubicBezTo>
                  <a:lnTo>
                    <a:pt x="200" y="583"/>
                  </a:lnTo>
                  <a:cubicBezTo>
                    <a:pt x="214" y="582"/>
                    <a:pt x="222" y="572"/>
                    <a:pt x="224" y="569"/>
                  </a:cubicBezTo>
                  <a:cubicBezTo>
                    <a:pt x="278" y="501"/>
                    <a:pt x="337" y="425"/>
                    <a:pt x="388" y="360"/>
                  </a:cubicBezTo>
                  <a:lnTo>
                    <a:pt x="583" y="360"/>
                  </a:lnTo>
                  <a:cubicBezTo>
                    <a:pt x="612" y="360"/>
                    <a:pt x="633" y="348"/>
                    <a:pt x="646" y="334"/>
                  </a:cubicBezTo>
                  <a:cubicBezTo>
                    <a:pt x="671" y="309"/>
                    <a:pt x="668" y="275"/>
                    <a:pt x="646" y="253"/>
                  </a:cubicBezTo>
                  <a:cubicBezTo>
                    <a:pt x="633" y="239"/>
                    <a:pt x="611" y="227"/>
                    <a:pt x="583" y="227"/>
                  </a:cubicBezTo>
                  <a:lnTo>
                    <a:pt x="388" y="227"/>
                  </a:lnTo>
                  <a:cubicBezTo>
                    <a:pt x="327" y="149"/>
                    <a:pt x="278" y="85"/>
                    <a:pt x="224" y="17"/>
                  </a:cubicBezTo>
                  <a:cubicBezTo>
                    <a:pt x="208" y="1"/>
                    <a:pt x="190" y="2"/>
                    <a:pt x="169" y="0"/>
                  </a:cubicBezTo>
                  <a:close/>
                  <a:moveTo>
                    <a:pt x="177" y="28"/>
                  </a:moveTo>
                  <a:cubicBezTo>
                    <a:pt x="184" y="29"/>
                    <a:pt x="190" y="29"/>
                    <a:pt x="197" y="30"/>
                  </a:cubicBezTo>
                  <a:cubicBezTo>
                    <a:pt x="204" y="32"/>
                    <a:pt x="206" y="38"/>
                    <a:pt x="211" y="44"/>
                  </a:cubicBezTo>
                  <a:cubicBezTo>
                    <a:pt x="269" y="118"/>
                    <a:pt x="326" y="191"/>
                    <a:pt x="375" y="253"/>
                  </a:cubicBezTo>
                  <a:lnTo>
                    <a:pt x="583" y="253"/>
                  </a:lnTo>
                  <a:cubicBezTo>
                    <a:pt x="604" y="253"/>
                    <a:pt x="618" y="261"/>
                    <a:pt x="627" y="271"/>
                  </a:cubicBezTo>
                  <a:cubicBezTo>
                    <a:pt x="642" y="286"/>
                    <a:pt x="642" y="301"/>
                    <a:pt x="627" y="316"/>
                  </a:cubicBezTo>
                  <a:cubicBezTo>
                    <a:pt x="618" y="325"/>
                    <a:pt x="604" y="333"/>
                    <a:pt x="583" y="333"/>
                  </a:cubicBezTo>
                  <a:lnTo>
                    <a:pt x="375" y="333"/>
                  </a:lnTo>
                  <a:cubicBezTo>
                    <a:pt x="315" y="411"/>
                    <a:pt x="255" y="486"/>
                    <a:pt x="203" y="552"/>
                  </a:cubicBezTo>
                  <a:cubicBezTo>
                    <a:pt x="200" y="557"/>
                    <a:pt x="203" y="556"/>
                    <a:pt x="197" y="556"/>
                  </a:cubicBezTo>
                  <a:cubicBezTo>
                    <a:pt x="190" y="557"/>
                    <a:pt x="184" y="558"/>
                    <a:pt x="177" y="558"/>
                  </a:cubicBezTo>
                  <a:cubicBezTo>
                    <a:pt x="207" y="486"/>
                    <a:pt x="241" y="402"/>
                    <a:pt x="270" y="333"/>
                  </a:cubicBezTo>
                  <a:lnTo>
                    <a:pt x="72" y="333"/>
                  </a:lnTo>
                  <a:cubicBezTo>
                    <a:pt x="58" y="362"/>
                    <a:pt x="42" y="391"/>
                    <a:pt x="29" y="413"/>
                  </a:cubicBezTo>
                  <a:cubicBezTo>
                    <a:pt x="37" y="373"/>
                    <a:pt x="45" y="333"/>
                    <a:pt x="53" y="293"/>
                  </a:cubicBezTo>
                  <a:cubicBezTo>
                    <a:pt x="45" y="252"/>
                    <a:pt x="36" y="212"/>
                    <a:pt x="29" y="174"/>
                  </a:cubicBezTo>
                  <a:cubicBezTo>
                    <a:pt x="45" y="198"/>
                    <a:pt x="60" y="230"/>
                    <a:pt x="72" y="253"/>
                  </a:cubicBezTo>
                  <a:lnTo>
                    <a:pt x="270" y="253"/>
                  </a:lnTo>
                  <a:cubicBezTo>
                    <a:pt x="236" y="171"/>
                    <a:pt x="207" y="102"/>
                    <a:pt x="177" y="2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D4DDA219-94B2-C497-E31B-7D82210BA96C}"/>
                </a:ext>
              </a:extLst>
            </p:cNvPr>
            <p:cNvSpPr txBox="1"/>
            <p:nvPr/>
          </p:nvSpPr>
          <p:spPr>
            <a:xfrm>
              <a:off x="-974247" y="2376179"/>
              <a:ext cx="590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+ 2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 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63CACE42-2D96-98FC-CA8B-05A227CEFA12}"/>
              </a:ext>
            </a:extLst>
          </p:cNvPr>
          <p:cNvGrpSpPr/>
          <p:nvPr/>
        </p:nvGrpSpPr>
        <p:grpSpPr>
          <a:xfrm>
            <a:off x="496345" y="3410139"/>
            <a:ext cx="823124" cy="376282"/>
            <a:chOff x="-1112519" y="2907213"/>
            <a:chExt cx="823124" cy="376282"/>
          </a:xfrm>
        </p:grpSpPr>
        <p:sp>
          <p:nvSpPr>
            <p:cNvPr id="299" name="Rectangle 43">
              <a:extLst>
                <a:ext uri="{FF2B5EF4-FFF2-40B4-BE49-F238E27FC236}">
                  <a16:creationId xmlns:a16="http://schemas.microsoft.com/office/drawing/2014/main" id="{F6A3863A-5CA0-F6E9-CFBC-1BFAC9E3E5C6}"/>
                </a:ext>
              </a:extLst>
            </p:cNvPr>
            <p:cNvSpPr/>
            <p:nvPr/>
          </p:nvSpPr>
          <p:spPr>
            <a:xfrm>
              <a:off x="-1112519" y="2907213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0F76A8CD-54B0-12E2-6D95-68246B4B7002}"/>
                </a:ext>
              </a:extLst>
            </p:cNvPr>
            <p:cNvSpPr txBox="1"/>
            <p:nvPr/>
          </p:nvSpPr>
          <p:spPr>
            <a:xfrm>
              <a:off x="-1008027" y="2986060"/>
              <a:ext cx="62463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B0F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12,423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en-US" altLang="ko-KR" sz="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1" name="AutoShape 55">
              <a:extLst>
                <a:ext uri="{FF2B5EF4-FFF2-40B4-BE49-F238E27FC236}">
                  <a16:creationId xmlns:a16="http://schemas.microsoft.com/office/drawing/2014/main" id="{50494BB5-F5ED-BE77-DDC8-FD2C07B45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3320" y="2960385"/>
              <a:ext cx="284400" cy="283906"/>
            </a:xfrm>
            <a:prstGeom prst="ellipse">
              <a:avLst/>
            </a:prstGeom>
            <a:solidFill>
              <a:srgbClr val="242852">
                <a:lumMod val="20000"/>
                <a:lumOff val="80000"/>
              </a:srgbClr>
            </a:solidFill>
            <a:ln w="3175">
              <a:noFill/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2" name="Multipe Users">
              <a:extLst>
                <a:ext uri="{FF2B5EF4-FFF2-40B4-BE49-F238E27FC236}">
                  <a16:creationId xmlns:a16="http://schemas.microsoft.com/office/drawing/2014/main" id="{27223740-FEC6-E5A2-AF0D-4F34D16CF11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3046230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A254B5D9-8B4B-3D41-4289-A2A3C39757C0}"/>
                </a:ext>
              </a:extLst>
            </p:cNvPr>
            <p:cNvSpPr txBox="1"/>
            <p:nvPr/>
          </p:nvSpPr>
          <p:spPr>
            <a:xfrm>
              <a:off x="-1032994" y="3099721"/>
              <a:ext cx="6495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+268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315" name="그림 314">
            <a:extLst>
              <a:ext uri="{FF2B5EF4-FFF2-40B4-BE49-F238E27FC236}">
                <a16:creationId xmlns:a16="http://schemas.microsoft.com/office/drawing/2014/main" id="{0C44DD5F-0EBE-607D-6858-98178C1CA78F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20000"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151" t="21345" r="90670" b="16773"/>
          <a:stretch>
            <a:fillRect/>
          </a:stretch>
        </p:blipFill>
        <p:spPr>
          <a:xfrm>
            <a:off x="501692" y="1616783"/>
            <a:ext cx="3956819" cy="1011900"/>
          </a:xfrm>
          <a:prstGeom prst="rect">
            <a:avLst/>
          </a:prstGeom>
        </p:spPr>
      </p:pic>
      <p:pic>
        <p:nvPicPr>
          <p:cNvPr id="316" name="그림 315">
            <a:extLst>
              <a:ext uri="{FF2B5EF4-FFF2-40B4-BE49-F238E27FC236}">
                <a16:creationId xmlns:a16="http://schemas.microsoft.com/office/drawing/2014/main" id="{61C50BDC-6A8D-ACD2-46E7-548F3003740F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43118" y="1604472"/>
            <a:ext cx="3891197" cy="1026679"/>
          </a:xfrm>
          <a:prstGeom prst="rect">
            <a:avLst/>
          </a:prstGeom>
        </p:spPr>
      </p:pic>
      <p:pic>
        <p:nvPicPr>
          <p:cNvPr id="333" name="그림 332">
            <a:extLst>
              <a:ext uri="{FF2B5EF4-FFF2-40B4-BE49-F238E27FC236}">
                <a16:creationId xmlns:a16="http://schemas.microsoft.com/office/drawing/2014/main" id="{1C03A64F-626E-A32A-63A6-6AE1DC8F0C5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3913" y="2908857"/>
            <a:ext cx="3025638" cy="829236"/>
          </a:xfrm>
          <a:prstGeom prst="rect">
            <a:avLst/>
          </a:prstGeom>
        </p:spPr>
      </p:pic>
      <p:pic>
        <p:nvPicPr>
          <p:cNvPr id="334" name="그림 333">
            <a:extLst>
              <a:ext uri="{FF2B5EF4-FFF2-40B4-BE49-F238E27FC236}">
                <a16:creationId xmlns:a16="http://schemas.microsoft.com/office/drawing/2014/main" id="{A15874F8-B9DB-2311-E264-2F1718012D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4629" y="3822767"/>
            <a:ext cx="2667882" cy="1180187"/>
          </a:xfrm>
          <a:prstGeom prst="rect">
            <a:avLst/>
          </a:prstGeom>
        </p:spPr>
      </p:pic>
      <p:pic>
        <p:nvPicPr>
          <p:cNvPr id="335" name="그림 334">
            <a:extLst>
              <a:ext uri="{FF2B5EF4-FFF2-40B4-BE49-F238E27FC236}">
                <a16:creationId xmlns:a16="http://schemas.microsoft.com/office/drawing/2014/main" id="{7603124A-AF35-9D7E-9634-40CA9BEB3D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738" y="3845265"/>
            <a:ext cx="1319809" cy="1102126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C7D00E00-67AB-1912-EF95-DAEF1FAACD7E}"/>
              </a:ext>
            </a:extLst>
          </p:cNvPr>
          <p:cNvSpPr txBox="1"/>
          <p:nvPr/>
        </p:nvSpPr>
        <p:spPr>
          <a:xfrm>
            <a:off x="4819473" y="2855541"/>
            <a:ext cx="7639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latinLnBrk="1">
              <a:spcAft>
                <a:spcPts val="300"/>
              </a:spcAft>
            </a:pPr>
            <a:r>
              <a: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지난 주 同요일 대비</a:t>
            </a:r>
          </a:p>
        </p:txBody>
      </p: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5F748AC1-4171-6AC7-0C25-F87BD9E28802}"/>
              </a:ext>
            </a:extLst>
          </p:cNvPr>
          <p:cNvGrpSpPr/>
          <p:nvPr/>
        </p:nvGrpSpPr>
        <p:grpSpPr>
          <a:xfrm>
            <a:off x="4686345" y="2971166"/>
            <a:ext cx="917124" cy="376282"/>
            <a:chOff x="-1206520" y="2193119"/>
            <a:chExt cx="917124" cy="376282"/>
          </a:xfrm>
        </p:grpSpPr>
        <p:sp>
          <p:nvSpPr>
            <p:cNvPr id="338" name="Multipe Users">
              <a:extLst>
                <a:ext uri="{FF2B5EF4-FFF2-40B4-BE49-F238E27FC236}">
                  <a16:creationId xmlns:a16="http://schemas.microsoft.com/office/drawing/2014/main" id="{7483B9AE-8128-160E-49FF-D2B913FE6B0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2306001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39" name="Rectangle 43">
              <a:extLst>
                <a:ext uri="{FF2B5EF4-FFF2-40B4-BE49-F238E27FC236}">
                  <a16:creationId xmlns:a16="http://schemas.microsoft.com/office/drawing/2014/main" id="{423705D0-D785-2EF4-3E6C-77FFF3E8ED45}"/>
                </a:ext>
              </a:extLst>
            </p:cNvPr>
            <p:cNvSpPr/>
            <p:nvPr/>
          </p:nvSpPr>
          <p:spPr>
            <a:xfrm>
              <a:off x="-1112520" y="2193119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0" name="AutoShape 55">
              <a:extLst>
                <a:ext uri="{FF2B5EF4-FFF2-40B4-BE49-F238E27FC236}">
                  <a16:creationId xmlns:a16="http://schemas.microsoft.com/office/drawing/2014/main" id="{C71A3C5B-F82F-83E0-9532-45F7423F8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0194" y="2226657"/>
              <a:ext cx="280780" cy="283906"/>
            </a:xfrm>
            <a:prstGeom prst="ellipse">
              <a:avLst/>
            </a:prstGeom>
            <a:solidFill>
              <a:srgbClr val="242852">
                <a:lumMod val="60000"/>
                <a:lumOff val="40000"/>
              </a:srgbClr>
            </a:solidFill>
            <a:ln w="3175">
              <a:solidFill>
                <a:srgbClr val="242852">
                  <a:lumMod val="60000"/>
                  <a:lumOff val="40000"/>
                </a:srgbClr>
              </a:solidFill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BD4046BC-FA52-8D38-2517-DDF0314E51AE}"/>
                </a:ext>
              </a:extLst>
            </p:cNvPr>
            <p:cNvSpPr txBox="1"/>
            <p:nvPr/>
          </p:nvSpPr>
          <p:spPr>
            <a:xfrm>
              <a:off x="-1206520" y="2256981"/>
              <a:ext cx="8231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70C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270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</a:t>
              </a:r>
              <a:endPara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2" name="Airplane">
              <a:extLst>
                <a:ext uri="{FF2B5EF4-FFF2-40B4-BE49-F238E27FC236}">
                  <a16:creationId xmlns:a16="http://schemas.microsoft.com/office/drawing/2014/main" id="{F7745921-142E-3E09-4998-47258156000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87414" y="2280901"/>
              <a:ext cx="217999" cy="167772"/>
            </a:xfrm>
            <a:custGeom>
              <a:avLst/>
              <a:gdLst>
                <a:gd name="T0" fmla="*/ 169 w 671"/>
                <a:gd name="T1" fmla="*/ 0 h 586"/>
                <a:gd name="T2" fmla="*/ 149 w 671"/>
                <a:gd name="T3" fmla="*/ 28 h 586"/>
                <a:gd name="T4" fmla="*/ 230 w 671"/>
                <a:gd name="T5" fmla="*/ 227 h 586"/>
                <a:gd name="T6" fmla="*/ 88 w 671"/>
                <a:gd name="T7" fmla="*/ 227 h 586"/>
                <a:gd name="T8" fmla="*/ 54 w 671"/>
                <a:gd name="T9" fmla="*/ 160 h 586"/>
                <a:gd name="T10" fmla="*/ 40 w 671"/>
                <a:gd name="T11" fmla="*/ 149 h 586"/>
                <a:gd name="T12" fmla="*/ 0 w 671"/>
                <a:gd name="T13" fmla="*/ 166 h 586"/>
                <a:gd name="T14" fmla="*/ 26 w 671"/>
                <a:gd name="T15" fmla="*/ 293 h 586"/>
                <a:gd name="T16" fmla="*/ 0 w 671"/>
                <a:gd name="T17" fmla="*/ 419 h 586"/>
                <a:gd name="T18" fmla="*/ 51 w 671"/>
                <a:gd name="T19" fmla="*/ 431 h 586"/>
                <a:gd name="T20" fmla="*/ 54 w 671"/>
                <a:gd name="T21" fmla="*/ 427 h 586"/>
                <a:gd name="T22" fmla="*/ 54 w 671"/>
                <a:gd name="T23" fmla="*/ 427 h 586"/>
                <a:gd name="T24" fmla="*/ 88 w 671"/>
                <a:gd name="T25" fmla="*/ 360 h 586"/>
                <a:gd name="T26" fmla="*/ 230 w 671"/>
                <a:gd name="T27" fmla="*/ 360 h 586"/>
                <a:gd name="T28" fmla="*/ 149 w 671"/>
                <a:gd name="T29" fmla="*/ 558 h 586"/>
                <a:gd name="T30" fmla="*/ 169 w 671"/>
                <a:gd name="T31" fmla="*/ 586 h 586"/>
                <a:gd name="T32" fmla="*/ 200 w 671"/>
                <a:gd name="T33" fmla="*/ 583 h 586"/>
                <a:gd name="T34" fmla="*/ 200 w 671"/>
                <a:gd name="T35" fmla="*/ 583 h 586"/>
                <a:gd name="T36" fmla="*/ 224 w 671"/>
                <a:gd name="T37" fmla="*/ 569 h 586"/>
                <a:gd name="T38" fmla="*/ 388 w 671"/>
                <a:gd name="T39" fmla="*/ 360 h 586"/>
                <a:gd name="T40" fmla="*/ 583 w 671"/>
                <a:gd name="T41" fmla="*/ 360 h 586"/>
                <a:gd name="T42" fmla="*/ 646 w 671"/>
                <a:gd name="T43" fmla="*/ 334 h 586"/>
                <a:gd name="T44" fmla="*/ 646 w 671"/>
                <a:gd name="T45" fmla="*/ 253 h 586"/>
                <a:gd name="T46" fmla="*/ 583 w 671"/>
                <a:gd name="T47" fmla="*/ 227 h 586"/>
                <a:gd name="T48" fmla="*/ 388 w 671"/>
                <a:gd name="T49" fmla="*/ 227 h 586"/>
                <a:gd name="T50" fmla="*/ 224 w 671"/>
                <a:gd name="T51" fmla="*/ 17 h 586"/>
                <a:gd name="T52" fmla="*/ 169 w 671"/>
                <a:gd name="T53" fmla="*/ 0 h 586"/>
                <a:gd name="T54" fmla="*/ 177 w 671"/>
                <a:gd name="T55" fmla="*/ 28 h 586"/>
                <a:gd name="T56" fmla="*/ 197 w 671"/>
                <a:gd name="T57" fmla="*/ 30 h 586"/>
                <a:gd name="T58" fmla="*/ 211 w 671"/>
                <a:gd name="T59" fmla="*/ 44 h 586"/>
                <a:gd name="T60" fmla="*/ 375 w 671"/>
                <a:gd name="T61" fmla="*/ 253 h 586"/>
                <a:gd name="T62" fmla="*/ 583 w 671"/>
                <a:gd name="T63" fmla="*/ 253 h 586"/>
                <a:gd name="T64" fmla="*/ 627 w 671"/>
                <a:gd name="T65" fmla="*/ 271 h 586"/>
                <a:gd name="T66" fmla="*/ 627 w 671"/>
                <a:gd name="T67" fmla="*/ 316 h 586"/>
                <a:gd name="T68" fmla="*/ 583 w 671"/>
                <a:gd name="T69" fmla="*/ 333 h 586"/>
                <a:gd name="T70" fmla="*/ 375 w 671"/>
                <a:gd name="T71" fmla="*/ 333 h 586"/>
                <a:gd name="T72" fmla="*/ 203 w 671"/>
                <a:gd name="T73" fmla="*/ 552 h 586"/>
                <a:gd name="T74" fmla="*/ 197 w 671"/>
                <a:gd name="T75" fmla="*/ 556 h 586"/>
                <a:gd name="T76" fmla="*/ 177 w 671"/>
                <a:gd name="T77" fmla="*/ 558 h 586"/>
                <a:gd name="T78" fmla="*/ 270 w 671"/>
                <a:gd name="T79" fmla="*/ 333 h 586"/>
                <a:gd name="T80" fmla="*/ 72 w 671"/>
                <a:gd name="T81" fmla="*/ 333 h 586"/>
                <a:gd name="T82" fmla="*/ 29 w 671"/>
                <a:gd name="T83" fmla="*/ 413 h 586"/>
                <a:gd name="T84" fmla="*/ 53 w 671"/>
                <a:gd name="T85" fmla="*/ 293 h 586"/>
                <a:gd name="T86" fmla="*/ 29 w 671"/>
                <a:gd name="T87" fmla="*/ 174 h 586"/>
                <a:gd name="T88" fmla="*/ 72 w 671"/>
                <a:gd name="T89" fmla="*/ 253 h 586"/>
                <a:gd name="T90" fmla="*/ 270 w 671"/>
                <a:gd name="T91" fmla="*/ 253 h 586"/>
                <a:gd name="T92" fmla="*/ 177 w 671"/>
                <a:gd name="T93" fmla="*/ 2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71" h="586">
                  <a:moveTo>
                    <a:pt x="169" y="0"/>
                  </a:moveTo>
                  <a:cubicBezTo>
                    <a:pt x="150" y="1"/>
                    <a:pt x="147" y="12"/>
                    <a:pt x="149" y="28"/>
                  </a:cubicBezTo>
                  <a:cubicBezTo>
                    <a:pt x="175" y="93"/>
                    <a:pt x="201" y="157"/>
                    <a:pt x="230" y="227"/>
                  </a:cubicBezTo>
                  <a:lnTo>
                    <a:pt x="88" y="227"/>
                  </a:lnTo>
                  <a:cubicBezTo>
                    <a:pt x="83" y="217"/>
                    <a:pt x="59" y="170"/>
                    <a:pt x="54" y="160"/>
                  </a:cubicBezTo>
                  <a:cubicBezTo>
                    <a:pt x="51" y="155"/>
                    <a:pt x="45" y="150"/>
                    <a:pt x="40" y="149"/>
                  </a:cubicBezTo>
                  <a:cubicBezTo>
                    <a:pt x="20" y="144"/>
                    <a:pt x="5" y="144"/>
                    <a:pt x="0" y="166"/>
                  </a:cubicBezTo>
                  <a:cubicBezTo>
                    <a:pt x="8" y="208"/>
                    <a:pt x="18" y="256"/>
                    <a:pt x="26" y="293"/>
                  </a:cubicBezTo>
                  <a:cubicBezTo>
                    <a:pt x="25" y="298"/>
                    <a:pt x="1" y="414"/>
                    <a:pt x="0" y="419"/>
                  </a:cubicBezTo>
                  <a:cubicBezTo>
                    <a:pt x="3" y="446"/>
                    <a:pt x="35" y="444"/>
                    <a:pt x="51" y="431"/>
                  </a:cubicBezTo>
                  <a:cubicBezTo>
                    <a:pt x="53" y="429"/>
                    <a:pt x="53" y="428"/>
                    <a:pt x="54" y="427"/>
                  </a:cubicBezTo>
                  <a:lnTo>
                    <a:pt x="54" y="427"/>
                  </a:lnTo>
                  <a:cubicBezTo>
                    <a:pt x="59" y="417"/>
                    <a:pt x="83" y="370"/>
                    <a:pt x="88" y="360"/>
                  </a:cubicBezTo>
                  <a:lnTo>
                    <a:pt x="230" y="360"/>
                  </a:lnTo>
                  <a:cubicBezTo>
                    <a:pt x="202" y="429"/>
                    <a:pt x="178" y="486"/>
                    <a:pt x="149" y="558"/>
                  </a:cubicBezTo>
                  <a:cubicBezTo>
                    <a:pt x="145" y="577"/>
                    <a:pt x="152" y="583"/>
                    <a:pt x="169" y="586"/>
                  </a:cubicBezTo>
                  <a:cubicBezTo>
                    <a:pt x="174" y="586"/>
                    <a:pt x="189" y="584"/>
                    <a:pt x="200" y="583"/>
                  </a:cubicBezTo>
                  <a:lnTo>
                    <a:pt x="200" y="583"/>
                  </a:lnTo>
                  <a:cubicBezTo>
                    <a:pt x="214" y="582"/>
                    <a:pt x="222" y="572"/>
                    <a:pt x="224" y="569"/>
                  </a:cubicBezTo>
                  <a:cubicBezTo>
                    <a:pt x="278" y="501"/>
                    <a:pt x="337" y="425"/>
                    <a:pt x="388" y="360"/>
                  </a:cubicBezTo>
                  <a:lnTo>
                    <a:pt x="583" y="360"/>
                  </a:lnTo>
                  <a:cubicBezTo>
                    <a:pt x="612" y="360"/>
                    <a:pt x="633" y="348"/>
                    <a:pt x="646" y="334"/>
                  </a:cubicBezTo>
                  <a:cubicBezTo>
                    <a:pt x="671" y="309"/>
                    <a:pt x="668" y="275"/>
                    <a:pt x="646" y="253"/>
                  </a:cubicBezTo>
                  <a:cubicBezTo>
                    <a:pt x="633" y="239"/>
                    <a:pt x="611" y="227"/>
                    <a:pt x="583" y="227"/>
                  </a:cubicBezTo>
                  <a:lnTo>
                    <a:pt x="388" y="227"/>
                  </a:lnTo>
                  <a:cubicBezTo>
                    <a:pt x="327" y="149"/>
                    <a:pt x="278" y="85"/>
                    <a:pt x="224" y="17"/>
                  </a:cubicBezTo>
                  <a:cubicBezTo>
                    <a:pt x="208" y="1"/>
                    <a:pt x="190" y="2"/>
                    <a:pt x="169" y="0"/>
                  </a:cubicBezTo>
                  <a:close/>
                  <a:moveTo>
                    <a:pt x="177" y="28"/>
                  </a:moveTo>
                  <a:cubicBezTo>
                    <a:pt x="184" y="29"/>
                    <a:pt x="190" y="29"/>
                    <a:pt x="197" y="30"/>
                  </a:cubicBezTo>
                  <a:cubicBezTo>
                    <a:pt x="204" y="32"/>
                    <a:pt x="206" y="38"/>
                    <a:pt x="211" y="44"/>
                  </a:cubicBezTo>
                  <a:cubicBezTo>
                    <a:pt x="269" y="118"/>
                    <a:pt x="326" y="191"/>
                    <a:pt x="375" y="253"/>
                  </a:cubicBezTo>
                  <a:lnTo>
                    <a:pt x="583" y="253"/>
                  </a:lnTo>
                  <a:cubicBezTo>
                    <a:pt x="604" y="253"/>
                    <a:pt x="618" y="261"/>
                    <a:pt x="627" y="271"/>
                  </a:cubicBezTo>
                  <a:cubicBezTo>
                    <a:pt x="642" y="286"/>
                    <a:pt x="642" y="301"/>
                    <a:pt x="627" y="316"/>
                  </a:cubicBezTo>
                  <a:cubicBezTo>
                    <a:pt x="618" y="325"/>
                    <a:pt x="604" y="333"/>
                    <a:pt x="583" y="333"/>
                  </a:cubicBezTo>
                  <a:lnTo>
                    <a:pt x="375" y="333"/>
                  </a:lnTo>
                  <a:cubicBezTo>
                    <a:pt x="315" y="411"/>
                    <a:pt x="255" y="486"/>
                    <a:pt x="203" y="552"/>
                  </a:cubicBezTo>
                  <a:cubicBezTo>
                    <a:pt x="200" y="557"/>
                    <a:pt x="203" y="556"/>
                    <a:pt x="197" y="556"/>
                  </a:cubicBezTo>
                  <a:cubicBezTo>
                    <a:pt x="190" y="557"/>
                    <a:pt x="184" y="558"/>
                    <a:pt x="177" y="558"/>
                  </a:cubicBezTo>
                  <a:cubicBezTo>
                    <a:pt x="207" y="486"/>
                    <a:pt x="241" y="402"/>
                    <a:pt x="270" y="333"/>
                  </a:cubicBezTo>
                  <a:lnTo>
                    <a:pt x="72" y="333"/>
                  </a:lnTo>
                  <a:cubicBezTo>
                    <a:pt x="58" y="362"/>
                    <a:pt x="42" y="391"/>
                    <a:pt x="29" y="413"/>
                  </a:cubicBezTo>
                  <a:cubicBezTo>
                    <a:pt x="37" y="373"/>
                    <a:pt x="45" y="333"/>
                    <a:pt x="53" y="293"/>
                  </a:cubicBezTo>
                  <a:cubicBezTo>
                    <a:pt x="45" y="252"/>
                    <a:pt x="36" y="212"/>
                    <a:pt x="29" y="174"/>
                  </a:cubicBezTo>
                  <a:cubicBezTo>
                    <a:pt x="45" y="198"/>
                    <a:pt x="60" y="230"/>
                    <a:pt x="72" y="253"/>
                  </a:cubicBezTo>
                  <a:lnTo>
                    <a:pt x="270" y="253"/>
                  </a:lnTo>
                  <a:cubicBezTo>
                    <a:pt x="236" y="171"/>
                    <a:pt x="207" y="102"/>
                    <a:pt x="177" y="2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EB6303FC-1BFE-98B0-914F-5909C6BA8568}"/>
                </a:ext>
              </a:extLst>
            </p:cNvPr>
            <p:cNvSpPr txBox="1"/>
            <p:nvPr/>
          </p:nvSpPr>
          <p:spPr>
            <a:xfrm>
              <a:off x="-974247" y="2376179"/>
              <a:ext cx="590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+ 2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 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CD632D1D-F642-4FD0-F3D1-2D0D1BAE9E40}"/>
              </a:ext>
            </a:extLst>
          </p:cNvPr>
          <p:cNvGrpSpPr/>
          <p:nvPr/>
        </p:nvGrpSpPr>
        <p:grpSpPr>
          <a:xfrm>
            <a:off x="4780345" y="3410139"/>
            <a:ext cx="823124" cy="376282"/>
            <a:chOff x="-1112519" y="2907213"/>
            <a:chExt cx="823124" cy="376282"/>
          </a:xfrm>
        </p:grpSpPr>
        <p:sp>
          <p:nvSpPr>
            <p:cNvPr id="345" name="Rectangle 43">
              <a:extLst>
                <a:ext uri="{FF2B5EF4-FFF2-40B4-BE49-F238E27FC236}">
                  <a16:creationId xmlns:a16="http://schemas.microsoft.com/office/drawing/2014/main" id="{49F3C140-8F5C-F70A-8D6A-75FEA21CBD54}"/>
                </a:ext>
              </a:extLst>
            </p:cNvPr>
            <p:cNvSpPr/>
            <p:nvPr/>
          </p:nvSpPr>
          <p:spPr>
            <a:xfrm>
              <a:off x="-1112519" y="2907213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FD33A09F-C4FA-6875-E841-B96D4D307122}"/>
                </a:ext>
              </a:extLst>
            </p:cNvPr>
            <p:cNvSpPr txBox="1"/>
            <p:nvPr/>
          </p:nvSpPr>
          <p:spPr>
            <a:xfrm>
              <a:off x="-1008027" y="2986060"/>
              <a:ext cx="62463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B0F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12,423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en-US" altLang="ko-KR" sz="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7" name="AutoShape 55">
              <a:extLst>
                <a:ext uri="{FF2B5EF4-FFF2-40B4-BE49-F238E27FC236}">
                  <a16:creationId xmlns:a16="http://schemas.microsoft.com/office/drawing/2014/main" id="{6CCDB8C8-47AB-F2E7-BEC1-B87A68D06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3320" y="2960385"/>
              <a:ext cx="284400" cy="283906"/>
            </a:xfrm>
            <a:prstGeom prst="ellipse">
              <a:avLst/>
            </a:prstGeom>
            <a:solidFill>
              <a:srgbClr val="242852">
                <a:lumMod val="20000"/>
                <a:lumOff val="80000"/>
              </a:srgbClr>
            </a:solidFill>
            <a:ln w="3175">
              <a:noFill/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8" name="Multipe Users">
              <a:extLst>
                <a:ext uri="{FF2B5EF4-FFF2-40B4-BE49-F238E27FC236}">
                  <a16:creationId xmlns:a16="http://schemas.microsoft.com/office/drawing/2014/main" id="{B41B201A-B5C3-97D8-63AD-0CE52888AEC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3046230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BB8C482C-5527-C832-2140-A589C702BEF8}"/>
                </a:ext>
              </a:extLst>
            </p:cNvPr>
            <p:cNvSpPr txBox="1"/>
            <p:nvPr/>
          </p:nvSpPr>
          <p:spPr>
            <a:xfrm>
              <a:off x="-1032994" y="3099721"/>
              <a:ext cx="6495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+268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350" name="그림 349">
            <a:extLst>
              <a:ext uri="{FF2B5EF4-FFF2-40B4-BE49-F238E27FC236}">
                <a16:creationId xmlns:a16="http://schemas.microsoft.com/office/drawing/2014/main" id="{318887AC-6BC5-FD65-5783-1FCC060605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7913" y="2908857"/>
            <a:ext cx="3025638" cy="829236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923AAF2D-69DE-BA72-E5B8-C6304E12C8AE}"/>
              </a:ext>
            </a:extLst>
          </p:cNvPr>
          <p:cNvSpPr/>
          <p:nvPr/>
        </p:nvSpPr>
        <p:spPr>
          <a:xfrm>
            <a:off x="0" y="640535"/>
            <a:ext cx="9144000" cy="450296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" name="Shape 29">
            <a:extLst>
              <a:ext uri="{FF2B5EF4-FFF2-40B4-BE49-F238E27FC236}">
                <a16:creationId xmlns:a16="http://schemas.microsoft.com/office/drawing/2014/main" id="{F46CF84D-620A-B0B5-80D4-404F996FB88B}"/>
              </a:ext>
            </a:extLst>
          </p:cNvPr>
          <p:cNvSpPr/>
          <p:nvPr/>
        </p:nvSpPr>
        <p:spPr>
          <a:xfrm>
            <a:off x="301895" y="1143334"/>
            <a:ext cx="4253265" cy="204126"/>
          </a:xfrm>
          <a:prstGeom prst="roundRect">
            <a:avLst>
              <a:gd name="adj" fmla="val 21429"/>
            </a:avLst>
          </a:prstGeom>
          <a:solidFill>
            <a:srgbClr val="FDEED3"/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en-US" altLang="ko-KR" sz="1000" b="1" dirty="0">
                <a:latin typeface="Rix고딕 L" panose="02020603020101020101" pitchFamily="18" charset="-127"/>
                <a:ea typeface="Rix고딕 L" panose="02020603020101020101" pitchFamily="18" charset="-127"/>
              </a:rPr>
              <a:t>T1 </a:t>
            </a:r>
            <a:endParaRPr lang="ko-KR" altLang="en-US" sz="1000" b="1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FC031C97-369C-43D8-8633-336B118C1A96}"/>
              </a:ext>
            </a:extLst>
          </p:cNvPr>
          <p:cNvSpPr/>
          <p:nvPr/>
        </p:nvSpPr>
        <p:spPr>
          <a:xfrm>
            <a:off x="4620122" y="1150530"/>
            <a:ext cx="4262400" cy="204126"/>
          </a:xfrm>
          <a:prstGeom prst="roundRect">
            <a:avLst>
              <a:gd name="adj" fmla="val 21429"/>
            </a:avLst>
          </a:prstGeom>
          <a:solidFill>
            <a:srgbClr val="FDEED3"/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en-US" altLang="ko-KR" sz="1000" b="1" dirty="0">
                <a:latin typeface="Rix고딕 L" panose="02020603020101020101" pitchFamily="18" charset="-127"/>
                <a:ea typeface="Rix고딕 L" panose="02020603020101020101" pitchFamily="18" charset="-127"/>
              </a:rPr>
              <a:t>T2 </a:t>
            </a:r>
            <a:endParaRPr lang="ko-KR" altLang="en-US" sz="1000" b="1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6C66F84-21D7-D9C4-A88F-D39BBC49CB1F}"/>
              </a:ext>
            </a:extLst>
          </p:cNvPr>
          <p:cNvSpPr/>
          <p:nvPr/>
        </p:nvSpPr>
        <p:spPr>
          <a:xfrm>
            <a:off x="5628152" y="695281"/>
            <a:ext cx="775165" cy="3909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터미널 내  </a:t>
            </a:r>
            <a:endParaRPr lang="en-US" altLang="ko-KR" sz="800" dirty="0">
              <a:solidFill>
                <a:schemeClr val="tx1">
                  <a:lumMod val="85000"/>
                  <a:lumOff val="15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최대 여객 시점</a:t>
            </a:r>
          </a:p>
        </p:txBody>
      </p:sp>
    </p:spTree>
    <p:extLst>
      <p:ext uri="{BB962C8B-B14F-4D97-AF65-F5344CB8AC3E}">
        <p14:creationId xmlns:p14="http://schemas.microsoft.com/office/powerpoint/2010/main" val="132011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82899-42BA-EB10-EF77-0AC288F1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그룹 351">
            <a:extLst>
              <a:ext uri="{FF2B5EF4-FFF2-40B4-BE49-F238E27FC236}">
                <a16:creationId xmlns:a16="http://schemas.microsoft.com/office/drawing/2014/main" id="{E3595733-883F-AB46-F383-52443AAA907B}"/>
              </a:ext>
            </a:extLst>
          </p:cNvPr>
          <p:cNvGrpSpPr/>
          <p:nvPr/>
        </p:nvGrpSpPr>
        <p:grpSpPr>
          <a:xfrm>
            <a:off x="0" y="-31230"/>
            <a:ext cx="9144000" cy="683849"/>
            <a:chOff x="3464784" y="484981"/>
            <a:chExt cx="1644469" cy="489798"/>
          </a:xfrm>
        </p:grpSpPr>
        <p:sp>
          <p:nvSpPr>
            <p:cNvPr id="353" name="Shape 4">
              <a:extLst>
                <a:ext uri="{FF2B5EF4-FFF2-40B4-BE49-F238E27FC236}">
                  <a16:creationId xmlns:a16="http://schemas.microsoft.com/office/drawing/2014/main" id="{746541D9-408D-B0EB-2BB9-EE12BE2B4B7E}"/>
                </a:ext>
              </a:extLst>
            </p:cNvPr>
            <p:cNvSpPr/>
            <p:nvPr/>
          </p:nvSpPr>
          <p:spPr>
            <a:xfrm>
              <a:off x="3464784" y="484981"/>
              <a:ext cx="1644469" cy="48979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54" name="Text 5">
              <a:extLst>
                <a:ext uri="{FF2B5EF4-FFF2-40B4-BE49-F238E27FC236}">
                  <a16:creationId xmlns:a16="http://schemas.microsoft.com/office/drawing/2014/main" id="{C00CCEA8-E620-C81A-DEB6-DE52B9F2A5AD}"/>
                </a:ext>
              </a:extLst>
            </p:cNvPr>
            <p:cNvSpPr/>
            <p:nvPr/>
          </p:nvSpPr>
          <p:spPr>
            <a:xfrm>
              <a:off x="3765041" y="621571"/>
              <a:ext cx="1026942" cy="101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000" b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사용자 정의 시뮬레이션</a:t>
              </a:r>
              <a:endParaRPr lang="en-US" sz="1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79" name="Shape 20">
            <a:extLst>
              <a:ext uri="{FF2B5EF4-FFF2-40B4-BE49-F238E27FC236}">
                <a16:creationId xmlns:a16="http://schemas.microsoft.com/office/drawing/2014/main" id="{30F07218-2D61-27D9-84A7-73DF6C94C0E2}"/>
              </a:ext>
            </a:extLst>
          </p:cNvPr>
          <p:cNvSpPr/>
          <p:nvPr/>
        </p:nvSpPr>
        <p:spPr>
          <a:xfrm>
            <a:off x="288000" y="1144418"/>
            <a:ext cx="4284000" cy="3940374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5E2E8E76-24A0-0EB6-52FB-8C258765D941}"/>
              </a:ext>
            </a:extLst>
          </p:cNvPr>
          <p:cNvSpPr/>
          <p:nvPr/>
        </p:nvSpPr>
        <p:spPr>
          <a:xfrm>
            <a:off x="4612013" y="1144418"/>
            <a:ext cx="4284000" cy="3940374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9B32E43-1BA3-7F98-A2D6-DD8A0E189C38}"/>
              </a:ext>
            </a:extLst>
          </p:cNvPr>
          <p:cNvGrpSpPr/>
          <p:nvPr/>
        </p:nvGrpSpPr>
        <p:grpSpPr>
          <a:xfrm>
            <a:off x="331357" y="383252"/>
            <a:ext cx="1644469" cy="248557"/>
            <a:chOff x="424554" y="585216"/>
            <a:chExt cx="1644469" cy="384048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34CFC98A-A80B-09AE-7E05-181A5F395545}"/>
                </a:ext>
              </a:extLst>
            </p:cNvPr>
            <p:cNvSpPr/>
            <p:nvPr/>
          </p:nvSpPr>
          <p:spPr>
            <a:xfrm>
              <a:off x="424554" y="585216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760C817E-F367-A7F2-34FF-FE3AFBA7FB6C}"/>
                </a:ext>
              </a:extLst>
            </p:cNvPr>
            <p:cNvSpPr/>
            <p:nvPr/>
          </p:nvSpPr>
          <p:spPr>
            <a:xfrm>
              <a:off x="780380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</a:t>
              </a:r>
              <a:r>
                <a:rPr lang="en-US" sz="950" b="1" dirty="0" err="1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보기</a:t>
              </a:r>
              <a:endParaRPr lang="en-US" sz="950" b="1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E9A1335-72F7-7329-3EBC-B4B4034ED69B}"/>
              </a:ext>
            </a:extLst>
          </p:cNvPr>
          <p:cNvGrpSpPr/>
          <p:nvPr/>
        </p:nvGrpSpPr>
        <p:grpSpPr>
          <a:xfrm>
            <a:off x="3787419" y="383252"/>
            <a:ext cx="1644469" cy="248557"/>
            <a:chOff x="3464784" y="590731"/>
            <a:chExt cx="1644469" cy="38404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17F533C0-6BA7-188F-F302-D07E3CB1CBD2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96AB5FB-1BF5-CB52-110C-AF9AF4B1B423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체크인카운터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6AB61D0-1172-3CF7-FA05-E109E3E3D3B5}"/>
              </a:ext>
            </a:extLst>
          </p:cNvPr>
          <p:cNvGrpSpPr/>
          <p:nvPr/>
        </p:nvGrpSpPr>
        <p:grpSpPr>
          <a:xfrm>
            <a:off x="5515450" y="383252"/>
            <a:ext cx="1644469" cy="248557"/>
            <a:chOff x="5251846" y="585216"/>
            <a:chExt cx="1644469" cy="38404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9AB73292-7977-CF2C-7194-32CECF86EA38}"/>
                </a:ext>
              </a:extLst>
            </p:cNvPr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EEA57DBF-4718-88AB-A0F1-0FAD67F0D1D6}"/>
                </a:ext>
              </a:extLst>
            </p:cNvPr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F5A2B70-A532-5418-BF84-5E6661EF591B}"/>
              </a:ext>
            </a:extLst>
          </p:cNvPr>
          <p:cNvGrpSpPr/>
          <p:nvPr/>
        </p:nvGrpSpPr>
        <p:grpSpPr>
          <a:xfrm>
            <a:off x="7243481" y="383252"/>
            <a:ext cx="1644469" cy="248557"/>
            <a:chOff x="7336678" y="585216"/>
            <a:chExt cx="1644469" cy="384048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BF7B6FD4-DBC4-0C0E-CADF-AD7E84D1396B}"/>
                </a:ext>
              </a:extLst>
            </p:cNvPr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0B922AC-B8C2-A43E-2DA0-6636932FB2D8}"/>
                </a:ext>
              </a:extLst>
            </p:cNvPr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12" name="Shape 10">
            <a:extLst>
              <a:ext uri="{FF2B5EF4-FFF2-40B4-BE49-F238E27FC236}">
                <a16:creationId xmlns:a16="http://schemas.microsoft.com/office/drawing/2014/main" id="{5BD820F0-E4AF-D9B6-FE27-FCAF8CE26967}"/>
              </a:ext>
            </a:extLst>
          </p:cNvPr>
          <p:cNvSpPr/>
          <p:nvPr/>
        </p:nvSpPr>
        <p:spPr>
          <a:xfrm>
            <a:off x="303200" y="686673"/>
            <a:ext cx="3579951" cy="33670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5DFCA29-B2A3-6838-541D-D8DCB96FEBD0}"/>
              </a:ext>
            </a:extLst>
          </p:cNvPr>
          <p:cNvGrpSpPr/>
          <p:nvPr/>
        </p:nvGrpSpPr>
        <p:grpSpPr>
          <a:xfrm>
            <a:off x="2059388" y="383252"/>
            <a:ext cx="1644469" cy="248557"/>
            <a:chOff x="3464784" y="590731"/>
            <a:chExt cx="1644469" cy="384048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2D3D73A3-55F4-F303-D0F2-144328FFA95C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BBFCF144-AD52-10F9-E208-209008F81BC8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 err="1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43" name="Text 18">
            <a:extLst>
              <a:ext uri="{FF2B5EF4-FFF2-40B4-BE49-F238E27FC236}">
                <a16:creationId xmlns:a16="http://schemas.microsoft.com/office/drawing/2014/main" id="{DA68A910-AF32-57EB-A6BB-4475AA3BDDF5}"/>
              </a:ext>
            </a:extLst>
          </p:cNvPr>
          <p:cNvSpPr/>
          <p:nvPr/>
        </p:nvSpPr>
        <p:spPr>
          <a:xfrm>
            <a:off x="436328" y="719077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기준일자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F5A415D5-3063-E8E7-3E66-2E9FCCD65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19" y="736666"/>
            <a:ext cx="1028789" cy="213378"/>
          </a:xfrm>
          <a:prstGeom prst="rect">
            <a:avLst/>
          </a:prstGeom>
        </p:spPr>
      </p:pic>
      <p:sp>
        <p:nvSpPr>
          <p:cNvPr id="47" name="Shape 16">
            <a:extLst>
              <a:ext uri="{FF2B5EF4-FFF2-40B4-BE49-F238E27FC236}">
                <a16:creationId xmlns:a16="http://schemas.microsoft.com/office/drawing/2014/main" id="{8022D08D-5668-0DA8-F517-C6D013B704BE}"/>
              </a:ext>
            </a:extLst>
          </p:cNvPr>
          <p:cNvSpPr/>
          <p:nvPr/>
        </p:nvSpPr>
        <p:spPr>
          <a:xfrm>
            <a:off x="2052317" y="737782"/>
            <a:ext cx="442395" cy="205468"/>
          </a:xfrm>
          <a:prstGeom prst="roundRect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sz="800" b="1" dirty="0">
                <a:solidFill>
                  <a:schemeClr val="accent5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조회</a:t>
            </a:r>
            <a:endParaRPr lang="ko-KR" altLang="en-US" sz="1050" b="1" dirty="0">
              <a:solidFill>
                <a:schemeClr val="accent5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E48742C2-FD35-453B-66C5-48DF83E7B4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3" t="16287" r="4391" b="12860"/>
          <a:stretch>
            <a:fillRect/>
          </a:stretch>
        </p:blipFill>
        <p:spPr>
          <a:xfrm>
            <a:off x="2540578" y="726152"/>
            <a:ext cx="1342573" cy="288596"/>
          </a:xfrm>
          <a:prstGeom prst="rect">
            <a:avLst/>
          </a:prstGeom>
        </p:spPr>
      </p:pic>
      <p:sp>
        <p:nvSpPr>
          <p:cNvPr id="51" name="Shape 2">
            <a:extLst>
              <a:ext uri="{FF2B5EF4-FFF2-40B4-BE49-F238E27FC236}">
                <a16:creationId xmlns:a16="http://schemas.microsoft.com/office/drawing/2014/main" id="{0B0CA16C-FC36-A0BC-A7D3-F865674569F6}"/>
              </a:ext>
            </a:extLst>
          </p:cNvPr>
          <p:cNvSpPr/>
          <p:nvPr/>
        </p:nvSpPr>
        <p:spPr>
          <a:xfrm>
            <a:off x="6456708" y="695281"/>
            <a:ext cx="775165" cy="390901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체크인 카운터 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D475AC7D-A4FD-6CE2-6534-64102D52C15A}"/>
              </a:ext>
            </a:extLst>
          </p:cNvPr>
          <p:cNvSpPr/>
          <p:nvPr/>
        </p:nvSpPr>
        <p:spPr>
          <a:xfrm>
            <a:off x="7285264" y="695281"/>
            <a:ext cx="775165" cy="390901"/>
          </a:xfrm>
          <a:prstGeom prst="rect">
            <a:avLst/>
          </a:prstGeom>
          <a:solidFill>
            <a:srgbClr val="D6EEE6"/>
          </a:solidFill>
          <a:ln w="12700">
            <a:solidFill>
              <a:srgbClr val="C5E6DC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출국장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E2508F3E-DFAD-8A1E-A6C5-7D22F53C6CD4}"/>
              </a:ext>
            </a:extLst>
          </p:cNvPr>
          <p:cNvSpPr/>
          <p:nvPr/>
        </p:nvSpPr>
        <p:spPr>
          <a:xfrm>
            <a:off x="8113821" y="695281"/>
            <a:ext cx="775165" cy="390901"/>
          </a:xfrm>
          <a:prstGeom prst="rect">
            <a:avLst/>
          </a:prstGeom>
          <a:solidFill>
            <a:schemeClr val="accent4">
              <a:lumMod val="50000"/>
            </a:schemeClr>
          </a:solidFill>
          <a:ln w="12700">
            <a:solidFill>
              <a:srgbClr val="FBDBA5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보안검색대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66F4D1A8-5AD0-42D8-0106-8D4C79A02947}"/>
              </a:ext>
            </a:extLst>
          </p:cNvPr>
          <p:cNvGrpSpPr/>
          <p:nvPr/>
        </p:nvGrpSpPr>
        <p:grpSpPr>
          <a:xfrm>
            <a:off x="4029208" y="707097"/>
            <a:ext cx="1406344" cy="352180"/>
            <a:chOff x="4031210" y="438145"/>
            <a:chExt cx="1406344" cy="352180"/>
          </a:xfrm>
        </p:grpSpPr>
        <p:sp>
          <p:nvSpPr>
            <p:cNvPr id="56" name="Shape 5">
              <a:extLst>
                <a:ext uri="{FF2B5EF4-FFF2-40B4-BE49-F238E27FC236}">
                  <a16:creationId xmlns:a16="http://schemas.microsoft.com/office/drawing/2014/main" id="{08AAB31C-294B-0609-A1CE-A898FF3002C4}"/>
                </a:ext>
              </a:extLst>
            </p:cNvPr>
            <p:cNvSpPr/>
            <p:nvPr/>
          </p:nvSpPr>
          <p:spPr>
            <a:xfrm>
              <a:off x="4031210" y="438145"/>
              <a:ext cx="1392927" cy="35218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7" name="Text 6">
              <a:extLst>
                <a:ext uri="{FF2B5EF4-FFF2-40B4-BE49-F238E27FC236}">
                  <a16:creationId xmlns:a16="http://schemas.microsoft.com/office/drawing/2014/main" id="{1C0DA5EE-E174-E460-EA58-6B670E072A6D}"/>
                </a:ext>
              </a:extLst>
            </p:cNvPr>
            <p:cNvSpPr/>
            <p:nvPr/>
          </p:nvSpPr>
          <p:spPr>
            <a:xfrm>
              <a:off x="4105513" y="474721"/>
              <a:ext cx="612648" cy="83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총 운항편수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8" name="Text 7">
              <a:extLst>
                <a:ext uri="{FF2B5EF4-FFF2-40B4-BE49-F238E27FC236}">
                  <a16:creationId xmlns:a16="http://schemas.microsoft.com/office/drawing/2014/main" id="{232C0678-2813-E937-B1B2-9EE6C3FD8C54}"/>
                </a:ext>
              </a:extLst>
            </p:cNvPr>
            <p:cNvSpPr/>
            <p:nvPr/>
          </p:nvSpPr>
          <p:spPr>
            <a:xfrm>
              <a:off x="4185340" y="595217"/>
              <a:ext cx="612648" cy="195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72편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3" name="Text 6">
              <a:extLst>
                <a:ext uri="{FF2B5EF4-FFF2-40B4-BE49-F238E27FC236}">
                  <a16:creationId xmlns:a16="http://schemas.microsoft.com/office/drawing/2014/main" id="{57983E4E-CC12-9081-BED4-4B94C355FB72}"/>
                </a:ext>
              </a:extLst>
            </p:cNvPr>
            <p:cNvSpPr/>
            <p:nvPr/>
          </p:nvSpPr>
          <p:spPr>
            <a:xfrm>
              <a:off x="4824906" y="465061"/>
              <a:ext cx="612648" cy="83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총 </a:t>
              </a:r>
              <a:r>
                <a:rPr lang="ko-KR" alt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여객</a:t>
              </a:r>
              <a:r>
                <a:rPr lang="en-US" sz="8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수</a:t>
              </a:r>
              <a:endParaRPr lang="en-US" sz="8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64" name="Text 7">
              <a:extLst>
                <a:ext uri="{FF2B5EF4-FFF2-40B4-BE49-F238E27FC236}">
                  <a16:creationId xmlns:a16="http://schemas.microsoft.com/office/drawing/2014/main" id="{9112DFE3-31FE-A13B-20DD-A691472FB34F}"/>
                </a:ext>
              </a:extLst>
            </p:cNvPr>
            <p:cNvSpPr/>
            <p:nvPr/>
          </p:nvSpPr>
          <p:spPr>
            <a:xfrm>
              <a:off x="4824906" y="585557"/>
              <a:ext cx="612648" cy="195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6,800</a:t>
              </a:r>
              <a:r>
                <a:rPr lang="ko-KR" altLang="en-US" sz="1100" b="1" dirty="0">
                  <a:solidFill>
                    <a:srgbClr val="7F77DD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명</a:t>
              </a:r>
              <a:endParaRPr lang="en-US" sz="110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91" name="그림 90">
            <a:extLst>
              <a:ext uri="{FF2B5EF4-FFF2-40B4-BE49-F238E27FC236}">
                <a16:creationId xmlns:a16="http://schemas.microsoft.com/office/drawing/2014/main" id="{FB910EA4-C749-9300-D6DC-0745F80D7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29" y="1526273"/>
            <a:ext cx="4181154" cy="1314429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332384F4-7C08-6714-ADEE-AFF0ECB5FC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03" y="1419077"/>
            <a:ext cx="1196444" cy="129551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6D3D2016-0396-0923-39E9-4367382532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7791" y="1427062"/>
            <a:ext cx="1150720" cy="129551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AFBC1478-B004-3CDB-0EDA-D3EBB4DF1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380" y="1405385"/>
            <a:ext cx="1196444" cy="129551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2CD262DF-4EDE-5B7D-082E-9AB8337FCB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068" y="1413370"/>
            <a:ext cx="1150720" cy="129551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DDC1CA7E-61A3-5838-8893-EDDBFE0340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3949" y="1620077"/>
            <a:ext cx="4091795" cy="1191068"/>
          </a:xfrm>
          <a:prstGeom prst="rect">
            <a:avLst/>
          </a:prstGeom>
        </p:spPr>
      </p:pic>
      <p:pic>
        <p:nvPicPr>
          <p:cNvPr id="249" name="그림 248">
            <a:extLst>
              <a:ext uri="{FF2B5EF4-FFF2-40B4-BE49-F238E27FC236}">
                <a16:creationId xmlns:a16="http://schemas.microsoft.com/office/drawing/2014/main" id="{7F54AF9D-D4A4-0DAE-CC9A-A2EB994CE0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629" y="3822767"/>
            <a:ext cx="2667882" cy="1180187"/>
          </a:xfrm>
          <a:prstGeom prst="rect">
            <a:avLst/>
          </a:prstGeom>
        </p:spPr>
      </p:pic>
      <p:pic>
        <p:nvPicPr>
          <p:cNvPr id="297" name="그림 296">
            <a:extLst>
              <a:ext uri="{FF2B5EF4-FFF2-40B4-BE49-F238E27FC236}">
                <a16:creationId xmlns:a16="http://schemas.microsoft.com/office/drawing/2014/main" id="{1A7309C1-8DAD-03BE-E679-D36A2D2009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38" y="3845265"/>
            <a:ext cx="1319809" cy="1102126"/>
          </a:xfrm>
          <a:prstGeom prst="rect">
            <a:avLst/>
          </a:prstGeom>
        </p:spPr>
      </p:pic>
      <p:sp>
        <p:nvSpPr>
          <p:cNvPr id="307" name="TextBox 306">
            <a:extLst>
              <a:ext uri="{FF2B5EF4-FFF2-40B4-BE49-F238E27FC236}">
                <a16:creationId xmlns:a16="http://schemas.microsoft.com/office/drawing/2014/main" id="{67A05205-5984-47B9-63A5-81887408D069}"/>
              </a:ext>
            </a:extLst>
          </p:cNvPr>
          <p:cNvSpPr txBox="1"/>
          <p:nvPr/>
        </p:nvSpPr>
        <p:spPr>
          <a:xfrm>
            <a:off x="535473" y="2855541"/>
            <a:ext cx="7639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latinLnBrk="1">
              <a:spcAft>
                <a:spcPts val="300"/>
              </a:spcAft>
            </a:pPr>
            <a:r>
              <a: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지난 주 同요일 대비</a:t>
            </a: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565329EB-860D-8935-89F8-15E5F813841B}"/>
              </a:ext>
            </a:extLst>
          </p:cNvPr>
          <p:cNvGrpSpPr/>
          <p:nvPr/>
        </p:nvGrpSpPr>
        <p:grpSpPr>
          <a:xfrm>
            <a:off x="402345" y="2971166"/>
            <a:ext cx="917124" cy="376282"/>
            <a:chOff x="-1206520" y="2193119"/>
            <a:chExt cx="917124" cy="376282"/>
          </a:xfrm>
        </p:grpSpPr>
        <p:sp>
          <p:nvSpPr>
            <p:cNvPr id="298" name="Multipe Users">
              <a:extLst>
                <a:ext uri="{FF2B5EF4-FFF2-40B4-BE49-F238E27FC236}">
                  <a16:creationId xmlns:a16="http://schemas.microsoft.com/office/drawing/2014/main" id="{6219CA66-9BE0-B82D-871B-515792AC9C7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2306001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3" name="Rectangle 43">
              <a:extLst>
                <a:ext uri="{FF2B5EF4-FFF2-40B4-BE49-F238E27FC236}">
                  <a16:creationId xmlns:a16="http://schemas.microsoft.com/office/drawing/2014/main" id="{E6170AD4-1A17-BC5B-580E-0D3827D66596}"/>
                </a:ext>
              </a:extLst>
            </p:cNvPr>
            <p:cNvSpPr/>
            <p:nvPr/>
          </p:nvSpPr>
          <p:spPr>
            <a:xfrm>
              <a:off x="-1112520" y="2193119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4" name="AutoShape 55">
              <a:extLst>
                <a:ext uri="{FF2B5EF4-FFF2-40B4-BE49-F238E27FC236}">
                  <a16:creationId xmlns:a16="http://schemas.microsoft.com/office/drawing/2014/main" id="{8E99BC13-2B7C-B631-A02D-F61B4C380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0194" y="2226657"/>
              <a:ext cx="280780" cy="283906"/>
            </a:xfrm>
            <a:prstGeom prst="ellipse">
              <a:avLst/>
            </a:prstGeom>
            <a:solidFill>
              <a:srgbClr val="242852">
                <a:lumMod val="60000"/>
                <a:lumOff val="40000"/>
              </a:srgbClr>
            </a:solidFill>
            <a:ln w="3175">
              <a:solidFill>
                <a:srgbClr val="242852">
                  <a:lumMod val="60000"/>
                  <a:lumOff val="40000"/>
                </a:srgbClr>
              </a:solidFill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8BF48305-80F7-2DF0-DF24-156AAF61FB93}"/>
                </a:ext>
              </a:extLst>
            </p:cNvPr>
            <p:cNvSpPr txBox="1"/>
            <p:nvPr/>
          </p:nvSpPr>
          <p:spPr>
            <a:xfrm>
              <a:off x="-1206520" y="2256981"/>
              <a:ext cx="8231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70C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270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</a:t>
              </a:r>
              <a:endPara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6" name="Airplane">
              <a:extLst>
                <a:ext uri="{FF2B5EF4-FFF2-40B4-BE49-F238E27FC236}">
                  <a16:creationId xmlns:a16="http://schemas.microsoft.com/office/drawing/2014/main" id="{BB3AFA33-3347-6BB7-AAB7-5BEA8B3D37A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87414" y="2280901"/>
              <a:ext cx="217999" cy="167772"/>
            </a:xfrm>
            <a:custGeom>
              <a:avLst/>
              <a:gdLst>
                <a:gd name="T0" fmla="*/ 169 w 671"/>
                <a:gd name="T1" fmla="*/ 0 h 586"/>
                <a:gd name="T2" fmla="*/ 149 w 671"/>
                <a:gd name="T3" fmla="*/ 28 h 586"/>
                <a:gd name="T4" fmla="*/ 230 w 671"/>
                <a:gd name="T5" fmla="*/ 227 h 586"/>
                <a:gd name="T6" fmla="*/ 88 w 671"/>
                <a:gd name="T7" fmla="*/ 227 h 586"/>
                <a:gd name="T8" fmla="*/ 54 w 671"/>
                <a:gd name="T9" fmla="*/ 160 h 586"/>
                <a:gd name="T10" fmla="*/ 40 w 671"/>
                <a:gd name="T11" fmla="*/ 149 h 586"/>
                <a:gd name="T12" fmla="*/ 0 w 671"/>
                <a:gd name="T13" fmla="*/ 166 h 586"/>
                <a:gd name="T14" fmla="*/ 26 w 671"/>
                <a:gd name="T15" fmla="*/ 293 h 586"/>
                <a:gd name="T16" fmla="*/ 0 w 671"/>
                <a:gd name="T17" fmla="*/ 419 h 586"/>
                <a:gd name="T18" fmla="*/ 51 w 671"/>
                <a:gd name="T19" fmla="*/ 431 h 586"/>
                <a:gd name="T20" fmla="*/ 54 w 671"/>
                <a:gd name="T21" fmla="*/ 427 h 586"/>
                <a:gd name="T22" fmla="*/ 54 w 671"/>
                <a:gd name="T23" fmla="*/ 427 h 586"/>
                <a:gd name="T24" fmla="*/ 88 w 671"/>
                <a:gd name="T25" fmla="*/ 360 h 586"/>
                <a:gd name="T26" fmla="*/ 230 w 671"/>
                <a:gd name="T27" fmla="*/ 360 h 586"/>
                <a:gd name="T28" fmla="*/ 149 w 671"/>
                <a:gd name="T29" fmla="*/ 558 h 586"/>
                <a:gd name="T30" fmla="*/ 169 w 671"/>
                <a:gd name="T31" fmla="*/ 586 h 586"/>
                <a:gd name="T32" fmla="*/ 200 w 671"/>
                <a:gd name="T33" fmla="*/ 583 h 586"/>
                <a:gd name="T34" fmla="*/ 200 w 671"/>
                <a:gd name="T35" fmla="*/ 583 h 586"/>
                <a:gd name="T36" fmla="*/ 224 w 671"/>
                <a:gd name="T37" fmla="*/ 569 h 586"/>
                <a:gd name="T38" fmla="*/ 388 w 671"/>
                <a:gd name="T39" fmla="*/ 360 h 586"/>
                <a:gd name="T40" fmla="*/ 583 w 671"/>
                <a:gd name="T41" fmla="*/ 360 h 586"/>
                <a:gd name="T42" fmla="*/ 646 w 671"/>
                <a:gd name="T43" fmla="*/ 334 h 586"/>
                <a:gd name="T44" fmla="*/ 646 w 671"/>
                <a:gd name="T45" fmla="*/ 253 h 586"/>
                <a:gd name="T46" fmla="*/ 583 w 671"/>
                <a:gd name="T47" fmla="*/ 227 h 586"/>
                <a:gd name="T48" fmla="*/ 388 w 671"/>
                <a:gd name="T49" fmla="*/ 227 h 586"/>
                <a:gd name="T50" fmla="*/ 224 w 671"/>
                <a:gd name="T51" fmla="*/ 17 h 586"/>
                <a:gd name="T52" fmla="*/ 169 w 671"/>
                <a:gd name="T53" fmla="*/ 0 h 586"/>
                <a:gd name="T54" fmla="*/ 177 w 671"/>
                <a:gd name="T55" fmla="*/ 28 h 586"/>
                <a:gd name="T56" fmla="*/ 197 w 671"/>
                <a:gd name="T57" fmla="*/ 30 h 586"/>
                <a:gd name="T58" fmla="*/ 211 w 671"/>
                <a:gd name="T59" fmla="*/ 44 h 586"/>
                <a:gd name="T60" fmla="*/ 375 w 671"/>
                <a:gd name="T61" fmla="*/ 253 h 586"/>
                <a:gd name="T62" fmla="*/ 583 w 671"/>
                <a:gd name="T63" fmla="*/ 253 h 586"/>
                <a:gd name="T64" fmla="*/ 627 w 671"/>
                <a:gd name="T65" fmla="*/ 271 h 586"/>
                <a:gd name="T66" fmla="*/ 627 w 671"/>
                <a:gd name="T67" fmla="*/ 316 h 586"/>
                <a:gd name="T68" fmla="*/ 583 w 671"/>
                <a:gd name="T69" fmla="*/ 333 h 586"/>
                <a:gd name="T70" fmla="*/ 375 w 671"/>
                <a:gd name="T71" fmla="*/ 333 h 586"/>
                <a:gd name="T72" fmla="*/ 203 w 671"/>
                <a:gd name="T73" fmla="*/ 552 h 586"/>
                <a:gd name="T74" fmla="*/ 197 w 671"/>
                <a:gd name="T75" fmla="*/ 556 h 586"/>
                <a:gd name="T76" fmla="*/ 177 w 671"/>
                <a:gd name="T77" fmla="*/ 558 h 586"/>
                <a:gd name="T78" fmla="*/ 270 w 671"/>
                <a:gd name="T79" fmla="*/ 333 h 586"/>
                <a:gd name="T80" fmla="*/ 72 w 671"/>
                <a:gd name="T81" fmla="*/ 333 h 586"/>
                <a:gd name="T82" fmla="*/ 29 w 671"/>
                <a:gd name="T83" fmla="*/ 413 h 586"/>
                <a:gd name="T84" fmla="*/ 53 w 671"/>
                <a:gd name="T85" fmla="*/ 293 h 586"/>
                <a:gd name="T86" fmla="*/ 29 w 671"/>
                <a:gd name="T87" fmla="*/ 174 h 586"/>
                <a:gd name="T88" fmla="*/ 72 w 671"/>
                <a:gd name="T89" fmla="*/ 253 h 586"/>
                <a:gd name="T90" fmla="*/ 270 w 671"/>
                <a:gd name="T91" fmla="*/ 253 h 586"/>
                <a:gd name="T92" fmla="*/ 177 w 671"/>
                <a:gd name="T93" fmla="*/ 2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71" h="586">
                  <a:moveTo>
                    <a:pt x="169" y="0"/>
                  </a:moveTo>
                  <a:cubicBezTo>
                    <a:pt x="150" y="1"/>
                    <a:pt x="147" y="12"/>
                    <a:pt x="149" y="28"/>
                  </a:cubicBezTo>
                  <a:cubicBezTo>
                    <a:pt x="175" y="93"/>
                    <a:pt x="201" y="157"/>
                    <a:pt x="230" y="227"/>
                  </a:cubicBezTo>
                  <a:lnTo>
                    <a:pt x="88" y="227"/>
                  </a:lnTo>
                  <a:cubicBezTo>
                    <a:pt x="83" y="217"/>
                    <a:pt x="59" y="170"/>
                    <a:pt x="54" y="160"/>
                  </a:cubicBezTo>
                  <a:cubicBezTo>
                    <a:pt x="51" y="155"/>
                    <a:pt x="45" y="150"/>
                    <a:pt x="40" y="149"/>
                  </a:cubicBezTo>
                  <a:cubicBezTo>
                    <a:pt x="20" y="144"/>
                    <a:pt x="5" y="144"/>
                    <a:pt x="0" y="166"/>
                  </a:cubicBezTo>
                  <a:cubicBezTo>
                    <a:pt x="8" y="208"/>
                    <a:pt x="18" y="256"/>
                    <a:pt x="26" y="293"/>
                  </a:cubicBezTo>
                  <a:cubicBezTo>
                    <a:pt x="25" y="298"/>
                    <a:pt x="1" y="414"/>
                    <a:pt x="0" y="419"/>
                  </a:cubicBezTo>
                  <a:cubicBezTo>
                    <a:pt x="3" y="446"/>
                    <a:pt x="35" y="444"/>
                    <a:pt x="51" y="431"/>
                  </a:cubicBezTo>
                  <a:cubicBezTo>
                    <a:pt x="53" y="429"/>
                    <a:pt x="53" y="428"/>
                    <a:pt x="54" y="427"/>
                  </a:cubicBezTo>
                  <a:lnTo>
                    <a:pt x="54" y="427"/>
                  </a:lnTo>
                  <a:cubicBezTo>
                    <a:pt x="59" y="417"/>
                    <a:pt x="83" y="370"/>
                    <a:pt x="88" y="360"/>
                  </a:cubicBezTo>
                  <a:lnTo>
                    <a:pt x="230" y="360"/>
                  </a:lnTo>
                  <a:cubicBezTo>
                    <a:pt x="202" y="429"/>
                    <a:pt x="178" y="486"/>
                    <a:pt x="149" y="558"/>
                  </a:cubicBezTo>
                  <a:cubicBezTo>
                    <a:pt x="145" y="577"/>
                    <a:pt x="152" y="583"/>
                    <a:pt x="169" y="586"/>
                  </a:cubicBezTo>
                  <a:cubicBezTo>
                    <a:pt x="174" y="586"/>
                    <a:pt x="189" y="584"/>
                    <a:pt x="200" y="583"/>
                  </a:cubicBezTo>
                  <a:lnTo>
                    <a:pt x="200" y="583"/>
                  </a:lnTo>
                  <a:cubicBezTo>
                    <a:pt x="214" y="582"/>
                    <a:pt x="222" y="572"/>
                    <a:pt x="224" y="569"/>
                  </a:cubicBezTo>
                  <a:cubicBezTo>
                    <a:pt x="278" y="501"/>
                    <a:pt x="337" y="425"/>
                    <a:pt x="388" y="360"/>
                  </a:cubicBezTo>
                  <a:lnTo>
                    <a:pt x="583" y="360"/>
                  </a:lnTo>
                  <a:cubicBezTo>
                    <a:pt x="612" y="360"/>
                    <a:pt x="633" y="348"/>
                    <a:pt x="646" y="334"/>
                  </a:cubicBezTo>
                  <a:cubicBezTo>
                    <a:pt x="671" y="309"/>
                    <a:pt x="668" y="275"/>
                    <a:pt x="646" y="253"/>
                  </a:cubicBezTo>
                  <a:cubicBezTo>
                    <a:pt x="633" y="239"/>
                    <a:pt x="611" y="227"/>
                    <a:pt x="583" y="227"/>
                  </a:cubicBezTo>
                  <a:lnTo>
                    <a:pt x="388" y="227"/>
                  </a:lnTo>
                  <a:cubicBezTo>
                    <a:pt x="327" y="149"/>
                    <a:pt x="278" y="85"/>
                    <a:pt x="224" y="17"/>
                  </a:cubicBezTo>
                  <a:cubicBezTo>
                    <a:pt x="208" y="1"/>
                    <a:pt x="190" y="2"/>
                    <a:pt x="169" y="0"/>
                  </a:cubicBezTo>
                  <a:close/>
                  <a:moveTo>
                    <a:pt x="177" y="28"/>
                  </a:moveTo>
                  <a:cubicBezTo>
                    <a:pt x="184" y="29"/>
                    <a:pt x="190" y="29"/>
                    <a:pt x="197" y="30"/>
                  </a:cubicBezTo>
                  <a:cubicBezTo>
                    <a:pt x="204" y="32"/>
                    <a:pt x="206" y="38"/>
                    <a:pt x="211" y="44"/>
                  </a:cubicBezTo>
                  <a:cubicBezTo>
                    <a:pt x="269" y="118"/>
                    <a:pt x="326" y="191"/>
                    <a:pt x="375" y="253"/>
                  </a:cubicBezTo>
                  <a:lnTo>
                    <a:pt x="583" y="253"/>
                  </a:lnTo>
                  <a:cubicBezTo>
                    <a:pt x="604" y="253"/>
                    <a:pt x="618" y="261"/>
                    <a:pt x="627" y="271"/>
                  </a:cubicBezTo>
                  <a:cubicBezTo>
                    <a:pt x="642" y="286"/>
                    <a:pt x="642" y="301"/>
                    <a:pt x="627" y="316"/>
                  </a:cubicBezTo>
                  <a:cubicBezTo>
                    <a:pt x="618" y="325"/>
                    <a:pt x="604" y="333"/>
                    <a:pt x="583" y="333"/>
                  </a:cubicBezTo>
                  <a:lnTo>
                    <a:pt x="375" y="333"/>
                  </a:lnTo>
                  <a:cubicBezTo>
                    <a:pt x="315" y="411"/>
                    <a:pt x="255" y="486"/>
                    <a:pt x="203" y="552"/>
                  </a:cubicBezTo>
                  <a:cubicBezTo>
                    <a:pt x="200" y="557"/>
                    <a:pt x="203" y="556"/>
                    <a:pt x="197" y="556"/>
                  </a:cubicBezTo>
                  <a:cubicBezTo>
                    <a:pt x="190" y="557"/>
                    <a:pt x="184" y="558"/>
                    <a:pt x="177" y="558"/>
                  </a:cubicBezTo>
                  <a:cubicBezTo>
                    <a:pt x="207" y="486"/>
                    <a:pt x="241" y="402"/>
                    <a:pt x="270" y="333"/>
                  </a:cubicBezTo>
                  <a:lnTo>
                    <a:pt x="72" y="333"/>
                  </a:lnTo>
                  <a:cubicBezTo>
                    <a:pt x="58" y="362"/>
                    <a:pt x="42" y="391"/>
                    <a:pt x="29" y="413"/>
                  </a:cubicBezTo>
                  <a:cubicBezTo>
                    <a:pt x="37" y="373"/>
                    <a:pt x="45" y="333"/>
                    <a:pt x="53" y="293"/>
                  </a:cubicBezTo>
                  <a:cubicBezTo>
                    <a:pt x="45" y="252"/>
                    <a:pt x="36" y="212"/>
                    <a:pt x="29" y="174"/>
                  </a:cubicBezTo>
                  <a:cubicBezTo>
                    <a:pt x="45" y="198"/>
                    <a:pt x="60" y="230"/>
                    <a:pt x="72" y="253"/>
                  </a:cubicBezTo>
                  <a:lnTo>
                    <a:pt x="270" y="253"/>
                  </a:lnTo>
                  <a:cubicBezTo>
                    <a:pt x="236" y="171"/>
                    <a:pt x="207" y="102"/>
                    <a:pt x="177" y="2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75958FA1-8967-78D2-98F0-040F169E4F0A}"/>
                </a:ext>
              </a:extLst>
            </p:cNvPr>
            <p:cNvSpPr txBox="1"/>
            <p:nvPr/>
          </p:nvSpPr>
          <p:spPr>
            <a:xfrm>
              <a:off x="-974247" y="2376179"/>
              <a:ext cx="590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+ 2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 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13" name="그룹 312">
            <a:extLst>
              <a:ext uri="{FF2B5EF4-FFF2-40B4-BE49-F238E27FC236}">
                <a16:creationId xmlns:a16="http://schemas.microsoft.com/office/drawing/2014/main" id="{B8D50D5E-6194-4772-EB3F-3E8A70CAC970}"/>
              </a:ext>
            </a:extLst>
          </p:cNvPr>
          <p:cNvGrpSpPr/>
          <p:nvPr/>
        </p:nvGrpSpPr>
        <p:grpSpPr>
          <a:xfrm>
            <a:off x="496345" y="3410139"/>
            <a:ext cx="823124" cy="376282"/>
            <a:chOff x="-1112519" y="2907213"/>
            <a:chExt cx="823124" cy="376282"/>
          </a:xfrm>
        </p:grpSpPr>
        <p:sp>
          <p:nvSpPr>
            <p:cNvPr id="299" name="Rectangle 43">
              <a:extLst>
                <a:ext uri="{FF2B5EF4-FFF2-40B4-BE49-F238E27FC236}">
                  <a16:creationId xmlns:a16="http://schemas.microsoft.com/office/drawing/2014/main" id="{47A6A01D-D9C9-C754-5291-50A3549CB62D}"/>
                </a:ext>
              </a:extLst>
            </p:cNvPr>
            <p:cNvSpPr/>
            <p:nvPr/>
          </p:nvSpPr>
          <p:spPr>
            <a:xfrm>
              <a:off x="-1112519" y="2907213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16AEFA78-F135-ED95-B0AF-C37DBFFE278F}"/>
                </a:ext>
              </a:extLst>
            </p:cNvPr>
            <p:cNvSpPr txBox="1"/>
            <p:nvPr/>
          </p:nvSpPr>
          <p:spPr>
            <a:xfrm>
              <a:off x="-1008027" y="2986060"/>
              <a:ext cx="62463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B0F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12,423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en-US" altLang="ko-KR" sz="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1" name="AutoShape 55">
              <a:extLst>
                <a:ext uri="{FF2B5EF4-FFF2-40B4-BE49-F238E27FC236}">
                  <a16:creationId xmlns:a16="http://schemas.microsoft.com/office/drawing/2014/main" id="{DBEB5FBE-4F94-1F30-2B9D-349E4409B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3320" y="2960385"/>
              <a:ext cx="284400" cy="283906"/>
            </a:xfrm>
            <a:prstGeom prst="ellipse">
              <a:avLst/>
            </a:prstGeom>
            <a:solidFill>
              <a:srgbClr val="242852">
                <a:lumMod val="20000"/>
                <a:lumOff val="80000"/>
              </a:srgbClr>
            </a:solidFill>
            <a:ln w="3175">
              <a:noFill/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02" name="Multipe Users">
              <a:extLst>
                <a:ext uri="{FF2B5EF4-FFF2-40B4-BE49-F238E27FC236}">
                  <a16:creationId xmlns:a16="http://schemas.microsoft.com/office/drawing/2014/main" id="{2AB2AE0E-65F6-D3D8-6C86-CA8DE94FCE1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3046230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83EC65BE-72B1-D091-852B-BE75DCE861D9}"/>
                </a:ext>
              </a:extLst>
            </p:cNvPr>
            <p:cNvSpPr txBox="1"/>
            <p:nvPr/>
          </p:nvSpPr>
          <p:spPr>
            <a:xfrm>
              <a:off x="-1032994" y="3099721"/>
              <a:ext cx="6495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+268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315" name="그림 314">
            <a:extLst>
              <a:ext uri="{FF2B5EF4-FFF2-40B4-BE49-F238E27FC236}">
                <a16:creationId xmlns:a16="http://schemas.microsoft.com/office/drawing/2014/main" id="{6DA0AC8F-4046-ED85-FC14-6703F1CA0E7F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20000"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151" t="21345" r="90670" b="16773"/>
          <a:stretch>
            <a:fillRect/>
          </a:stretch>
        </p:blipFill>
        <p:spPr>
          <a:xfrm>
            <a:off x="501692" y="1616783"/>
            <a:ext cx="3956819" cy="1011900"/>
          </a:xfrm>
          <a:prstGeom prst="rect">
            <a:avLst/>
          </a:prstGeom>
        </p:spPr>
      </p:pic>
      <p:pic>
        <p:nvPicPr>
          <p:cNvPr id="316" name="그림 315">
            <a:extLst>
              <a:ext uri="{FF2B5EF4-FFF2-40B4-BE49-F238E27FC236}">
                <a16:creationId xmlns:a16="http://schemas.microsoft.com/office/drawing/2014/main" id="{3C10398F-A183-80F9-1B22-618263A28F9E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43118" y="1604472"/>
            <a:ext cx="3891197" cy="1026679"/>
          </a:xfrm>
          <a:prstGeom prst="rect">
            <a:avLst/>
          </a:prstGeom>
        </p:spPr>
      </p:pic>
      <p:pic>
        <p:nvPicPr>
          <p:cNvPr id="333" name="그림 332">
            <a:extLst>
              <a:ext uri="{FF2B5EF4-FFF2-40B4-BE49-F238E27FC236}">
                <a16:creationId xmlns:a16="http://schemas.microsoft.com/office/drawing/2014/main" id="{08A76C77-A274-F577-2A18-E90EEE7B06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3913" y="2908857"/>
            <a:ext cx="3025638" cy="829236"/>
          </a:xfrm>
          <a:prstGeom prst="rect">
            <a:avLst/>
          </a:prstGeom>
        </p:spPr>
      </p:pic>
      <p:pic>
        <p:nvPicPr>
          <p:cNvPr id="334" name="그림 333">
            <a:extLst>
              <a:ext uri="{FF2B5EF4-FFF2-40B4-BE49-F238E27FC236}">
                <a16:creationId xmlns:a16="http://schemas.microsoft.com/office/drawing/2014/main" id="{CAC8ABCB-4CB1-0384-0A9D-CCCD1EBC05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4629" y="3822767"/>
            <a:ext cx="2667882" cy="1180187"/>
          </a:xfrm>
          <a:prstGeom prst="rect">
            <a:avLst/>
          </a:prstGeom>
        </p:spPr>
      </p:pic>
      <p:pic>
        <p:nvPicPr>
          <p:cNvPr id="335" name="그림 334">
            <a:extLst>
              <a:ext uri="{FF2B5EF4-FFF2-40B4-BE49-F238E27FC236}">
                <a16:creationId xmlns:a16="http://schemas.microsoft.com/office/drawing/2014/main" id="{3714A590-7578-F9E9-E301-B5BE0834F7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738" y="3845265"/>
            <a:ext cx="1319809" cy="1102126"/>
          </a:xfrm>
          <a:prstGeom prst="rect">
            <a:avLst/>
          </a:prstGeom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562B6460-F029-D565-6C5B-11CC891DFDEA}"/>
              </a:ext>
            </a:extLst>
          </p:cNvPr>
          <p:cNvSpPr txBox="1"/>
          <p:nvPr/>
        </p:nvSpPr>
        <p:spPr>
          <a:xfrm>
            <a:off x="4819473" y="2855541"/>
            <a:ext cx="7639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latinLnBrk="1">
              <a:spcAft>
                <a:spcPts val="300"/>
              </a:spcAft>
            </a:pPr>
            <a:r>
              <a: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지난 주 同요일 대비</a:t>
            </a:r>
          </a:p>
        </p:txBody>
      </p: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62A35B74-7645-5EDD-6695-E25D1C2A7756}"/>
              </a:ext>
            </a:extLst>
          </p:cNvPr>
          <p:cNvGrpSpPr/>
          <p:nvPr/>
        </p:nvGrpSpPr>
        <p:grpSpPr>
          <a:xfrm>
            <a:off x="4686345" y="2971166"/>
            <a:ext cx="917124" cy="376282"/>
            <a:chOff x="-1206520" y="2193119"/>
            <a:chExt cx="917124" cy="376282"/>
          </a:xfrm>
        </p:grpSpPr>
        <p:sp>
          <p:nvSpPr>
            <p:cNvPr id="338" name="Multipe Users">
              <a:extLst>
                <a:ext uri="{FF2B5EF4-FFF2-40B4-BE49-F238E27FC236}">
                  <a16:creationId xmlns:a16="http://schemas.microsoft.com/office/drawing/2014/main" id="{1ED5DF58-FA71-4416-0646-C64BE5C6770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2306001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39" name="Rectangle 43">
              <a:extLst>
                <a:ext uri="{FF2B5EF4-FFF2-40B4-BE49-F238E27FC236}">
                  <a16:creationId xmlns:a16="http://schemas.microsoft.com/office/drawing/2014/main" id="{DD7339DC-9E30-BDA5-300E-8A39EF1810F4}"/>
                </a:ext>
              </a:extLst>
            </p:cNvPr>
            <p:cNvSpPr/>
            <p:nvPr/>
          </p:nvSpPr>
          <p:spPr>
            <a:xfrm>
              <a:off x="-1112520" y="2193119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0" name="AutoShape 55">
              <a:extLst>
                <a:ext uri="{FF2B5EF4-FFF2-40B4-BE49-F238E27FC236}">
                  <a16:creationId xmlns:a16="http://schemas.microsoft.com/office/drawing/2014/main" id="{FF8747B2-37E7-7A76-6382-E4A997C23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0194" y="2226657"/>
              <a:ext cx="280780" cy="283906"/>
            </a:xfrm>
            <a:prstGeom prst="ellipse">
              <a:avLst/>
            </a:prstGeom>
            <a:solidFill>
              <a:srgbClr val="242852">
                <a:lumMod val="60000"/>
                <a:lumOff val="40000"/>
              </a:srgbClr>
            </a:solidFill>
            <a:ln w="3175">
              <a:solidFill>
                <a:srgbClr val="242852">
                  <a:lumMod val="60000"/>
                  <a:lumOff val="40000"/>
                </a:srgbClr>
              </a:solidFill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4E166F59-ECCE-6FD5-834C-8924278C67F3}"/>
                </a:ext>
              </a:extLst>
            </p:cNvPr>
            <p:cNvSpPr txBox="1"/>
            <p:nvPr/>
          </p:nvSpPr>
          <p:spPr>
            <a:xfrm>
              <a:off x="-1206520" y="2256981"/>
              <a:ext cx="8231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70C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270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</a:t>
              </a:r>
              <a:endParaRPr lang="ko-KR" alt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2" name="Airplane">
              <a:extLst>
                <a:ext uri="{FF2B5EF4-FFF2-40B4-BE49-F238E27FC236}">
                  <a16:creationId xmlns:a16="http://schemas.microsoft.com/office/drawing/2014/main" id="{F9047100-2C25-AD5A-78A4-89E6198BC14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87414" y="2280901"/>
              <a:ext cx="217999" cy="167772"/>
            </a:xfrm>
            <a:custGeom>
              <a:avLst/>
              <a:gdLst>
                <a:gd name="T0" fmla="*/ 169 w 671"/>
                <a:gd name="T1" fmla="*/ 0 h 586"/>
                <a:gd name="T2" fmla="*/ 149 w 671"/>
                <a:gd name="T3" fmla="*/ 28 h 586"/>
                <a:gd name="T4" fmla="*/ 230 w 671"/>
                <a:gd name="T5" fmla="*/ 227 h 586"/>
                <a:gd name="T6" fmla="*/ 88 w 671"/>
                <a:gd name="T7" fmla="*/ 227 h 586"/>
                <a:gd name="T8" fmla="*/ 54 w 671"/>
                <a:gd name="T9" fmla="*/ 160 h 586"/>
                <a:gd name="T10" fmla="*/ 40 w 671"/>
                <a:gd name="T11" fmla="*/ 149 h 586"/>
                <a:gd name="T12" fmla="*/ 0 w 671"/>
                <a:gd name="T13" fmla="*/ 166 h 586"/>
                <a:gd name="T14" fmla="*/ 26 w 671"/>
                <a:gd name="T15" fmla="*/ 293 h 586"/>
                <a:gd name="T16" fmla="*/ 0 w 671"/>
                <a:gd name="T17" fmla="*/ 419 h 586"/>
                <a:gd name="T18" fmla="*/ 51 w 671"/>
                <a:gd name="T19" fmla="*/ 431 h 586"/>
                <a:gd name="T20" fmla="*/ 54 w 671"/>
                <a:gd name="T21" fmla="*/ 427 h 586"/>
                <a:gd name="T22" fmla="*/ 54 w 671"/>
                <a:gd name="T23" fmla="*/ 427 h 586"/>
                <a:gd name="T24" fmla="*/ 88 w 671"/>
                <a:gd name="T25" fmla="*/ 360 h 586"/>
                <a:gd name="T26" fmla="*/ 230 w 671"/>
                <a:gd name="T27" fmla="*/ 360 h 586"/>
                <a:gd name="T28" fmla="*/ 149 w 671"/>
                <a:gd name="T29" fmla="*/ 558 h 586"/>
                <a:gd name="T30" fmla="*/ 169 w 671"/>
                <a:gd name="T31" fmla="*/ 586 h 586"/>
                <a:gd name="T32" fmla="*/ 200 w 671"/>
                <a:gd name="T33" fmla="*/ 583 h 586"/>
                <a:gd name="T34" fmla="*/ 200 w 671"/>
                <a:gd name="T35" fmla="*/ 583 h 586"/>
                <a:gd name="T36" fmla="*/ 224 w 671"/>
                <a:gd name="T37" fmla="*/ 569 h 586"/>
                <a:gd name="T38" fmla="*/ 388 w 671"/>
                <a:gd name="T39" fmla="*/ 360 h 586"/>
                <a:gd name="T40" fmla="*/ 583 w 671"/>
                <a:gd name="T41" fmla="*/ 360 h 586"/>
                <a:gd name="T42" fmla="*/ 646 w 671"/>
                <a:gd name="T43" fmla="*/ 334 h 586"/>
                <a:gd name="T44" fmla="*/ 646 w 671"/>
                <a:gd name="T45" fmla="*/ 253 h 586"/>
                <a:gd name="T46" fmla="*/ 583 w 671"/>
                <a:gd name="T47" fmla="*/ 227 h 586"/>
                <a:gd name="T48" fmla="*/ 388 w 671"/>
                <a:gd name="T49" fmla="*/ 227 h 586"/>
                <a:gd name="T50" fmla="*/ 224 w 671"/>
                <a:gd name="T51" fmla="*/ 17 h 586"/>
                <a:gd name="T52" fmla="*/ 169 w 671"/>
                <a:gd name="T53" fmla="*/ 0 h 586"/>
                <a:gd name="T54" fmla="*/ 177 w 671"/>
                <a:gd name="T55" fmla="*/ 28 h 586"/>
                <a:gd name="T56" fmla="*/ 197 w 671"/>
                <a:gd name="T57" fmla="*/ 30 h 586"/>
                <a:gd name="T58" fmla="*/ 211 w 671"/>
                <a:gd name="T59" fmla="*/ 44 h 586"/>
                <a:gd name="T60" fmla="*/ 375 w 671"/>
                <a:gd name="T61" fmla="*/ 253 h 586"/>
                <a:gd name="T62" fmla="*/ 583 w 671"/>
                <a:gd name="T63" fmla="*/ 253 h 586"/>
                <a:gd name="T64" fmla="*/ 627 w 671"/>
                <a:gd name="T65" fmla="*/ 271 h 586"/>
                <a:gd name="T66" fmla="*/ 627 w 671"/>
                <a:gd name="T67" fmla="*/ 316 h 586"/>
                <a:gd name="T68" fmla="*/ 583 w 671"/>
                <a:gd name="T69" fmla="*/ 333 h 586"/>
                <a:gd name="T70" fmla="*/ 375 w 671"/>
                <a:gd name="T71" fmla="*/ 333 h 586"/>
                <a:gd name="T72" fmla="*/ 203 w 671"/>
                <a:gd name="T73" fmla="*/ 552 h 586"/>
                <a:gd name="T74" fmla="*/ 197 w 671"/>
                <a:gd name="T75" fmla="*/ 556 h 586"/>
                <a:gd name="T76" fmla="*/ 177 w 671"/>
                <a:gd name="T77" fmla="*/ 558 h 586"/>
                <a:gd name="T78" fmla="*/ 270 w 671"/>
                <a:gd name="T79" fmla="*/ 333 h 586"/>
                <a:gd name="T80" fmla="*/ 72 w 671"/>
                <a:gd name="T81" fmla="*/ 333 h 586"/>
                <a:gd name="T82" fmla="*/ 29 w 671"/>
                <a:gd name="T83" fmla="*/ 413 h 586"/>
                <a:gd name="T84" fmla="*/ 53 w 671"/>
                <a:gd name="T85" fmla="*/ 293 h 586"/>
                <a:gd name="T86" fmla="*/ 29 w 671"/>
                <a:gd name="T87" fmla="*/ 174 h 586"/>
                <a:gd name="T88" fmla="*/ 72 w 671"/>
                <a:gd name="T89" fmla="*/ 253 h 586"/>
                <a:gd name="T90" fmla="*/ 270 w 671"/>
                <a:gd name="T91" fmla="*/ 253 h 586"/>
                <a:gd name="T92" fmla="*/ 177 w 671"/>
                <a:gd name="T93" fmla="*/ 28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71" h="586">
                  <a:moveTo>
                    <a:pt x="169" y="0"/>
                  </a:moveTo>
                  <a:cubicBezTo>
                    <a:pt x="150" y="1"/>
                    <a:pt x="147" y="12"/>
                    <a:pt x="149" y="28"/>
                  </a:cubicBezTo>
                  <a:cubicBezTo>
                    <a:pt x="175" y="93"/>
                    <a:pt x="201" y="157"/>
                    <a:pt x="230" y="227"/>
                  </a:cubicBezTo>
                  <a:lnTo>
                    <a:pt x="88" y="227"/>
                  </a:lnTo>
                  <a:cubicBezTo>
                    <a:pt x="83" y="217"/>
                    <a:pt x="59" y="170"/>
                    <a:pt x="54" y="160"/>
                  </a:cubicBezTo>
                  <a:cubicBezTo>
                    <a:pt x="51" y="155"/>
                    <a:pt x="45" y="150"/>
                    <a:pt x="40" y="149"/>
                  </a:cubicBezTo>
                  <a:cubicBezTo>
                    <a:pt x="20" y="144"/>
                    <a:pt x="5" y="144"/>
                    <a:pt x="0" y="166"/>
                  </a:cubicBezTo>
                  <a:cubicBezTo>
                    <a:pt x="8" y="208"/>
                    <a:pt x="18" y="256"/>
                    <a:pt x="26" y="293"/>
                  </a:cubicBezTo>
                  <a:cubicBezTo>
                    <a:pt x="25" y="298"/>
                    <a:pt x="1" y="414"/>
                    <a:pt x="0" y="419"/>
                  </a:cubicBezTo>
                  <a:cubicBezTo>
                    <a:pt x="3" y="446"/>
                    <a:pt x="35" y="444"/>
                    <a:pt x="51" y="431"/>
                  </a:cubicBezTo>
                  <a:cubicBezTo>
                    <a:pt x="53" y="429"/>
                    <a:pt x="53" y="428"/>
                    <a:pt x="54" y="427"/>
                  </a:cubicBezTo>
                  <a:lnTo>
                    <a:pt x="54" y="427"/>
                  </a:lnTo>
                  <a:cubicBezTo>
                    <a:pt x="59" y="417"/>
                    <a:pt x="83" y="370"/>
                    <a:pt x="88" y="360"/>
                  </a:cubicBezTo>
                  <a:lnTo>
                    <a:pt x="230" y="360"/>
                  </a:lnTo>
                  <a:cubicBezTo>
                    <a:pt x="202" y="429"/>
                    <a:pt x="178" y="486"/>
                    <a:pt x="149" y="558"/>
                  </a:cubicBezTo>
                  <a:cubicBezTo>
                    <a:pt x="145" y="577"/>
                    <a:pt x="152" y="583"/>
                    <a:pt x="169" y="586"/>
                  </a:cubicBezTo>
                  <a:cubicBezTo>
                    <a:pt x="174" y="586"/>
                    <a:pt x="189" y="584"/>
                    <a:pt x="200" y="583"/>
                  </a:cubicBezTo>
                  <a:lnTo>
                    <a:pt x="200" y="583"/>
                  </a:lnTo>
                  <a:cubicBezTo>
                    <a:pt x="214" y="582"/>
                    <a:pt x="222" y="572"/>
                    <a:pt x="224" y="569"/>
                  </a:cubicBezTo>
                  <a:cubicBezTo>
                    <a:pt x="278" y="501"/>
                    <a:pt x="337" y="425"/>
                    <a:pt x="388" y="360"/>
                  </a:cubicBezTo>
                  <a:lnTo>
                    <a:pt x="583" y="360"/>
                  </a:lnTo>
                  <a:cubicBezTo>
                    <a:pt x="612" y="360"/>
                    <a:pt x="633" y="348"/>
                    <a:pt x="646" y="334"/>
                  </a:cubicBezTo>
                  <a:cubicBezTo>
                    <a:pt x="671" y="309"/>
                    <a:pt x="668" y="275"/>
                    <a:pt x="646" y="253"/>
                  </a:cubicBezTo>
                  <a:cubicBezTo>
                    <a:pt x="633" y="239"/>
                    <a:pt x="611" y="227"/>
                    <a:pt x="583" y="227"/>
                  </a:cubicBezTo>
                  <a:lnTo>
                    <a:pt x="388" y="227"/>
                  </a:lnTo>
                  <a:cubicBezTo>
                    <a:pt x="327" y="149"/>
                    <a:pt x="278" y="85"/>
                    <a:pt x="224" y="17"/>
                  </a:cubicBezTo>
                  <a:cubicBezTo>
                    <a:pt x="208" y="1"/>
                    <a:pt x="190" y="2"/>
                    <a:pt x="169" y="0"/>
                  </a:cubicBezTo>
                  <a:close/>
                  <a:moveTo>
                    <a:pt x="177" y="28"/>
                  </a:moveTo>
                  <a:cubicBezTo>
                    <a:pt x="184" y="29"/>
                    <a:pt x="190" y="29"/>
                    <a:pt x="197" y="30"/>
                  </a:cubicBezTo>
                  <a:cubicBezTo>
                    <a:pt x="204" y="32"/>
                    <a:pt x="206" y="38"/>
                    <a:pt x="211" y="44"/>
                  </a:cubicBezTo>
                  <a:cubicBezTo>
                    <a:pt x="269" y="118"/>
                    <a:pt x="326" y="191"/>
                    <a:pt x="375" y="253"/>
                  </a:cubicBezTo>
                  <a:lnTo>
                    <a:pt x="583" y="253"/>
                  </a:lnTo>
                  <a:cubicBezTo>
                    <a:pt x="604" y="253"/>
                    <a:pt x="618" y="261"/>
                    <a:pt x="627" y="271"/>
                  </a:cubicBezTo>
                  <a:cubicBezTo>
                    <a:pt x="642" y="286"/>
                    <a:pt x="642" y="301"/>
                    <a:pt x="627" y="316"/>
                  </a:cubicBezTo>
                  <a:cubicBezTo>
                    <a:pt x="618" y="325"/>
                    <a:pt x="604" y="333"/>
                    <a:pt x="583" y="333"/>
                  </a:cubicBezTo>
                  <a:lnTo>
                    <a:pt x="375" y="333"/>
                  </a:lnTo>
                  <a:cubicBezTo>
                    <a:pt x="315" y="411"/>
                    <a:pt x="255" y="486"/>
                    <a:pt x="203" y="552"/>
                  </a:cubicBezTo>
                  <a:cubicBezTo>
                    <a:pt x="200" y="557"/>
                    <a:pt x="203" y="556"/>
                    <a:pt x="197" y="556"/>
                  </a:cubicBezTo>
                  <a:cubicBezTo>
                    <a:pt x="190" y="557"/>
                    <a:pt x="184" y="558"/>
                    <a:pt x="177" y="558"/>
                  </a:cubicBezTo>
                  <a:cubicBezTo>
                    <a:pt x="207" y="486"/>
                    <a:pt x="241" y="402"/>
                    <a:pt x="270" y="333"/>
                  </a:cubicBezTo>
                  <a:lnTo>
                    <a:pt x="72" y="333"/>
                  </a:lnTo>
                  <a:cubicBezTo>
                    <a:pt x="58" y="362"/>
                    <a:pt x="42" y="391"/>
                    <a:pt x="29" y="413"/>
                  </a:cubicBezTo>
                  <a:cubicBezTo>
                    <a:pt x="37" y="373"/>
                    <a:pt x="45" y="333"/>
                    <a:pt x="53" y="293"/>
                  </a:cubicBezTo>
                  <a:cubicBezTo>
                    <a:pt x="45" y="252"/>
                    <a:pt x="36" y="212"/>
                    <a:pt x="29" y="174"/>
                  </a:cubicBezTo>
                  <a:cubicBezTo>
                    <a:pt x="45" y="198"/>
                    <a:pt x="60" y="230"/>
                    <a:pt x="72" y="253"/>
                  </a:cubicBezTo>
                  <a:lnTo>
                    <a:pt x="270" y="253"/>
                  </a:lnTo>
                  <a:cubicBezTo>
                    <a:pt x="236" y="171"/>
                    <a:pt x="207" y="102"/>
                    <a:pt x="177" y="2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600" dirty="0">
                <a:solidFill>
                  <a:prstClr val="black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3C40A97-97BF-D913-073B-B3A75B35ED4D}"/>
                </a:ext>
              </a:extLst>
            </p:cNvPr>
            <p:cNvSpPr txBox="1"/>
            <p:nvPr/>
          </p:nvSpPr>
          <p:spPr>
            <a:xfrm>
              <a:off x="-974247" y="2376179"/>
              <a:ext cx="590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+ 2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편 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876FB992-255F-2CE6-9EA3-7B2FFDA23A29}"/>
              </a:ext>
            </a:extLst>
          </p:cNvPr>
          <p:cNvGrpSpPr/>
          <p:nvPr/>
        </p:nvGrpSpPr>
        <p:grpSpPr>
          <a:xfrm>
            <a:off x="4780345" y="3410139"/>
            <a:ext cx="823124" cy="376282"/>
            <a:chOff x="-1112519" y="2907213"/>
            <a:chExt cx="823124" cy="376282"/>
          </a:xfrm>
        </p:grpSpPr>
        <p:sp>
          <p:nvSpPr>
            <p:cNvPr id="345" name="Rectangle 43">
              <a:extLst>
                <a:ext uri="{FF2B5EF4-FFF2-40B4-BE49-F238E27FC236}">
                  <a16:creationId xmlns:a16="http://schemas.microsoft.com/office/drawing/2014/main" id="{1B22E744-96D1-1A6E-CB16-30D45D1BA1C4}"/>
                </a:ext>
              </a:extLst>
            </p:cNvPr>
            <p:cNvSpPr/>
            <p:nvPr/>
          </p:nvSpPr>
          <p:spPr>
            <a:xfrm>
              <a:off x="-1112519" y="2907213"/>
              <a:ext cx="823124" cy="376282"/>
            </a:xfrm>
            <a:prstGeom prst="roundRect">
              <a:avLst>
                <a:gd name="adj" fmla="val 3831"/>
              </a:avLst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180000" tIns="180000" rIns="180000" bIns="180000" rtlCol="0" anchor="t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208335A7-83AA-D3A4-4601-EFEF1965B99E}"/>
                </a:ext>
              </a:extLst>
            </p:cNvPr>
            <p:cNvSpPr txBox="1"/>
            <p:nvPr/>
          </p:nvSpPr>
          <p:spPr>
            <a:xfrm>
              <a:off x="-1008027" y="2986060"/>
              <a:ext cx="62463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00B0F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12,423</a:t>
              </a:r>
              <a:r>
                <a:rPr lang="ko-KR" altLang="en-US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en-US" altLang="ko-KR" sz="600" b="1" dirty="0">
                <a:solidFill>
                  <a:prstClr val="black">
                    <a:lumMod val="75000"/>
                    <a:lumOff val="25000"/>
                  </a:prst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7" name="AutoShape 55">
              <a:extLst>
                <a:ext uri="{FF2B5EF4-FFF2-40B4-BE49-F238E27FC236}">
                  <a16:creationId xmlns:a16="http://schemas.microsoft.com/office/drawing/2014/main" id="{A9F58F78-2B8F-2BBA-5BDB-5B9D8B3DC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53320" y="2960385"/>
              <a:ext cx="284400" cy="283906"/>
            </a:xfrm>
            <a:prstGeom prst="ellipse">
              <a:avLst/>
            </a:prstGeom>
            <a:solidFill>
              <a:srgbClr val="242852">
                <a:lumMod val="20000"/>
                <a:lumOff val="80000"/>
              </a:srgbClr>
            </a:solidFill>
            <a:ln w="3175">
              <a:noFill/>
              <a:round/>
              <a:headEnd/>
              <a:tailEnd/>
            </a:ln>
          </p:spPr>
          <p:txBody>
            <a:bodyPr wrap="none" lIns="72000" tIns="72000" rIns="72000" bIns="72000" anchor="ctr"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48" name="Multipe Users">
              <a:extLst>
                <a:ext uri="{FF2B5EF4-FFF2-40B4-BE49-F238E27FC236}">
                  <a16:creationId xmlns:a16="http://schemas.microsoft.com/office/drawing/2014/main" id="{F236ED10-3271-C370-4A29-7114F598AD9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-977547" y="3046230"/>
              <a:ext cx="132854" cy="112217"/>
            </a:xfrm>
            <a:custGeom>
              <a:avLst/>
              <a:gdLst>
                <a:gd name="T0" fmla="*/ 146 w 669"/>
                <a:gd name="T1" fmla="*/ 198 h 568"/>
                <a:gd name="T2" fmla="*/ 162 w 669"/>
                <a:gd name="T3" fmla="*/ 274 h 568"/>
                <a:gd name="T4" fmla="*/ 191 w 669"/>
                <a:gd name="T5" fmla="*/ 337 h 568"/>
                <a:gd name="T6" fmla="*/ 97 w 669"/>
                <a:gd name="T7" fmla="*/ 437 h 568"/>
                <a:gd name="T8" fmla="*/ 0 w 669"/>
                <a:gd name="T9" fmla="*/ 568 h 568"/>
                <a:gd name="T10" fmla="*/ 516 w 669"/>
                <a:gd name="T11" fmla="*/ 496 h 568"/>
                <a:gd name="T12" fmla="*/ 640 w 669"/>
                <a:gd name="T13" fmla="*/ 416 h 568"/>
                <a:gd name="T14" fmla="*/ 510 w 669"/>
                <a:gd name="T15" fmla="*/ 338 h 568"/>
                <a:gd name="T16" fmla="*/ 522 w 669"/>
                <a:gd name="T17" fmla="*/ 281 h 568"/>
                <a:gd name="T18" fmla="*/ 554 w 669"/>
                <a:gd name="T19" fmla="*/ 210 h 568"/>
                <a:gd name="T20" fmla="*/ 541 w 669"/>
                <a:gd name="T21" fmla="*/ 60 h 568"/>
                <a:gd name="T22" fmla="*/ 440 w 669"/>
                <a:gd name="T23" fmla="*/ 13 h 568"/>
                <a:gd name="T24" fmla="*/ 267 w 669"/>
                <a:gd name="T25" fmla="*/ 0 h 568"/>
                <a:gd name="T26" fmla="*/ 316 w 669"/>
                <a:gd name="T27" fmla="*/ 43 h 568"/>
                <a:gd name="T28" fmla="*/ 363 w 669"/>
                <a:gd name="T29" fmla="*/ 70 h 568"/>
                <a:gd name="T30" fmla="*/ 360 w 669"/>
                <a:gd name="T31" fmla="*/ 208 h 568"/>
                <a:gd name="T32" fmla="*/ 365 w 669"/>
                <a:gd name="T33" fmla="*/ 251 h 568"/>
                <a:gd name="T34" fmla="*/ 349 w 669"/>
                <a:gd name="T35" fmla="*/ 266 h 568"/>
                <a:gd name="T36" fmla="*/ 326 w 669"/>
                <a:gd name="T37" fmla="*/ 320 h 568"/>
                <a:gd name="T38" fmla="*/ 320 w 669"/>
                <a:gd name="T39" fmla="*/ 389 h 568"/>
                <a:gd name="T40" fmla="*/ 366 w 669"/>
                <a:gd name="T41" fmla="*/ 436 h 568"/>
                <a:gd name="T42" fmla="*/ 482 w 669"/>
                <a:gd name="T43" fmla="*/ 495 h 568"/>
                <a:gd name="T44" fmla="*/ 31 w 669"/>
                <a:gd name="T45" fmla="*/ 541 h 568"/>
                <a:gd name="T46" fmla="*/ 171 w 669"/>
                <a:gd name="T47" fmla="*/ 436 h 568"/>
                <a:gd name="T48" fmla="*/ 216 w 669"/>
                <a:gd name="T49" fmla="*/ 389 h 568"/>
                <a:gd name="T50" fmla="*/ 210 w 669"/>
                <a:gd name="T51" fmla="*/ 320 h 568"/>
                <a:gd name="T52" fmla="*/ 186 w 669"/>
                <a:gd name="T53" fmla="*/ 266 h 568"/>
                <a:gd name="T54" fmla="*/ 171 w 669"/>
                <a:gd name="T55" fmla="*/ 251 h 568"/>
                <a:gd name="T56" fmla="*/ 176 w 669"/>
                <a:gd name="T57" fmla="*/ 208 h 568"/>
                <a:gd name="T58" fmla="*/ 267 w 669"/>
                <a:gd name="T59" fmla="*/ 26 h 568"/>
                <a:gd name="T60" fmla="*/ 483 w 669"/>
                <a:gd name="T61" fmla="*/ 58 h 568"/>
                <a:gd name="T62" fmla="*/ 530 w 669"/>
                <a:gd name="T63" fmla="*/ 109 h 568"/>
                <a:gd name="T64" fmla="*/ 525 w 669"/>
                <a:gd name="T65" fmla="*/ 197 h 568"/>
                <a:gd name="T66" fmla="*/ 520 w 669"/>
                <a:gd name="T67" fmla="*/ 227 h 568"/>
                <a:gd name="T68" fmla="*/ 498 w 669"/>
                <a:gd name="T69" fmla="*/ 269 h 568"/>
                <a:gd name="T70" fmla="*/ 482 w 669"/>
                <a:gd name="T71" fmla="*/ 287 h 568"/>
                <a:gd name="T72" fmla="*/ 483 w 669"/>
                <a:gd name="T73" fmla="*/ 345 h 568"/>
                <a:gd name="T74" fmla="*/ 575 w 669"/>
                <a:gd name="T75" fmla="*/ 406 h 568"/>
                <a:gd name="T76" fmla="*/ 493 w 669"/>
                <a:gd name="T77" fmla="*/ 469 h 568"/>
                <a:gd name="T78" fmla="*/ 347 w 669"/>
                <a:gd name="T79" fmla="*/ 385 h 568"/>
                <a:gd name="T80" fmla="*/ 362 w 669"/>
                <a:gd name="T81" fmla="*/ 314 h 568"/>
                <a:gd name="T82" fmla="*/ 399 w 669"/>
                <a:gd name="T83" fmla="*/ 231 h 568"/>
                <a:gd name="T84" fmla="*/ 384 w 669"/>
                <a:gd name="T85" fmla="*/ 54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69" h="568">
                  <a:moveTo>
                    <a:pt x="266" y="0"/>
                  </a:moveTo>
                  <a:cubicBezTo>
                    <a:pt x="204" y="1"/>
                    <a:pt x="164" y="26"/>
                    <a:pt x="147" y="66"/>
                  </a:cubicBezTo>
                  <a:cubicBezTo>
                    <a:pt x="131" y="103"/>
                    <a:pt x="134" y="150"/>
                    <a:pt x="146" y="198"/>
                  </a:cubicBezTo>
                  <a:cubicBezTo>
                    <a:pt x="140" y="206"/>
                    <a:pt x="135" y="216"/>
                    <a:pt x="137" y="231"/>
                  </a:cubicBezTo>
                  <a:cubicBezTo>
                    <a:pt x="138" y="245"/>
                    <a:pt x="144" y="257"/>
                    <a:pt x="150" y="267"/>
                  </a:cubicBezTo>
                  <a:cubicBezTo>
                    <a:pt x="153" y="272"/>
                    <a:pt x="158" y="272"/>
                    <a:pt x="162" y="274"/>
                  </a:cubicBezTo>
                  <a:cubicBezTo>
                    <a:pt x="164" y="288"/>
                    <a:pt x="168" y="302"/>
                    <a:pt x="174" y="314"/>
                  </a:cubicBezTo>
                  <a:cubicBezTo>
                    <a:pt x="178" y="321"/>
                    <a:pt x="181" y="327"/>
                    <a:pt x="185" y="332"/>
                  </a:cubicBezTo>
                  <a:cubicBezTo>
                    <a:pt x="186" y="334"/>
                    <a:pt x="189" y="335"/>
                    <a:pt x="191" y="337"/>
                  </a:cubicBezTo>
                  <a:cubicBezTo>
                    <a:pt x="191" y="354"/>
                    <a:pt x="191" y="367"/>
                    <a:pt x="190" y="385"/>
                  </a:cubicBezTo>
                  <a:cubicBezTo>
                    <a:pt x="185" y="395"/>
                    <a:pt x="175" y="404"/>
                    <a:pt x="159" y="412"/>
                  </a:cubicBezTo>
                  <a:cubicBezTo>
                    <a:pt x="142" y="420"/>
                    <a:pt x="120" y="428"/>
                    <a:pt x="97" y="437"/>
                  </a:cubicBezTo>
                  <a:cubicBezTo>
                    <a:pt x="75" y="447"/>
                    <a:pt x="52" y="459"/>
                    <a:pt x="34" y="477"/>
                  </a:cubicBezTo>
                  <a:cubicBezTo>
                    <a:pt x="16" y="495"/>
                    <a:pt x="3" y="521"/>
                    <a:pt x="1" y="554"/>
                  </a:cubicBezTo>
                  <a:lnTo>
                    <a:pt x="0" y="568"/>
                  </a:lnTo>
                  <a:lnTo>
                    <a:pt x="535" y="568"/>
                  </a:lnTo>
                  <a:lnTo>
                    <a:pt x="535" y="554"/>
                  </a:lnTo>
                  <a:cubicBezTo>
                    <a:pt x="533" y="531"/>
                    <a:pt x="526" y="511"/>
                    <a:pt x="516" y="496"/>
                  </a:cubicBezTo>
                  <a:lnTo>
                    <a:pt x="669" y="496"/>
                  </a:lnTo>
                  <a:lnTo>
                    <a:pt x="668" y="482"/>
                  </a:lnTo>
                  <a:cubicBezTo>
                    <a:pt x="666" y="453"/>
                    <a:pt x="655" y="431"/>
                    <a:pt x="640" y="416"/>
                  </a:cubicBezTo>
                  <a:cubicBezTo>
                    <a:pt x="624" y="400"/>
                    <a:pt x="605" y="390"/>
                    <a:pt x="586" y="382"/>
                  </a:cubicBezTo>
                  <a:cubicBezTo>
                    <a:pt x="567" y="374"/>
                    <a:pt x="549" y="367"/>
                    <a:pt x="535" y="360"/>
                  </a:cubicBezTo>
                  <a:cubicBezTo>
                    <a:pt x="521" y="353"/>
                    <a:pt x="513" y="347"/>
                    <a:pt x="510" y="338"/>
                  </a:cubicBezTo>
                  <a:cubicBezTo>
                    <a:pt x="509" y="325"/>
                    <a:pt x="509" y="313"/>
                    <a:pt x="509" y="300"/>
                  </a:cubicBezTo>
                  <a:cubicBezTo>
                    <a:pt x="510" y="299"/>
                    <a:pt x="512" y="297"/>
                    <a:pt x="513" y="296"/>
                  </a:cubicBezTo>
                  <a:cubicBezTo>
                    <a:pt x="517" y="291"/>
                    <a:pt x="520" y="286"/>
                    <a:pt x="522" y="281"/>
                  </a:cubicBezTo>
                  <a:cubicBezTo>
                    <a:pt x="527" y="271"/>
                    <a:pt x="530" y="259"/>
                    <a:pt x="532" y="248"/>
                  </a:cubicBezTo>
                  <a:cubicBezTo>
                    <a:pt x="536" y="246"/>
                    <a:pt x="540" y="245"/>
                    <a:pt x="543" y="242"/>
                  </a:cubicBezTo>
                  <a:cubicBezTo>
                    <a:pt x="548" y="234"/>
                    <a:pt x="552" y="224"/>
                    <a:pt x="554" y="210"/>
                  </a:cubicBezTo>
                  <a:cubicBezTo>
                    <a:pt x="555" y="199"/>
                    <a:pt x="550" y="190"/>
                    <a:pt x="546" y="183"/>
                  </a:cubicBezTo>
                  <a:cubicBezTo>
                    <a:pt x="552" y="164"/>
                    <a:pt x="558" y="136"/>
                    <a:pt x="556" y="107"/>
                  </a:cubicBezTo>
                  <a:cubicBezTo>
                    <a:pt x="555" y="90"/>
                    <a:pt x="551" y="74"/>
                    <a:pt x="541" y="60"/>
                  </a:cubicBezTo>
                  <a:cubicBezTo>
                    <a:pt x="531" y="47"/>
                    <a:pt x="516" y="37"/>
                    <a:pt x="496" y="34"/>
                  </a:cubicBezTo>
                  <a:cubicBezTo>
                    <a:pt x="483" y="20"/>
                    <a:pt x="464" y="13"/>
                    <a:pt x="440" y="13"/>
                  </a:cubicBezTo>
                  <a:lnTo>
                    <a:pt x="440" y="13"/>
                  </a:lnTo>
                  <a:cubicBezTo>
                    <a:pt x="407" y="14"/>
                    <a:pt x="382" y="22"/>
                    <a:pt x="364" y="36"/>
                  </a:cubicBezTo>
                  <a:cubicBezTo>
                    <a:pt x="356" y="31"/>
                    <a:pt x="346" y="27"/>
                    <a:pt x="335" y="25"/>
                  </a:cubicBezTo>
                  <a:cubicBezTo>
                    <a:pt x="321" y="7"/>
                    <a:pt x="296" y="0"/>
                    <a:pt x="267" y="0"/>
                  </a:cubicBezTo>
                  <a:lnTo>
                    <a:pt x="266" y="0"/>
                  </a:lnTo>
                  <a:close/>
                  <a:moveTo>
                    <a:pt x="267" y="26"/>
                  </a:moveTo>
                  <a:cubicBezTo>
                    <a:pt x="294" y="26"/>
                    <a:pt x="311" y="34"/>
                    <a:pt x="316" y="43"/>
                  </a:cubicBezTo>
                  <a:lnTo>
                    <a:pt x="319" y="49"/>
                  </a:lnTo>
                  <a:lnTo>
                    <a:pt x="326" y="50"/>
                  </a:lnTo>
                  <a:cubicBezTo>
                    <a:pt x="344" y="52"/>
                    <a:pt x="355" y="60"/>
                    <a:pt x="363" y="70"/>
                  </a:cubicBezTo>
                  <a:cubicBezTo>
                    <a:pt x="370" y="80"/>
                    <a:pt x="374" y="95"/>
                    <a:pt x="375" y="111"/>
                  </a:cubicBezTo>
                  <a:cubicBezTo>
                    <a:pt x="378" y="143"/>
                    <a:pt x="369" y="180"/>
                    <a:pt x="363" y="198"/>
                  </a:cubicBezTo>
                  <a:lnTo>
                    <a:pt x="360" y="208"/>
                  </a:lnTo>
                  <a:lnTo>
                    <a:pt x="369" y="213"/>
                  </a:lnTo>
                  <a:cubicBezTo>
                    <a:pt x="368" y="213"/>
                    <a:pt x="374" y="217"/>
                    <a:pt x="373" y="228"/>
                  </a:cubicBezTo>
                  <a:cubicBezTo>
                    <a:pt x="371" y="241"/>
                    <a:pt x="368" y="248"/>
                    <a:pt x="365" y="251"/>
                  </a:cubicBezTo>
                  <a:cubicBezTo>
                    <a:pt x="363" y="254"/>
                    <a:pt x="362" y="254"/>
                    <a:pt x="361" y="254"/>
                  </a:cubicBezTo>
                  <a:lnTo>
                    <a:pt x="351" y="255"/>
                  </a:lnTo>
                  <a:lnTo>
                    <a:pt x="349" y="266"/>
                  </a:lnTo>
                  <a:cubicBezTo>
                    <a:pt x="348" y="277"/>
                    <a:pt x="343" y="291"/>
                    <a:pt x="338" y="302"/>
                  </a:cubicBezTo>
                  <a:cubicBezTo>
                    <a:pt x="335" y="308"/>
                    <a:pt x="333" y="312"/>
                    <a:pt x="330" y="316"/>
                  </a:cubicBezTo>
                  <a:cubicBezTo>
                    <a:pt x="328" y="319"/>
                    <a:pt x="325" y="321"/>
                    <a:pt x="326" y="320"/>
                  </a:cubicBezTo>
                  <a:lnTo>
                    <a:pt x="319" y="324"/>
                  </a:lnTo>
                  <a:lnTo>
                    <a:pt x="319" y="332"/>
                  </a:lnTo>
                  <a:cubicBezTo>
                    <a:pt x="319" y="351"/>
                    <a:pt x="318" y="367"/>
                    <a:pt x="320" y="389"/>
                  </a:cubicBezTo>
                  <a:lnTo>
                    <a:pt x="321" y="391"/>
                  </a:lnTo>
                  <a:lnTo>
                    <a:pt x="321" y="393"/>
                  </a:lnTo>
                  <a:cubicBezTo>
                    <a:pt x="329" y="413"/>
                    <a:pt x="346" y="426"/>
                    <a:pt x="366" y="436"/>
                  </a:cubicBezTo>
                  <a:cubicBezTo>
                    <a:pt x="385" y="445"/>
                    <a:pt x="407" y="453"/>
                    <a:pt x="428" y="462"/>
                  </a:cubicBezTo>
                  <a:cubicBezTo>
                    <a:pt x="446" y="469"/>
                    <a:pt x="462" y="478"/>
                    <a:pt x="475" y="489"/>
                  </a:cubicBezTo>
                  <a:cubicBezTo>
                    <a:pt x="477" y="492"/>
                    <a:pt x="479" y="494"/>
                    <a:pt x="482" y="495"/>
                  </a:cubicBezTo>
                  <a:cubicBezTo>
                    <a:pt x="482" y="495"/>
                    <a:pt x="482" y="495"/>
                    <a:pt x="483" y="496"/>
                  </a:cubicBezTo>
                  <a:cubicBezTo>
                    <a:pt x="494" y="507"/>
                    <a:pt x="501" y="522"/>
                    <a:pt x="505" y="541"/>
                  </a:cubicBezTo>
                  <a:lnTo>
                    <a:pt x="31" y="541"/>
                  </a:lnTo>
                  <a:cubicBezTo>
                    <a:pt x="35" y="522"/>
                    <a:pt x="42" y="507"/>
                    <a:pt x="53" y="496"/>
                  </a:cubicBezTo>
                  <a:cubicBezTo>
                    <a:pt x="67" y="481"/>
                    <a:pt x="87" y="471"/>
                    <a:pt x="108" y="462"/>
                  </a:cubicBezTo>
                  <a:cubicBezTo>
                    <a:pt x="129" y="453"/>
                    <a:pt x="151" y="445"/>
                    <a:pt x="171" y="436"/>
                  </a:cubicBezTo>
                  <a:cubicBezTo>
                    <a:pt x="190" y="426"/>
                    <a:pt x="208" y="413"/>
                    <a:pt x="215" y="393"/>
                  </a:cubicBezTo>
                  <a:lnTo>
                    <a:pt x="216" y="391"/>
                  </a:lnTo>
                  <a:lnTo>
                    <a:pt x="216" y="389"/>
                  </a:lnTo>
                  <a:cubicBezTo>
                    <a:pt x="218" y="367"/>
                    <a:pt x="217" y="351"/>
                    <a:pt x="217" y="332"/>
                  </a:cubicBezTo>
                  <a:lnTo>
                    <a:pt x="217" y="324"/>
                  </a:lnTo>
                  <a:lnTo>
                    <a:pt x="210" y="320"/>
                  </a:lnTo>
                  <a:cubicBezTo>
                    <a:pt x="211" y="321"/>
                    <a:pt x="209" y="319"/>
                    <a:pt x="206" y="316"/>
                  </a:cubicBezTo>
                  <a:cubicBezTo>
                    <a:pt x="204" y="312"/>
                    <a:pt x="201" y="307"/>
                    <a:pt x="198" y="302"/>
                  </a:cubicBezTo>
                  <a:cubicBezTo>
                    <a:pt x="192" y="291"/>
                    <a:pt x="188" y="277"/>
                    <a:pt x="186" y="266"/>
                  </a:cubicBezTo>
                  <a:lnTo>
                    <a:pt x="185" y="255"/>
                  </a:lnTo>
                  <a:lnTo>
                    <a:pt x="174" y="254"/>
                  </a:lnTo>
                  <a:cubicBezTo>
                    <a:pt x="174" y="254"/>
                    <a:pt x="173" y="254"/>
                    <a:pt x="171" y="251"/>
                  </a:cubicBezTo>
                  <a:cubicBezTo>
                    <a:pt x="168" y="248"/>
                    <a:pt x="165" y="241"/>
                    <a:pt x="163" y="228"/>
                  </a:cubicBezTo>
                  <a:cubicBezTo>
                    <a:pt x="161" y="222"/>
                    <a:pt x="166" y="217"/>
                    <a:pt x="167" y="213"/>
                  </a:cubicBezTo>
                  <a:lnTo>
                    <a:pt x="176" y="208"/>
                  </a:lnTo>
                  <a:lnTo>
                    <a:pt x="173" y="198"/>
                  </a:lnTo>
                  <a:cubicBezTo>
                    <a:pt x="161" y="150"/>
                    <a:pt x="159" y="106"/>
                    <a:pt x="172" y="76"/>
                  </a:cubicBezTo>
                  <a:cubicBezTo>
                    <a:pt x="185" y="46"/>
                    <a:pt x="211" y="27"/>
                    <a:pt x="267" y="26"/>
                  </a:cubicBezTo>
                  <a:close/>
                  <a:moveTo>
                    <a:pt x="440" y="40"/>
                  </a:moveTo>
                  <a:cubicBezTo>
                    <a:pt x="463" y="40"/>
                    <a:pt x="476" y="46"/>
                    <a:pt x="480" y="53"/>
                  </a:cubicBezTo>
                  <a:lnTo>
                    <a:pt x="483" y="58"/>
                  </a:lnTo>
                  <a:lnTo>
                    <a:pt x="490" y="59"/>
                  </a:lnTo>
                  <a:cubicBezTo>
                    <a:pt x="505" y="61"/>
                    <a:pt x="513" y="67"/>
                    <a:pt x="519" y="76"/>
                  </a:cubicBezTo>
                  <a:cubicBezTo>
                    <a:pt x="525" y="84"/>
                    <a:pt x="529" y="96"/>
                    <a:pt x="530" y="109"/>
                  </a:cubicBezTo>
                  <a:cubicBezTo>
                    <a:pt x="532" y="135"/>
                    <a:pt x="524" y="167"/>
                    <a:pt x="519" y="181"/>
                  </a:cubicBezTo>
                  <a:lnTo>
                    <a:pt x="516" y="191"/>
                  </a:lnTo>
                  <a:lnTo>
                    <a:pt x="525" y="197"/>
                  </a:lnTo>
                  <a:cubicBezTo>
                    <a:pt x="524" y="196"/>
                    <a:pt x="528" y="198"/>
                    <a:pt x="527" y="207"/>
                  </a:cubicBezTo>
                  <a:cubicBezTo>
                    <a:pt x="527" y="214"/>
                    <a:pt x="524" y="219"/>
                    <a:pt x="522" y="225"/>
                  </a:cubicBezTo>
                  <a:cubicBezTo>
                    <a:pt x="520" y="227"/>
                    <a:pt x="519" y="227"/>
                    <a:pt x="520" y="227"/>
                  </a:cubicBezTo>
                  <a:lnTo>
                    <a:pt x="509" y="228"/>
                  </a:lnTo>
                  <a:lnTo>
                    <a:pt x="508" y="239"/>
                  </a:lnTo>
                  <a:cubicBezTo>
                    <a:pt x="507" y="248"/>
                    <a:pt x="503" y="260"/>
                    <a:pt x="498" y="269"/>
                  </a:cubicBezTo>
                  <a:cubicBezTo>
                    <a:pt x="496" y="273"/>
                    <a:pt x="494" y="277"/>
                    <a:pt x="492" y="280"/>
                  </a:cubicBezTo>
                  <a:cubicBezTo>
                    <a:pt x="490" y="283"/>
                    <a:pt x="488" y="284"/>
                    <a:pt x="489" y="283"/>
                  </a:cubicBezTo>
                  <a:lnTo>
                    <a:pt x="482" y="287"/>
                  </a:lnTo>
                  <a:lnTo>
                    <a:pt x="482" y="295"/>
                  </a:lnTo>
                  <a:cubicBezTo>
                    <a:pt x="482" y="311"/>
                    <a:pt x="482" y="325"/>
                    <a:pt x="483" y="344"/>
                  </a:cubicBezTo>
                  <a:lnTo>
                    <a:pt x="483" y="345"/>
                  </a:lnTo>
                  <a:lnTo>
                    <a:pt x="484" y="347"/>
                  </a:lnTo>
                  <a:cubicBezTo>
                    <a:pt x="491" y="365"/>
                    <a:pt x="506" y="376"/>
                    <a:pt x="523" y="384"/>
                  </a:cubicBezTo>
                  <a:cubicBezTo>
                    <a:pt x="539" y="392"/>
                    <a:pt x="558" y="399"/>
                    <a:pt x="575" y="406"/>
                  </a:cubicBezTo>
                  <a:cubicBezTo>
                    <a:pt x="593" y="414"/>
                    <a:pt x="609" y="422"/>
                    <a:pt x="621" y="434"/>
                  </a:cubicBezTo>
                  <a:cubicBezTo>
                    <a:pt x="629" y="443"/>
                    <a:pt x="635" y="455"/>
                    <a:pt x="638" y="469"/>
                  </a:cubicBezTo>
                  <a:lnTo>
                    <a:pt x="493" y="469"/>
                  </a:lnTo>
                  <a:cubicBezTo>
                    <a:pt x="477" y="455"/>
                    <a:pt x="458" y="445"/>
                    <a:pt x="439" y="437"/>
                  </a:cubicBezTo>
                  <a:cubicBezTo>
                    <a:pt x="417" y="428"/>
                    <a:pt x="395" y="420"/>
                    <a:pt x="378" y="412"/>
                  </a:cubicBezTo>
                  <a:cubicBezTo>
                    <a:pt x="361" y="404"/>
                    <a:pt x="351" y="395"/>
                    <a:pt x="347" y="385"/>
                  </a:cubicBezTo>
                  <a:cubicBezTo>
                    <a:pt x="345" y="367"/>
                    <a:pt x="346" y="353"/>
                    <a:pt x="346" y="337"/>
                  </a:cubicBezTo>
                  <a:cubicBezTo>
                    <a:pt x="348" y="335"/>
                    <a:pt x="350" y="334"/>
                    <a:pt x="352" y="331"/>
                  </a:cubicBezTo>
                  <a:cubicBezTo>
                    <a:pt x="355" y="326"/>
                    <a:pt x="359" y="320"/>
                    <a:pt x="362" y="314"/>
                  </a:cubicBezTo>
                  <a:cubicBezTo>
                    <a:pt x="368" y="302"/>
                    <a:pt x="372" y="288"/>
                    <a:pt x="374" y="274"/>
                  </a:cubicBezTo>
                  <a:cubicBezTo>
                    <a:pt x="378" y="272"/>
                    <a:pt x="383" y="272"/>
                    <a:pt x="386" y="267"/>
                  </a:cubicBezTo>
                  <a:cubicBezTo>
                    <a:pt x="393" y="259"/>
                    <a:pt x="397" y="247"/>
                    <a:pt x="399" y="231"/>
                  </a:cubicBezTo>
                  <a:cubicBezTo>
                    <a:pt x="401" y="216"/>
                    <a:pt x="396" y="206"/>
                    <a:pt x="390" y="199"/>
                  </a:cubicBezTo>
                  <a:cubicBezTo>
                    <a:pt x="396" y="178"/>
                    <a:pt x="405" y="144"/>
                    <a:pt x="402" y="109"/>
                  </a:cubicBezTo>
                  <a:cubicBezTo>
                    <a:pt x="398" y="88"/>
                    <a:pt x="395" y="68"/>
                    <a:pt x="384" y="54"/>
                  </a:cubicBezTo>
                  <a:cubicBezTo>
                    <a:pt x="397" y="46"/>
                    <a:pt x="415" y="40"/>
                    <a:pt x="440" y="40"/>
                  </a:cubicBez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74295" tIns="37148" rIns="74295" bIns="3714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Segoe UI" panose="020B0502040204020203" pitchFamily="34" charset="0"/>
              </a:endParaRP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2AF9D517-6832-B64D-3307-90F94107C246}"/>
                </a:ext>
              </a:extLst>
            </p:cNvPr>
            <p:cNvSpPr txBox="1"/>
            <p:nvPr/>
          </p:nvSpPr>
          <p:spPr>
            <a:xfrm>
              <a:off x="-1032994" y="3099721"/>
              <a:ext cx="6495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latinLnBrk="1">
                <a:spcAft>
                  <a:spcPts val="300"/>
                </a:spcAft>
              </a:pPr>
              <a:r>
                <a:rPr lang="en-US" altLang="ko-KR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+268</a:t>
              </a:r>
              <a:r>
                <a:rPr lang="ko-KR" altLang="en-US" sz="600" b="1" dirty="0">
                  <a:solidFill>
                    <a:srgbClr val="FF0000"/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명</a:t>
              </a:r>
              <a:endParaRPr lang="ko-KR" altLang="en-US" sz="600" dirty="0">
                <a:solidFill>
                  <a:srgbClr val="FF000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pic>
        <p:nvPicPr>
          <p:cNvPr id="350" name="그림 349">
            <a:extLst>
              <a:ext uri="{FF2B5EF4-FFF2-40B4-BE49-F238E27FC236}">
                <a16:creationId xmlns:a16="http://schemas.microsoft.com/office/drawing/2014/main" id="{B7170B4F-90F3-DFAC-151B-6511A49CD6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7913" y="2908857"/>
            <a:ext cx="3025638" cy="829236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740825E2-1EF0-4F4D-D88C-EB35439B1F7F}"/>
              </a:ext>
            </a:extLst>
          </p:cNvPr>
          <p:cNvSpPr/>
          <p:nvPr/>
        </p:nvSpPr>
        <p:spPr>
          <a:xfrm>
            <a:off x="0" y="640535"/>
            <a:ext cx="9144000" cy="450296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" name="Shape 29">
            <a:extLst>
              <a:ext uri="{FF2B5EF4-FFF2-40B4-BE49-F238E27FC236}">
                <a16:creationId xmlns:a16="http://schemas.microsoft.com/office/drawing/2014/main" id="{CA26B3F4-1EB1-5031-BC37-B51180506973}"/>
              </a:ext>
            </a:extLst>
          </p:cNvPr>
          <p:cNvSpPr/>
          <p:nvPr/>
        </p:nvSpPr>
        <p:spPr>
          <a:xfrm>
            <a:off x="301895" y="1143334"/>
            <a:ext cx="4253265" cy="204126"/>
          </a:xfrm>
          <a:prstGeom prst="roundRect">
            <a:avLst>
              <a:gd name="adj" fmla="val 21429"/>
            </a:avLst>
          </a:prstGeom>
          <a:solidFill>
            <a:srgbClr val="FDEED3"/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en-US" altLang="ko-KR" sz="1000" b="1" dirty="0">
                <a:latin typeface="Rix고딕 L" panose="02020603020101020101" pitchFamily="18" charset="-127"/>
                <a:ea typeface="Rix고딕 L" panose="02020603020101020101" pitchFamily="18" charset="-127"/>
              </a:rPr>
              <a:t>T1 </a:t>
            </a:r>
            <a:endParaRPr lang="ko-KR" altLang="en-US" sz="1000" b="1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30CA1437-20BB-AA63-B463-FD22F3982479}"/>
              </a:ext>
            </a:extLst>
          </p:cNvPr>
          <p:cNvSpPr/>
          <p:nvPr/>
        </p:nvSpPr>
        <p:spPr>
          <a:xfrm>
            <a:off x="4620122" y="1150530"/>
            <a:ext cx="4262400" cy="204126"/>
          </a:xfrm>
          <a:prstGeom prst="roundRect">
            <a:avLst>
              <a:gd name="adj" fmla="val 21429"/>
            </a:avLst>
          </a:prstGeom>
          <a:solidFill>
            <a:srgbClr val="FDEED3"/>
          </a:solidFill>
          <a:ln w="6350">
            <a:solidFill>
              <a:schemeClr val="accent3">
                <a:lumMod val="60000"/>
                <a:lumOff val="4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en-US" altLang="ko-KR" sz="1000" b="1" dirty="0">
                <a:latin typeface="Rix고딕 L" panose="02020603020101020101" pitchFamily="18" charset="-127"/>
                <a:ea typeface="Rix고딕 L" panose="02020603020101020101" pitchFamily="18" charset="-127"/>
              </a:rPr>
              <a:t>T2 </a:t>
            </a:r>
            <a:endParaRPr lang="ko-KR" altLang="en-US" sz="1000" b="1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D19D208-A0E5-5577-F9F0-236434A63294}"/>
              </a:ext>
            </a:extLst>
          </p:cNvPr>
          <p:cNvSpPr/>
          <p:nvPr/>
        </p:nvSpPr>
        <p:spPr>
          <a:xfrm>
            <a:off x="5628152" y="695281"/>
            <a:ext cx="775165" cy="3909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터미널 내  </a:t>
            </a:r>
            <a:endParaRPr lang="en-US" altLang="ko-KR" sz="800" dirty="0">
              <a:solidFill>
                <a:schemeClr val="tx1">
                  <a:lumMod val="85000"/>
                  <a:lumOff val="15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algn="ctr"/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최대 여객 시점</a:t>
            </a:r>
          </a:p>
        </p:txBody>
      </p:sp>
    </p:spTree>
    <p:extLst>
      <p:ext uri="{BB962C8B-B14F-4D97-AF65-F5344CB8AC3E}">
        <p14:creationId xmlns:p14="http://schemas.microsoft.com/office/powerpoint/2010/main" val="2229813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B20D5-2779-1103-74FA-A10CCB52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5A12B995-40D1-DC08-6858-3397AAE22A25}"/>
              </a:ext>
            </a:extLst>
          </p:cNvPr>
          <p:cNvGrpSpPr/>
          <p:nvPr/>
        </p:nvGrpSpPr>
        <p:grpSpPr>
          <a:xfrm>
            <a:off x="0" y="-23610"/>
            <a:ext cx="9144000" cy="683849"/>
            <a:chOff x="3464784" y="490439"/>
            <a:chExt cx="1644469" cy="489798"/>
          </a:xfrm>
        </p:grpSpPr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D83A6751-E6A1-7BA9-D306-88A46BBE0FC7}"/>
                </a:ext>
              </a:extLst>
            </p:cNvPr>
            <p:cNvSpPr/>
            <p:nvPr/>
          </p:nvSpPr>
          <p:spPr>
            <a:xfrm>
              <a:off x="3464784" y="490439"/>
              <a:ext cx="1644469" cy="4897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7CF8DB9E-29E4-D558-5A31-13847C09FF77}"/>
                </a:ext>
              </a:extLst>
            </p:cNvPr>
            <p:cNvSpPr/>
            <p:nvPr/>
          </p:nvSpPr>
          <p:spPr>
            <a:xfrm>
              <a:off x="3765041" y="621571"/>
              <a:ext cx="1026942" cy="101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000" b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일일 시뮬레이션</a:t>
              </a:r>
              <a:endParaRPr lang="en-US" sz="1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C1E2F52-FD87-BCCA-77B9-0A25090E7FB4}"/>
              </a:ext>
            </a:extLst>
          </p:cNvPr>
          <p:cNvGrpSpPr/>
          <p:nvPr/>
        </p:nvGrpSpPr>
        <p:grpSpPr>
          <a:xfrm>
            <a:off x="2059388" y="374526"/>
            <a:ext cx="1644469" cy="248557"/>
            <a:chOff x="424554" y="585216"/>
            <a:chExt cx="1644469" cy="384048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3092628-CDCF-7177-31F1-1FBD1A27EB99}"/>
                </a:ext>
              </a:extLst>
            </p:cNvPr>
            <p:cNvSpPr/>
            <p:nvPr/>
          </p:nvSpPr>
          <p:spPr>
            <a:xfrm>
              <a:off x="424554" y="585216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8E43FEBB-2975-261D-4130-3ADC7DD64DAE}"/>
                </a:ext>
              </a:extLst>
            </p:cNvPr>
            <p:cNvSpPr/>
            <p:nvPr/>
          </p:nvSpPr>
          <p:spPr>
            <a:xfrm>
              <a:off x="780380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 err="1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</a:t>
              </a:r>
              <a:r>
                <a:rPr lang="ko-KR" alt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 </a:t>
              </a:r>
              <a:r>
                <a:rPr lang="en-US" sz="950" b="1" dirty="0" err="1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보기</a:t>
              </a:r>
              <a:endParaRPr lang="en-US" sz="950" b="1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162BFB1-0E1E-37FD-1BDE-E2F6ABC99544}"/>
              </a:ext>
            </a:extLst>
          </p:cNvPr>
          <p:cNvGrpSpPr/>
          <p:nvPr/>
        </p:nvGrpSpPr>
        <p:grpSpPr>
          <a:xfrm>
            <a:off x="3787419" y="383252"/>
            <a:ext cx="1644469" cy="248557"/>
            <a:chOff x="3464784" y="590731"/>
            <a:chExt cx="1644469" cy="38404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45671B5F-34F8-9991-3602-0B40F5B08795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309067B-A170-9A95-94CA-140C5B38446C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체크인카운터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14F6E28-9FA2-7B27-2033-BE782487C85D}"/>
              </a:ext>
            </a:extLst>
          </p:cNvPr>
          <p:cNvGrpSpPr/>
          <p:nvPr/>
        </p:nvGrpSpPr>
        <p:grpSpPr>
          <a:xfrm>
            <a:off x="5515450" y="383252"/>
            <a:ext cx="1644469" cy="248557"/>
            <a:chOff x="5251846" y="585216"/>
            <a:chExt cx="1644469" cy="38404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D5A21645-004F-9029-467C-BAB0CCA517A8}"/>
                </a:ext>
              </a:extLst>
            </p:cNvPr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3F66C846-678D-5762-239F-ED1071E39458}"/>
                </a:ext>
              </a:extLst>
            </p:cNvPr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37EC698-33FB-8397-38B7-4B5EDB48BAFB}"/>
              </a:ext>
            </a:extLst>
          </p:cNvPr>
          <p:cNvGrpSpPr/>
          <p:nvPr/>
        </p:nvGrpSpPr>
        <p:grpSpPr>
          <a:xfrm>
            <a:off x="7243481" y="383252"/>
            <a:ext cx="1644469" cy="248557"/>
            <a:chOff x="7336678" y="585216"/>
            <a:chExt cx="1644469" cy="384048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614023AA-F226-D910-F305-D60BAA937575}"/>
                </a:ext>
              </a:extLst>
            </p:cNvPr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A6608C1-724A-59F8-82F4-7915459F73FE}"/>
                </a:ext>
              </a:extLst>
            </p:cNvPr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479F3A1-9D08-8101-3C35-3AA6FC96BD03}"/>
              </a:ext>
            </a:extLst>
          </p:cNvPr>
          <p:cNvGrpSpPr/>
          <p:nvPr/>
        </p:nvGrpSpPr>
        <p:grpSpPr>
          <a:xfrm>
            <a:off x="331357" y="368448"/>
            <a:ext cx="1644469" cy="248557"/>
            <a:chOff x="1736753" y="567857"/>
            <a:chExt cx="1644469" cy="384048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24DFA83A-8DBA-EF45-BDFD-5D9DB3440A9F}"/>
                </a:ext>
              </a:extLst>
            </p:cNvPr>
            <p:cNvSpPr/>
            <p:nvPr/>
          </p:nvSpPr>
          <p:spPr>
            <a:xfrm>
              <a:off x="1736753" y="567857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28F6CC54-B373-CE27-06D7-F5F6DE134564}"/>
                </a:ext>
              </a:extLst>
            </p:cNvPr>
            <p:cNvSpPr/>
            <p:nvPr/>
          </p:nvSpPr>
          <p:spPr>
            <a:xfrm>
              <a:off x="2034523" y="659297"/>
              <a:ext cx="1026942" cy="2194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2" name="Shape 4">
            <a:extLst>
              <a:ext uri="{FF2B5EF4-FFF2-40B4-BE49-F238E27FC236}">
                <a16:creationId xmlns:a16="http://schemas.microsoft.com/office/drawing/2014/main" id="{84B65C6E-8A68-E8DD-F50F-2A6FA3F76C77}"/>
              </a:ext>
            </a:extLst>
          </p:cNvPr>
          <p:cNvSpPr/>
          <p:nvPr/>
        </p:nvSpPr>
        <p:spPr>
          <a:xfrm>
            <a:off x="0" y="640535"/>
            <a:ext cx="9144000" cy="450296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54C36C2-3E98-127F-1778-C7B5FF01A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6"/>
          <a:stretch>
            <a:fillRect/>
          </a:stretch>
        </p:blipFill>
        <p:spPr>
          <a:xfrm>
            <a:off x="37653" y="690752"/>
            <a:ext cx="9144000" cy="442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00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9A4C4-E11A-AED9-ED7A-71489D8F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A3CF9D5-1B95-DA12-13D8-1D0249772364}"/>
              </a:ext>
            </a:extLst>
          </p:cNvPr>
          <p:cNvGrpSpPr/>
          <p:nvPr/>
        </p:nvGrpSpPr>
        <p:grpSpPr>
          <a:xfrm>
            <a:off x="0" y="-23610"/>
            <a:ext cx="9144000" cy="683849"/>
            <a:chOff x="3464784" y="490439"/>
            <a:chExt cx="1644469" cy="489798"/>
          </a:xfrm>
        </p:grpSpPr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47313762-CF49-3B1E-4038-CC66462D4849}"/>
                </a:ext>
              </a:extLst>
            </p:cNvPr>
            <p:cNvSpPr/>
            <p:nvPr/>
          </p:nvSpPr>
          <p:spPr>
            <a:xfrm>
              <a:off x="3464784" y="490439"/>
              <a:ext cx="1644469" cy="4897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1550DA73-7D75-336B-8FEC-F962B5F3498A}"/>
                </a:ext>
              </a:extLst>
            </p:cNvPr>
            <p:cNvSpPr/>
            <p:nvPr/>
          </p:nvSpPr>
          <p:spPr>
            <a:xfrm>
              <a:off x="3765041" y="621571"/>
              <a:ext cx="1026942" cy="101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000" b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일일 시뮬레이션</a:t>
              </a:r>
              <a:endParaRPr lang="en-US" sz="1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F0BCB63-5C21-6525-A82D-F3AE961F196A}"/>
              </a:ext>
            </a:extLst>
          </p:cNvPr>
          <p:cNvGrpSpPr/>
          <p:nvPr/>
        </p:nvGrpSpPr>
        <p:grpSpPr>
          <a:xfrm>
            <a:off x="3787419" y="383252"/>
            <a:ext cx="1644469" cy="248557"/>
            <a:chOff x="3464784" y="590731"/>
            <a:chExt cx="1644469" cy="38404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52A432E-085E-33C8-5D34-C7FF9116F89B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5B3D12DC-954F-1AA5-7362-10F2C8DCEB6B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체크인카운터</a:t>
              </a:r>
              <a:endParaRPr lang="en-US" sz="950" b="1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D3DB870-6597-6A98-91C7-C7C6A7E21689}"/>
              </a:ext>
            </a:extLst>
          </p:cNvPr>
          <p:cNvGrpSpPr/>
          <p:nvPr/>
        </p:nvGrpSpPr>
        <p:grpSpPr>
          <a:xfrm>
            <a:off x="5515450" y="383252"/>
            <a:ext cx="1644469" cy="248557"/>
            <a:chOff x="5251846" y="585216"/>
            <a:chExt cx="1644469" cy="38404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E6342A4F-CD70-1B8A-88D4-8227FB02A795}"/>
                </a:ext>
              </a:extLst>
            </p:cNvPr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00910A1C-C9C2-582F-A0B7-B2B7EB3FA1CF}"/>
                </a:ext>
              </a:extLst>
            </p:cNvPr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010D64B-B800-1572-A2CA-1EA93DEDE83E}"/>
              </a:ext>
            </a:extLst>
          </p:cNvPr>
          <p:cNvGrpSpPr/>
          <p:nvPr/>
        </p:nvGrpSpPr>
        <p:grpSpPr>
          <a:xfrm>
            <a:off x="7243481" y="383252"/>
            <a:ext cx="1644469" cy="248557"/>
            <a:chOff x="7336678" y="585216"/>
            <a:chExt cx="1644469" cy="384048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A142B37B-96AE-97D8-2314-7DEA28E8C421}"/>
                </a:ext>
              </a:extLst>
            </p:cNvPr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EB1534B-30FF-30D2-CA9E-AD18447BD880}"/>
                </a:ext>
              </a:extLst>
            </p:cNvPr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3A0F55A-958D-1035-7298-D87A7AC6B819}"/>
              </a:ext>
            </a:extLst>
          </p:cNvPr>
          <p:cNvGrpSpPr/>
          <p:nvPr/>
        </p:nvGrpSpPr>
        <p:grpSpPr>
          <a:xfrm>
            <a:off x="331357" y="368448"/>
            <a:ext cx="1644469" cy="248557"/>
            <a:chOff x="1736753" y="567857"/>
            <a:chExt cx="1644469" cy="384048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E52AC17-2B54-A077-CDD2-4B4C81FDFD9D}"/>
                </a:ext>
              </a:extLst>
            </p:cNvPr>
            <p:cNvSpPr/>
            <p:nvPr/>
          </p:nvSpPr>
          <p:spPr>
            <a:xfrm>
              <a:off x="1736753" y="567857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D457DE8B-31C2-7286-6D95-DF51E75A57D5}"/>
                </a:ext>
              </a:extLst>
            </p:cNvPr>
            <p:cNvSpPr/>
            <p:nvPr/>
          </p:nvSpPr>
          <p:spPr>
            <a:xfrm>
              <a:off x="2034523" y="659297"/>
              <a:ext cx="1026942" cy="2194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2" name="Shape 4">
            <a:extLst>
              <a:ext uri="{FF2B5EF4-FFF2-40B4-BE49-F238E27FC236}">
                <a16:creationId xmlns:a16="http://schemas.microsoft.com/office/drawing/2014/main" id="{8D9FD399-771B-D4A8-7773-C767775C131E}"/>
              </a:ext>
            </a:extLst>
          </p:cNvPr>
          <p:cNvSpPr/>
          <p:nvPr/>
        </p:nvSpPr>
        <p:spPr>
          <a:xfrm>
            <a:off x="0" y="640535"/>
            <a:ext cx="9144000" cy="450296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A09A83-C9F9-8D11-941E-D0A4300A37D8}"/>
              </a:ext>
            </a:extLst>
          </p:cNvPr>
          <p:cNvGrpSpPr/>
          <p:nvPr/>
        </p:nvGrpSpPr>
        <p:grpSpPr>
          <a:xfrm>
            <a:off x="2059388" y="383252"/>
            <a:ext cx="1644469" cy="248557"/>
            <a:chOff x="3464784" y="590731"/>
            <a:chExt cx="1644469" cy="384048"/>
          </a:xfrm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23922F79-19EB-4B0E-F6A7-8EEF5E9D6D2F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1FFB9EBF-63C7-7852-FB26-6A3DC578B179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 err="1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18" name="Shape 10">
            <a:extLst>
              <a:ext uri="{FF2B5EF4-FFF2-40B4-BE49-F238E27FC236}">
                <a16:creationId xmlns:a16="http://schemas.microsoft.com/office/drawing/2014/main" id="{61E56F8B-D509-5927-C263-2EC8BA810570}"/>
              </a:ext>
            </a:extLst>
          </p:cNvPr>
          <p:cNvSpPr/>
          <p:nvPr/>
        </p:nvSpPr>
        <p:spPr>
          <a:xfrm>
            <a:off x="494387" y="725825"/>
            <a:ext cx="5128688" cy="33670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1D9BE299-7A99-A14F-84EB-31FB7C137BBA}"/>
              </a:ext>
            </a:extLst>
          </p:cNvPr>
          <p:cNvSpPr/>
          <p:nvPr/>
        </p:nvSpPr>
        <p:spPr>
          <a:xfrm>
            <a:off x="627515" y="773469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터미널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8140C309-1164-19EC-7FFB-E0DBD412A218}"/>
              </a:ext>
            </a:extLst>
          </p:cNvPr>
          <p:cNvSpPr/>
          <p:nvPr/>
        </p:nvSpPr>
        <p:spPr>
          <a:xfrm>
            <a:off x="7284229" y="742299"/>
            <a:ext cx="775165" cy="298909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표</a:t>
            </a: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C1B274C3-8F4D-F8D7-1A6D-81A9B3848193}"/>
              </a:ext>
            </a:extLst>
          </p:cNvPr>
          <p:cNvSpPr/>
          <p:nvPr/>
        </p:nvSpPr>
        <p:spPr>
          <a:xfrm>
            <a:off x="8112785" y="742299"/>
            <a:ext cx="775165" cy="29890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챠트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85439AE6-102B-6023-E578-C8F267205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604" y="767842"/>
            <a:ext cx="93549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72000" tIns="36000" rIns="72000" bIns="36000" anchor="ctr">
            <a:no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T1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터미널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AutoShape 89">
            <a:extLst>
              <a:ext uri="{FF2B5EF4-FFF2-40B4-BE49-F238E27FC236}">
                <a16:creationId xmlns:a16="http://schemas.microsoft.com/office/drawing/2014/main" id="{BDCE8D5A-DC3D-6C5F-01AC-662C4EF52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115" y="773468"/>
            <a:ext cx="232984" cy="21129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72000" tIns="36000" rIns="72000" bIns="36000" anchor="ctr">
            <a:noAutofit/>
          </a:bodyPr>
          <a:lstStyle/>
          <a:p>
            <a:pPr algn="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∨</a:t>
            </a: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539BC12A-17B9-EF36-CF1A-2EF2090AFBC3}"/>
              </a:ext>
            </a:extLst>
          </p:cNvPr>
          <p:cNvSpPr/>
          <p:nvPr/>
        </p:nvSpPr>
        <p:spPr>
          <a:xfrm>
            <a:off x="2635867" y="779096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아일랜드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5" name="Rectangle 7">
            <a:extLst>
              <a:ext uri="{FF2B5EF4-FFF2-40B4-BE49-F238E27FC236}">
                <a16:creationId xmlns:a16="http://schemas.microsoft.com/office/drawing/2014/main" id="{4F54AFB5-6464-01F1-F8E1-5E8184252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316" y="77346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72000" tIns="36000" rIns="72000" bIns="36000" anchor="ctr">
            <a:no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A</a:t>
            </a:r>
          </a:p>
        </p:txBody>
      </p:sp>
      <p:sp>
        <p:nvSpPr>
          <p:cNvPr id="46" name="AutoShape 89">
            <a:extLst>
              <a:ext uri="{FF2B5EF4-FFF2-40B4-BE49-F238E27FC236}">
                <a16:creationId xmlns:a16="http://schemas.microsoft.com/office/drawing/2014/main" id="{5BC0AAA5-8D1B-ED14-7F6D-68A05CDC5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467" y="779095"/>
            <a:ext cx="232984" cy="21129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72000" tIns="36000" rIns="72000" bIns="36000" anchor="ctr">
            <a:noAutofit/>
          </a:bodyPr>
          <a:lstStyle/>
          <a:p>
            <a:pPr algn="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∨</a:t>
            </a: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793CBDF1-226D-DCC0-0CAE-78E6524A2AFC}"/>
              </a:ext>
            </a:extLst>
          </p:cNvPr>
          <p:cNvSpPr/>
          <p:nvPr/>
        </p:nvSpPr>
        <p:spPr>
          <a:xfrm>
            <a:off x="4989493" y="806683"/>
            <a:ext cx="442395" cy="205468"/>
          </a:xfrm>
          <a:prstGeom prst="roundRect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sz="800" b="1" dirty="0">
                <a:solidFill>
                  <a:schemeClr val="accent5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조회</a:t>
            </a:r>
            <a:endParaRPr lang="ko-KR" altLang="en-US" sz="1050" b="1" dirty="0">
              <a:solidFill>
                <a:schemeClr val="accent5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CFF12E39-167D-A8C7-A2A3-46BA01B7A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36"/>
          <a:stretch>
            <a:fillRect/>
          </a:stretch>
        </p:blipFill>
        <p:spPr>
          <a:xfrm>
            <a:off x="29914" y="1035681"/>
            <a:ext cx="8972297" cy="3885284"/>
          </a:xfrm>
          <a:prstGeom prst="rect">
            <a:avLst/>
          </a:prstGeom>
        </p:spPr>
      </p:pic>
      <p:sp>
        <p:nvSpPr>
          <p:cNvPr id="49" name="Shape 2">
            <a:extLst>
              <a:ext uri="{FF2B5EF4-FFF2-40B4-BE49-F238E27FC236}">
                <a16:creationId xmlns:a16="http://schemas.microsoft.com/office/drawing/2014/main" id="{9FD1E4E7-4FBE-2FF0-7AB4-58F65FA59ECE}"/>
              </a:ext>
            </a:extLst>
          </p:cNvPr>
          <p:cNvSpPr/>
          <p:nvPr/>
        </p:nvSpPr>
        <p:spPr>
          <a:xfrm>
            <a:off x="6455673" y="732631"/>
            <a:ext cx="775165" cy="298909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4472C4">
                    <a:lumMod val="50000"/>
                  </a:srgb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맵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806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916CE-11FB-0E3F-4264-A86E1690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FE9BF77C-EF80-C004-EA46-65F8603DAF53}"/>
              </a:ext>
            </a:extLst>
          </p:cNvPr>
          <p:cNvGrpSpPr/>
          <p:nvPr/>
        </p:nvGrpSpPr>
        <p:grpSpPr>
          <a:xfrm>
            <a:off x="0" y="-23610"/>
            <a:ext cx="9144000" cy="683849"/>
            <a:chOff x="3464784" y="490439"/>
            <a:chExt cx="1644469" cy="489798"/>
          </a:xfrm>
        </p:grpSpPr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1A6FEB06-916B-D23C-6963-29622B1F57E3}"/>
                </a:ext>
              </a:extLst>
            </p:cNvPr>
            <p:cNvSpPr/>
            <p:nvPr/>
          </p:nvSpPr>
          <p:spPr>
            <a:xfrm>
              <a:off x="3464784" y="490439"/>
              <a:ext cx="1644469" cy="4897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7F6FA369-C3F6-F10E-389C-27EA00EFFAF1}"/>
                </a:ext>
              </a:extLst>
            </p:cNvPr>
            <p:cNvSpPr/>
            <p:nvPr/>
          </p:nvSpPr>
          <p:spPr>
            <a:xfrm>
              <a:off x="3765041" y="621571"/>
              <a:ext cx="1026942" cy="101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000" b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일일 시뮬레이션</a:t>
              </a:r>
              <a:endParaRPr lang="en-US" sz="1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D91B89C-D15B-B9FA-F5D0-816FE2E169E7}"/>
              </a:ext>
            </a:extLst>
          </p:cNvPr>
          <p:cNvGrpSpPr/>
          <p:nvPr/>
        </p:nvGrpSpPr>
        <p:grpSpPr>
          <a:xfrm>
            <a:off x="3787419" y="383252"/>
            <a:ext cx="1644469" cy="248557"/>
            <a:chOff x="3464784" y="590731"/>
            <a:chExt cx="1644469" cy="38404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F1ED7FBD-A79E-34B2-4D29-B2C8A1B17138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8DC73104-1EBE-D479-65B7-378109BF638F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체크인카운터</a:t>
              </a:r>
              <a:endParaRPr lang="en-US" sz="950" b="1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45A61D4-54B2-C533-53A1-563B044EC526}"/>
              </a:ext>
            </a:extLst>
          </p:cNvPr>
          <p:cNvGrpSpPr/>
          <p:nvPr/>
        </p:nvGrpSpPr>
        <p:grpSpPr>
          <a:xfrm>
            <a:off x="5515450" y="383252"/>
            <a:ext cx="1644469" cy="248557"/>
            <a:chOff x="5251846" y="585216"/>
            <a:chExt cx="1644469" cy="38404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740802A9-E271-913C-0722-733917B8E21E}"/>
                </a:ext>
              </a:extLst>
            </p:cNvPr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2DFDE2FD-8B7A-DF42-6516-1A4282B8DB55}"/>
                </a:ext>
              </a:extLst>
            </p:cNvPr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F94BBEB-B565-836D-C0BC-5DCC65DD0655}"/>
              </a:ext>
            </a:extLst>
          </p:cNvPr>
          <p:cNvGrpSpPr/>
          <p:nvPr/>
        </p:nvGrpSpPr>
        <p:grpSpPr>
          <a:xfrm>
            <a:off x="7243481" y="383252"/>
            <a:ext cx="1644469" cy="248557"/>
            <a:chOff x="7336678" y="585216"/>
            <a:chExt cx="1644469" cy="384048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1ECBB1D9-67D8-F40D-E028-8C8DBA0711E1}"/>
                </a:ext>
              </a:extLst>
            </p:cNvPr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2ADEDF04-FAC2-24D4-2B95-CE91A4539B6C}"/>
                </a:ext>
              </a:extLst>
            </p:cNvPr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5C4ACE9-EED3-B369-3914-FACCCE477D63}"/>
              </a:ext>
            </a:extLst>
          </p:cNvPr>
          <p:cNvGrpSpPr/>
          <p:nvPr/>
        </p:nvGrpSpPr>
        <p:grpSpPr>
          <a:xfrm>
            <a:off x="331357" y="368448"/>
            <a:ext cx="1644469" cy="248557"/>
            <a:chOff x="1736753" y="567857"/>
            <a:chExt cx="1644469" cy="384048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5EBDA082-03D1-D56C-0361-F98125E51C9F}"/>
                </a:ext>
              </a:extLst>
            </p:cNvPr>
            <p:cNvSpPr/>
            <p:nvPr/>
          </p:nvSpPr>
          <p:spPr>
            <a:xfrm>
              <a:off x="1736753" y="567857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622F0B7A-9793-2100-9148-D785CEB7C56D}"/>
                </a:ext>
              </a:extLst>
            </p:cNvPr>
            <p:cNvSpPr/>
            <p:nvPr/>
          </p:nvSpPr>
          <p:spPr>
            <a:xfrm>
              <a:off x="2034523" y="659297"/>
              <a:ext cx="1026942" cy="2194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2" name="Shape 4">
            <a:extLst>
              <a:ext uri="{FF2B5EF4-FFF2-40B4-BE49-F238E27FC236}">
                <a16:creationId xmlns:a16="http://schemas.microsoft.com/office/drawing/2014/main" id="{70834124-F0EB-64FA-6FE1-8A26E84E113F}"/>
              </a:ext>
            </a:extLst>
          </p:cNvPr>
          <p:cNvSpPr/>
          <p:nvPr/>
        </p:nvSpPr>
        <p:spPr>
          <a:xfrm>
            <a:off x="0" y="640535"/>
            <a:ext cx="9144000" cy="450296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F3B8CFB-6745-CCA0-9FDF-76B43B815F14}"/>
              </a:ext>
            </a:extLst>
          </p:cNvPr>
          <p:cNvGrpSpPr/>
          <p:nvPr/>
        </p:nvGrpSpPr>
        <p:grpSpPr>
          <a:xfrm>
            <a:off x="2059388" y="383252"/>
            <a:ext cx="1644469" cy="248557"/>
            <a:chOff x="3464784" y="590731"/>
            <a:chExt cx="1644469" cy="384048"/>
          </a:xfrm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C524E141-9DD2-45A1-7659-DD236112292C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FA4D6DD0-D12B-7A03-86D4-93C35D41A7E2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 err="1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18" name="Shape 10">
            <a:extLst>
              <a:ext uri="{FF2B5EF4-FFF2-40B4-BE49-F238E27FC236}">
                <a16:creationId xmlns:a16="http://schemas.microsoft.com/office/drawing/2014/main" id="{E4A54087-D654-84EE-5E3E-3276D9BB500F}"/>
              </a:ext>
            </a:extLst>
          </p:cNvPr>
          <p:cNvSpPr/>
          <p:nvPr/>
        </p:nvSpPr>
        <p:spPr>
          <a:xfrm>
            <a:off x="494387" y="725825"/>
            <a:ext cx="5128688" cy="33670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F9A551A-3429-0107-B27A-5FDD2C1E9041}"/>
              </a:ext>
            </a:extLst>
          </p:cNvPr>
          <p:cNvSpPr/>
          <p:nvPr/>
        </p:nvSpPr>
        <p:spPr>
          <a:xfrm>
            <a:off x="627515" y="773469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터미널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5FDF70F6-9B6C-443A-499C-840CEE90DBE3}"/>
              </a:ext>
            </a:extLst>
          </p:cNvPr>
          <p:cNvSpPr/>
          <p:nvPr/>
        </p:nvSpPr>
        <p:spPr>
          <a:xfrm>
            <a:off x="7284229" y="742299"/>
            <a:ext cx="775165" cy="298909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표</a:t>
            </a:r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4F32C026-98B8-5411-71FB-9A54B27A3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604" y="767842"/>
            <a:ext cx="93549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72000" tIns="36000" rIns="72000" bIns="36000" anchor="ctr">
            <a:no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T1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터미널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AutoShape 89">
            <a:extLst>
              <a:ext uri="{FF2B5EF4-FFF2-40B4-BE49-F238E27FC236}">
                <a16:creationId xmlns:a16="http://schemas.microsoft.com/office/drawing/2014/main" id="{C6785CFB-145D-6B7E-4C41-D05FF177E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115" y="773468"/>
            <a:ext cx="232984" cy="21129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72000" tIns="36000" rIns="72000" bIns="36000" anchor="ctr">
            <a:noAutofit/>
          </a:bodyPr>
          <a:lstStyle/>
          <a:p>
            <a:pPr algn="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∨</a:t>
            </a: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F75EE3B6-18CD-5DDD-77C4-028681FD6941}"/>
              </a:ext>
            </a:extLst>
          </p:cNvPr>
          <p:cNvSpPr/>
          <p:nvPr/>
        </p:nvSpPr>
        <p:spPr>
          <a:xfrm>
            <a:off x="2635867" y="779096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아일랜드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5" name="Rectangle 7">
            <a:extLst>
              <a:ext uri="{FF2B5EF4-FFF2-40B4-BE49-F238E27FC236}">
                <a16:creationId xmlns:a16="http://schemas.microsoft.com/office/drawing/2014/main" id="{878D8E0C-1906-E91B-BE3A-679FDB501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316" y="773469"/>
            <a:ext cx="720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72000" tIns="36000" rIns="72000" bIns="36000" anchor="ctr">
            <a:no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A</a:t>
            </a:r>
          </a:p>
        </p:txBody>
      </p:sp>
      <p:sp>
        <p:nvSpPr>
          <p:cNvPr id="46" name="AutoShape 89">
            <a:extLst>
              <a:ext uri="{FF2B5EF4-FFF2-40B4-BE49-F238E27FC236}">
                <a16:creationId xmlns:a16="http://schemas.microsoft.com/office/drawing/2014/main" id="{653400B9-678E-89BE-AD8D-980579268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467" y="779095"/>
            <a:ext cx="232984" cy="21129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72000" tIns="36000" rIns="72000" bIns="36000" anchor="ctr">
            <a:noAutofit/>
          </a:bodyPr>
          <a:lstStyle/>
          <a:p>
            <a:pPr algn="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∨</a:t>
            </a: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E8D997D7-DB08-D117-D9DA-3D8D2115B527}"/>
              </a:ext>
            </a:extLst>
          </p:cNvPr>
          <p:cNvSpPr/>
          <p:nvPr/>
        </p:nvSpPr>
        <p:spPr>
          <a:xfrm>
            <a:off x="4989493" y="806683"/>
            <a:ext cx="442395" cy="205468"/>
          </a:xfrm>
          <a:prstGeom prst="roundRect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sz="800" b="1" dirty="0">
                <a:solidFill>
                  <a:schemeClr val="accent5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조회</a:t>
            </a:r>
            <a:endParaRPr lang="ko-KR" altLang="en-US" sz="1050" b="1" dirty="0">
              <a:solidFill>
                <a:schemeClr val="accent5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6D9CEFCF-1A54-5811-1493-EADA65FDE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36"/>
          <a:stretch>
            <a:fillRect/>
          </a:stretch>
        </p:blipFill>
        <p:spPr>
          <a:xfrm>
            <a:off x="29914" y="1035681"/>
            <a:ext cx="8972297" cy="3885284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29891BC9-6021-6BB4-E714-FD8CE4AB4D01}"/>
              </a:ext>
            </a:extLst>
          </p:cNvPr>
          <p:cNvSpPr/>
          <p:nvPr/>
        </p:nvSpPr>
        <p:spPr>
          <a:xfrm>
            <a:off x="6445714" y="742299"/>
            <a:ext cx="775165" cy="29890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맵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867E2F-E65C-EF4F-1E5D-CD1677E3E52C}"/>
              </a:ext>
            </a:extLst>
          </p:cNvPr>
          <p:cNvSpPr/>
          <p:nvPr/>
        </p:nvSpPr>
        <p:spPr>
          <a:xfrm>
            <a:off x="8128902" y="734871"/>
            <a:ext cx="775165" cy="298909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err="1">
                <a:solidFill>
                  <a:srgbClr val="4472C4">
                    <a:lumMod val="50000"/>
                  </a:srgb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챠트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9658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B4503-A54C-5910-FC58-99415E0A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0">
            <a:extLst>
              <a:ext uri="{FF2B5EF4-FFF2-40B4-BE49-F238E27FC236}">
                <a16:creationId xmlns:a16="http://schemas.microsoft.com/office/drawing/2014/main" id="{EF2E6BB1-8ADD-7DE7-C40C-547993EE2016}"/>
              </a:ext>
            </a:extLst>
          </p:cNvPr>
          <p:cNvSpPr/>
          <p:nvPr/>
        </p:nvSpPr>
        <p:spPr>
          <a:xfrm>
            <a:off x="165678" y="1233806"/>
            <a:ext cx="8887950" cy="265502"/>
          </a:xfrm>
          <a:prstGeom prst="roundRect">
            <a:avLst>
              <a:gd name="adj" fmla="val 354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5D020D8-3DAD-55BB-8A04-65761780F0F7}"/>
              </a:ext>
            </a:extLst>
          </p:cNvPr>
          <p:cNvGrpSpPr/>
          <p:nvPr/>
        </p:nvGrpSpPr>
        <p:grpSpPr>
          <a:xfrm>
            <a:off x="0" y="-23610"/>
            <a:ext cx="9144000" cy="683849"/>
            <a:chOff x="3464784" y="490439"/>
            <a:chExt cx="1644469" cy="489798"/>
          </a:xfrm>
        </p:grpSpPr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B682EAFF-E5F9-9200-B4BA-57B5DCE2BBDC}"/>
                </a:ext>
              </a:extLst>
            </p:cNvPr>
            <p:cNvSpPr/>
            <p:nvPr/>
          </p:nvSpPr>
          <p:spPr>
            <a:xfrm>
              <a:off x="3464784" y="490439"/>
              <a:ext cx="1644469" cy="4897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7267F7DE-E795-0417-671A-DC853A3999FF}"/>
                </a:ext>
              </a:extLst>
            </p:cNvPr>
            <p:cNvSpPr/>
            <p:nvPr/>
          </p:nvSpPr>
          <p:spPr>
            <a:xfrm>
              <a:off x="3765041" y="621571"/>
              <a:ext cx="1026942" cy="101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000" b="1" dirty="0">
                  <a:solidFill>
                    <a:srgbClr val="002060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일일 시뮬레이션</a:t>
              </a:r>
              <a:endParaRPr lang="en-US" sz="1000" b="1" dirty="0">
                <a:solidFill>
                  <a:srgbClr val="002060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A5F7139-FEE8-D5D3-2EC6-6337360F6B25}"/>
              </a:ext>
            </a:extLst>
          </p:cNvPr>
          <p:cNvGrpSpPr/>
          <p:nvPr/>
        </p:nvGrpSpPr>
        <p:grpSpPr>
          <a:xfrm>
            <a:off x="5515450" y="383252"/>
            <a:ext cx="1644469" cy="248557"/>
            <a:chOff x="5251846" y="585216"/>
            <a:chExt cx="1644469" cy="38404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DDE69C4F-9C27-64B1-830C-48735EC8B0EF}"/>
                </a:ext>
              </a:extLst>
            </p:cNvPr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b="1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6E118C5-B9CD-59AB-D2E2-E413758801E0}"/>
                </a:ext>
              </a:extLst>
            </p:cNvPr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b="1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D5515B9-EFCA-360F-E58B-2883C360050D}"/>
              </a:ext>
            </a:extLst>
          </p:cNvPr>
          <p:cNvGrpSpPr/>
          <p:nvPr/>
        </p:nvGrpSpPr>
        <p:grpSpPr>
          <a:xfrm>
            <a:off x="7243481" y="383252"/>
            <a:ext cx="1644469" cy="248557"/>
            <a:chOff x="7336678" y="585216"/>
            <a:chExt cx="1644469" cy="384048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085DAD13-C87D-BF55-E88D-898A200D8E1C}"/>
                </a:ext>
              </a:extLst>
            </p:cNvPr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B558F2B-B037-7E46-4083-461AAD6CF5FD}"/>
                </a:ext>
              </a:extLst>
            </p:cNvPr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93949AA-128E-9CC6-04E6-63E82E9661E6}"/>
              </a:ext>
            </a:extLst>
          </p:cNvPr>
          <p:cNvGrpSpPr/>
          <p:nvPr/>
        </p:nvGrpSpPr>
        <p:grpSpPr>
          <a:xfrm>
            <a:off x="331357" y="368448"/>
            <a:ext cx="1644469" cy="248557"/>
            <a:chOff x="1736753" y="567857"/>
            <a:chExt cx="1644469" cy="384048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00550C6E-1FDF-6267-CC91-8C38A7CB8238}"/>
                </a:ext>
              </a:extLst>
            </p:cNvPr>
            <p:cNvSpPr/>
            <p:nvPr/>
          </p:nvSpPr>
          <p:spPr>
            <a:xfrm>
              <a:off x="1736753" y="567857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E2DCD2D3-952A-CBFC-D6B6-F8D9B96BB6C8}"/>
                </a:ext>
              </a:extLst>
            </p:cNvPr>
            <p:cNvSpPr/>
            <p:nvPr/>
          </p:nvSpPr>
          <p:spPr>
            <a:xfrm>
              <a:off x="2034523" y="659297"/>
              <a:ext cx="1026942" cy="2194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2" name="Shape 4">
            <a:extLst>
              <a:ext uri="{FF2B5EF4-FFF2-40B4-BE49-F238E27FC236}">
                <a16:creationId xmlns:a16="http://schemas.microsoft.com/office/drawing/2014/main" id="{35D6B511-CD44-0594-7D5B-B307A0056245}"/>
              </a:ext>
            </a:extLst>
          </p:cNvPr>
          <p:cNvSpPr/>
          <p:nvPr/>
        </p:nvSpPr>
        <p:spPr>
          <a:xfrm>
            <a:off x="0" y="640535"/>
            <a:ext cx="9144000" cy="450296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1791EAD-BFC6-62D3-D09D-8B52BA469200}"/>
              </a:ext>
            </a:extLst>
          </p:cNvPr>
          <p:cNvGrpSpPr/>
          <p:nvPr/>
        </p:nvGrpSpPr>
        <p:grpSpPr>
          <a:xfrm>
            <a:off x="2059388" y="383252"/>
            <a:ext cx="1644469" cy="248557"/>
            <a:chOff x="3464784" y="590731"/>
            <a:chExt cx="1644469" cy="384048"/>
          </a:xfrm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B1E9E910-86A7-332F-284A-0CB866F01204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12C5D815-38FB-2FF4-47A4-68E268173652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 err="1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18" name="Shape 10">
            <a:extLst>
              <a:ext uri="{FF2B5EF4-FFF2-40B4-BE49-F238E27FC236}">
                <a16:creationId xmlns:a16="http://schemas.microsoft.com/office/drawing/2014/main" id="{827DB836-AAC4-98A7-00ED-1D93B2B9FE5D}"/>
              </a:ext>
            </a:extLst>
          </p:cNvPr>
          <p:cNvSpPr/>
          <p:nvPr/>
        </p:nvSpPr>
        <p:spPr>
          <a:xfrm>
            <a:off x="494387" y="725825"/>
            <a:ext cx="5128688" cy="33670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7E8AB163-C8CD-5AB5-3B23-363F5864ED2A}"/>
              </a:ext>
            </a:extLst>
          </p:cNvPr>
          <p:cNvSpPr/>
          <p:nvPr/>
        </p:nvSpPr>
        <p:spPr>
          <a:xfrm>
            <a:off x="627515" y="773469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터미널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02CA955E-3D03-3577-67B0-95987B4F9FCF}"/>
              </a:ext>
            </a:extLst>
          </p:cNvPr>
          <p:cNvSpPr/>
          <p:nvPr/>
        </p:nvSpPr>
        <p:spPr>
          <a:xfrm>
            <a:off x="7284229" y="742299"/>
            <a:ext cx="775165" cy="298909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표</a:t>
            </a: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2869F307-9486-2644-04C6-20809310A7AD}"/>
              </a:ext>
            </a:extLst>
          </p:cNvPr>
          <p:cNvSpPr/>
          <p:nvPr/>
        </p:nvSpPr>
        <p:spPr>
          <a:xfrm>
            <a:off x="6445714" y="742299"/>
            <a:ext cx="775165" cy="29890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맵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F18529D0-EED3-472C-EA43-1B185B2CC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604" y="767842"/>
            <a:ext cx="93549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72000" tIns="36000" rIns="72000" bIns="36000" anchor="ctr">
            <a:no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T1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터미널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AutoShape 89">
            <a:extLst>
              <a:ext uri="{FF2B5EF4-FFF2-40B4-BE49-F238E27FC236}">
                <a16:creationId xmlns:a16="http://schemas.microsoft.com/office/drawing/2014/main" id="{6908F7D9-A3B1-B8EC-E9CF-FEB80E448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115" y="773468"/>
            <a:ext cx="232984" cy="21129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lIns="72000" tIns="36000" rIns="72000" bIns="36000" anchor="ctr">
            <a:noAutofit/>
          </a:bodyPr>
          <a:lstStyle/>
          <a:p>
            <a:pPr algn="r"/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∨</a:t>
            </a: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EB1CCCD3-4856-DD0A-7C2F-B4EEC70E045C}"/>
              </a:ext>
            </a:extLst>
          </p:cNvPr>
          <p:cNvSpPr/>
          <p:nvPr/>
        </p:nvSpPr>
        <p:spPr>
          <a:xfrm>
            <a:off x="4989493" y="806683"/>
            <a:ext cx="442395" cy="205468"/>
          </a:xfrm>
          <a:prstGeom prst="roundRect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sz="800" b="1" dirty="0">
                <a:solidFill>
                  <a:schemeClr val="accent5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조회</a:t>
            </a:r>
            <a:endParaRPr lang="ko-KR" altLang="en-US" sz="1050" b="1" dirty="0">
              <a:solidFill>
                <a:schemeClr val="accent5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4203B748-A211-06FE-A197-08A9253DED78}"/>
              </a:ext>
            </a:extLst>
          </p:cNvPr>
          <p:cNvSpPr/>
          <p:nvPr/>
        </p:nvSpPr>
        <p:spPr>
          <a:xfrm>
            <a:off x="8128902" y="734871"/>
            <a:ext cx="775165" cy="298909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err="1">
                <a:solidFill>
                  <a:srgbClr val="4472C4">
                    <a:lumMod val="50000"/>
                  </a:srgb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챠트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ACF1E8-CE88-A0E8-E99C-01B34FB520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030"/>
          <a:stretch>
            <a:fillRect/>
          </a:stretch>
        </p:blipFill>
        <p:spPr>
          <a:xfrm>
            <a:off x="165678" y="1468319"/>
            <a:ext cx="8887950" cy="220686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67D9D90-2BCB-129E-01D4-07403EDD53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5" t="13013" r="5413" b="10238"/>
          <a:stretch>
            <a:fillRect/>
          </a:stretch>
        </p:blipFill>
        <p:spPr>
          <a:xfrm>
            <a:off x="162917" y="1238146"/>
            <a:ext cx="662940" cy="230174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BAD6878C-C3A2-B954-EF57-0D382CD720CF}"/>
              </a:ext>
            </a:extLst>
          </p:cNvPr>
          <p:cNvGrpSpPr/>
          <p:nvPr/>
        </p:nvGrpSpPr>
        <p:grpSpPr>
          <a:xfrm>
            <a:off x="3795676" y="383252"/>
            <a:ext cx="1644469" cy="248557"/>
            <a:chOff x="3464784" y="590731"/>
            <a:chExt cx="1644469" cy="384048"/>
          </a:xfrm>
        </p:grpSpPr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18895EB3-6BB9-7F44-6299-B1BC121F4E78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8CE212D0-BC4B-B007-D9FA-5ADC7F571105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 카운터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81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33DC-4A97-5F0A-1F7A-DD2ADEF3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9750E2B8-8521-B0D8-E1B3-9D6FEC03D341}"/>
              </a:ext>
            </a:extLst>
          </p:cNvPr>
          <p:cNvGrpSpPr/>
          <p:nvPr/>
        </p:nvGrpSpPr>
        <p:grpSpPr>
          <a:xfrm>
            <a:off x="366485" y="114300"/>
            <a:ext cx="1644469" cy="248557"/>
            <a:chOff x="424554" y="585216"/>
            <a:chExt cx="1644469" cy="384048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077862D0-9C8F-6F1E-9B80-E7FD3EBF1DB8}"/>
                </a:ext>
              </a:extLst>
            </p:cNvPr>
            <p:cNvSpPr/>
            <p:nvPr/>
          </p:nvSpPr>
          <p:spPr>
            <a:xfrm>
              <a:off x="424554" y="585216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669B89EE-9BBB-2833-80D6-B2B38C6FF4CB}"/>
                </a:ext>
              </a:extLst>
            </p:cNvPr>
            <p:cNvSpPr/>
            <p:nvPr/>
          </p:nvSpPr>
          <p:spPr>
            <a:xfrm>
              <a:off x="780380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</a:t>
              </a:r>
              <a:r>
                <a:rPr lang="en-US" sz="950" b="1" dirty="0" err="1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보기</a:t>
              </a:r>
              <a:endParaRPr lang="en-US" sz="950" b="1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3761D36-81D4-852D-D8DD-7FFC31C5D914}"/>
              </a:ext>
            </a:extLst>
          </p:cNvPr>
          <p:cNvGrpSpPr/>
          <p:nvPr/>
        </p:nvGrpSpPr>
        <p:grpSpPr>
          <a:xfrm>
            <a:off x="3822547" y="114300"/>
            <a:ext cx="1644469" cy="248557"/>
            <a:chOff x="3464784" y="590731"/>
            <a:chExt cx="1644469" cy="38404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0FD2FFD-F75A-3B3F-D9B0-781D10834710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14F9580C-A366-5D14-EB46-0E3CDCD42733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체크인카운터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A529EEB-38F9-DC75-A4CD-9460EF2AD732}"/>
              </a:ext>
            </a:extLst>
          </p:cNvPr>
          <p:cNvGrpSpPr/>
          <p:nvPr/>
        </p:nvGrpSpPr>
        <p:grpSpPr>
          <a:xfrm>
            <a:off x="5550578" y="114300"/>
            <a:ext cx="1644469" cy="248557"/>
            <a:chOff x="5251846" y="585216"/>
            <a:chExt cx="1644469" cy="38404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028F426E-CCB3-CFA9-8301-9AA8B15C0DF9}"/>
                </a:ext>
              </a:extLst>
            </p:cNvPr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218FAE5C-1D33-DA05-6C79-6EDAD4CEA87F}"/>
                </a:ext>
              </a:extLst>
            </p:cNvPr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8891E77-18BB-3071-8D24-BD14F62FEB13}"/>
              </a:ext>
            </a:extLst>
          </p:cNvPr>
          <p:cNvGrpSpPr/>
          <p:nvPr/>
        </p:nvGrpSpPr>
        <p:grpSpPr>
          <a:xfrm>
            <a:off x="7278609" y="114300"/>
            <a:ext cx="1644469" cy="248557"/>
            <a:chOff x="7336678" y="585216"/>
            <a:chExt cx="1644469" cy="384048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ED61CAC1-5F0D-9849-0F97-85ED74C46873}"/>
                </a:ext>
              </a:extLst>
            </p:cNvPr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B9975B35-0242-88D9-521C-E2E2546EB074}"/>
                </a:ext>
              </a:extLst>
            </p:cNvPr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12" name="Shape 10">
            <a:extLst>
              <a:ext uri="{FF2B5EF4-FFF2-40B4-BE49-F238E27FC236}">
                <a16:creationId xmlns:a16="http://schemas.microsoft.com/office/drawing/2014/main" id="{D4030CB9-FC87-D87B-848D-D047DB2C726A}"/>
              </a:ext>
            </a:extLst>
          </p:cNvPr>
          <p:cNvSpPr/>
          <p:nvPr/>
        </p:nvSpPr>
        <p:spPr>
          <a:xfrm>
            <a:off x="338328" y="417721"/>
            <a:ext cx="3579951" cy="33670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D6FEE35-F0F3-39DB-2D88-DF0BD98E0BC9}"/>
              </a:ext>
            </a:extLst>
          </p:cNvPr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solidFill>
            <a:srgbClr val="7F77DD">
              <a:alpha val="18000"/>
            </a:srgbClr>
          </a:solidFill>
          <a:ln w="12700">
            <a:solidFill>
              <a:srgbClr val="7F77D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5D9534E-5F31-EC05-1EDF-CD6F551F0500}"/>
              </a:ext>
            </a:extLst>
          </p:cNvPr>
          <p:cNvSpPr/>
          <p:nvPr/>
        </p:nvSpPr>
        <p:spPr>
          <a:xfrm>
            <a:off x="566928" y="14264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📊</a:t>
            </a:r>
            <a:endParaRPr lang="en-US" sz="1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012FB19-8B16-3FAB-7B13-453EAF036C49}"/>
              </a:ext>
            </a:extLst>
          </p:cNvPr>
          <p:cNvSpPr/>
          <p:nvPr/>
        </p:nvSpPr>
        <p:spPr>
          <a:xfrm>
            <a:off x="1188720" y="1353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실시간 여객 현황</a:t>
            </a:r>
            <a:endParaRPr lang="en-US" sz="13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1D8C29-5053-B667-1E8B-4F788C099383}"/>
              </a:ext>
            </a:extLst>
          </p:cNvPr>
          <p:cNvSpPr/>
          <p:nvPr/>
        </p:nvSpPr>
        <p:spPr>
          <a:xfrm>
            <a:off x="1188720" y="1719072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CAST / Xovis 듀얼 센서 비교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24H 시간대별 대기인원 추이 시각화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EDB0EBD-2F9E-C9B0-8849-5E8F83A21847}"/>
              </a:ext>
            </a:extLst>
          </p:cNvPr>
          <p:cNvSpPr/>
          <p:nvPr/>
        </p:nvSpPr>
        <p:spPr>
          <a:xfrm>
            <a:off x="314670" y="817231"/>
            <a:ext cx="861437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8201D9B-B1DB-2773-10CD-3FA8847683F7}"/>
              </a:ext>
            </a:extLst>
          </p:cNvPr>
          <p:cNvSpPr/>
          <p:nvPr/>
        </p:nvSpPr>
        <p:spPr>
          <a:xfrm>
            <a:off x="4974336" y="1371600"/>
            <a:ext cx="502920" cy="502920"/>
          </a:xfrm>
          <a:prstGeom prst="ellipse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00C498-9A5B-93C4-74DA-79A67CA52DC6}"/>
              </a:ext>
            </a:extLst>
          </p:cNvPr>
          <p:cNvSpPr/>
          <p:nvPr/>
        </p:nvSpPr>
        <p:spPr>
          <a:xfrm>
            <a:off x="4974336" y="14264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✅</a:t>
            </a:r>
            <a:endParaRPr lang="en-US" sz="1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398BA4D-CF79-F26F-75F4-40AA26D7C5FF}"/>
              </a:ext>
            </a:extLst>
          </p:cNvPr>
          <p:cNvSpPr/>
          <p:nvPr/>
        </p:nvSpPr>
        <p:spPr>
          <a:xfrm>
            <a:off x="5596128" y="1353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체크인카운터 모니터링</a:t>
            </a:r>
            <a:endParaRPr lang="en-US" sz="13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8895A6B-15C1-D3B8-A00C-3B7CF334E18E}"/>
              </a:ext>
            </a:extLst>
          </p:cNvPr>
          <p:cNvSpPr/>
          <p:nvPr/>
        </p:nvSpPr>
        <p:spPr>
          <a:xfrm>
            <a:off x="5596128" y="1719072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아일랜드 A~D · 카운터별 혼잡도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여유 · 혼잡 · 마감 3단계 표시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ACE5B34-4C5B-67F8-5D2E-128B42CCF7F8}"/>
              </a:ext>
            </a:extLst>
          </p:cNvPr>
          <p:cNvSpPr/>
          <p:nvPr/>
        </p:nvSpPr>
        <p:spPr>
          <a:xfrm>
            <a:off x="365760" y="2980944"/>
            <a:ext cx="422452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7600CDE-A39C-850D-F0A5-20E29F63242E}"/>
              </a:ext>
            </a:extLst>
          </p:cNvPr>
          <p:cNvSpPr/>
          <p:nvPr/>
        </p:nvSpPr>
        <p:spPr>
          <a:xfrm>
            <a:off x="566928" y="3182112"/>
            <a:ext cx="502920" cy="502920"/>
          </a:xfrm>
          <a:prstGeom prst="ellipse">
            <a:avLst/>
          </a:prstGeom>
          <a:solidFill>
            <a:srgbClr val="1D9E75">
              <a:alpha val="18000"/>
            </a:srgbClr>
          </a:solidFill>
          <a:ln w="12700">
            <a:solidFill>
              <a:srgbClr val="1D9E7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A4EA68B-B599-3BD8-17E4-97E82FE191F2}"/>
              </a:ext>
            </a:extLst>
          </p:cNvPr>
          <p:cNvSpPr/>
          <p:nvPr/>
        </p:nvSpPr>
        <p:spPr>
          <a:xfrm>
            <a:off x="566928" y="32369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🚪</a:t>
            </a:r>
            <a:endParaRPr lang="en-US" sz="1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B71F63B-025E-292A-8972-825AAADE750E}"/>
              </a:ext>
            </a:extLst>
          </p:cNvPr>
          <p:cNvSpPr/>
          <p:nvPr/>
        </p:nvSpPr>
        <p:spPr>
          <a:xfrm>
            <a:off x="1188720" y="31638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출국장 혼잡도 예측</a:t>
            </a:r>
            <a:endParaRPr lang="en-US" sz="13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73FA463-5A57-EFCF-E516-00E625B92C89}"/>
              </a:ext>
            </a:extLst>
          </p:cNvPr>
          <p:cNvSpPr/>
          <p:nvPr/>
        </p:nvSpPr>
        <p:spPr>
          <a:xfrm>
            <a:off x="1188720" y="3529584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게이트 1~4번 대기인원 실시간 추적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100명 초과 시 자동 경보 발령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2B354E6-9670-FCB6-00FE-D3BF9FB09A77}"/>
              </a:ext>
            </a:extLst>
          </p:cNvPr>
          <p:cNvSpPr/>
          <p:nvPr/>
        </p:nvSpPr>
        <p:spPr>
          <a:xfrm>
            <a:off x="4773168" y="2980944"/>
            <a:ext cx="422452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01A7697-4D6F-73B4-968E-A5DCD121A108}"/>
              </a:ext>
            </a:extLst>
          </p:cNvPr>
          <p:cNvSpPr/>
          <p:nvPr/>
        </p:nvSpPr>
        <p:spPr>
          <a:xfrm>
            <a:off x="4974336" y="3182112"/>
            <a:ext cx="502920" cy="50292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4E7A09B-C096-3A85-0E99-9911088B7B49}"/>
              </a:ext>
            </a:extLst>
          </p:cNvPr>
          <p:cNvSpPr/>
          <p:nvPr/>
        </p:nvSpPr>
        <p:spPr>
          <a:xfrm>
            <a:off x="4974336" y="32369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⚡</a:t>
            </a:r>
            <a:endParaRPr lang="en-US" sz="18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EB63B83-9CC4-9D15-D719-9C025F8C4D90}"/>
              </a:ext>
            </a:extLst>
          </p:cNvPr>
          <p:cNvSpPr/>
          <p:nvPr/>
        </p:nvSpPr>
        <p:spPr>
          <a:xfrm>
            <a:off x="5596128" y="31638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4종 시나리오 시뮬레이션</a:t>
            </a:r>
            <a:endParaRPr lang="en-US" sz="13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FFA7598-8FD2-F1F5-1F2F-1B6479758A3F}"/>
              </a:ext>
            </a:extLst>
          </p:cNvPr>
          <p:cNvSpPr/>
          <p:nvPr/>
        </p:nvSpPr>
        <p:spPr>
          <a:xfrm>
            <a:off x="5596128" y="3529584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여객최소·체크인혼잡·출국혼잡·보안혼잡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버튼 전환으로 즉각 데이터 업데이트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EDF7EE6-09AF-B4B8-338F-A71B77756112}"/>
              </a:ext>
            </a:extLst>
          </p:cNvPr>
          <p:cNvGrpSpPr/>
          <p:nvPr/>
        </p:nvGrpSpPr>
        <p:grpSpPr>
          <a:xfrm>
            <a:off x="2094516" y="114300"/>
            <a:ext cx="1644469" cy="248557"/>
            <a:chOff x="3464784" y="590731"/>
            <a:chExt cx="1644469" cy="384048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EDB8ACB2-168F-ED70-41B1-EFA8399DD0CF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2F0F0DE6-D17C-A0B4-DCEA-A6583D7A7B23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 err="1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43" name="Text 18">
            <a:extLst>
              <a:ext uri="{FF2B5EF4-FFF2-40B4-BE49-F238E27FC236}">
                <a16:creationId xmlns:a16="http://schemas.microsoft.com/office/drawing/2014/main" id="{EC51440D-A58B-6807-D8DD-FBB29B475682}"/>
              </a:ext>
            </a:extLst>
          </p:cNvPr>
          <p:cNvSpPr/>
          <p:nvPr/>
        </p:nvSpPr>
        <p:spPr>
          <a:xfrm>
            <a:off x="471456" y="450125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기준일자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E5754BD0-476C-8784-0815-0D7E10139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47" y="467714"/>
            <a:ext cx="1028789" cy="213378"/>
          </a:xfrm>
          <a:prstGeom prst="rect">
            <a:avLst/>
          </a:prstGeom>
        </p:spPr>
      </p:pic>
      <p:sp>
        <p:nvSpPr>
          <p:cNvPr id="47" name="Shape 16">
            <a:extLst>
              <a:ext uri="{FF2B5EF4-FFF2-40B4-BE49-F238E27FC236}">
                <a16:creationId xmlns:a16="http://schemas.microsoft.com/office/drawing/2014/main" id="{E23C89A6-B494-F425-F2EB-4D5A2A9FB379}"/>
              </a:ext>
            </a:extLst>
          </p:cNvPr>
          <p:cNvSpPr/>
          <p:nvPr/>
        </p:nvSpPr>
        <p:spPr>
          <a:xfrm>
            <a:off x="2087445" y="468830"/>
            <a:ext cx="442395" cy="205468"/>
          </a:xfrm>
          <a:prstGeom prst="roundRect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sz="800" b="1" dirty="0">
                <a:solidFill>
                  <a:schemeClr val="accent5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조회</a:t>
            </a:r>
            <a:endParaRPr lang="ko-KR" altLang="en-US" sz="1050" b="1" dirty="0">
              <a:solidFill>
                <a:schemeClr val="accent5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B0ED1317-3A0F-297E-4C02-F4F4659173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3" t="16287" r="4391" b="12860"/>
          <a:stretch>
            <a:fillRect/>
          </a:stretch>
        </p:blipFill>
        <p:spPr>
          <a:xfrm>
            <a:off x="2575706" y="457200"/>
            <a:ext cx="1342573" cy="288596"/>
          </a:xfrm>
          <a:prstGeom prst="rect">
            <a:avLst/>
          </a:prstGeom>
        </p:spPr>
      </p:pic>
      <p:sp>
        <p:nvSpPr>
          <p:cNvPr id="50" name="Shape 2">
            <a:extLst>
              <a:ext uri="{FF2B5EF4-FFF2-40B4-BE49-F238E27FC236}">
                <a16:creationId xmlns:a16="http://schemas.microsoft.com/office/drawing/2014/main" id="{47235165-236A-3B56-4F21-9703950EE6A7}"/>
              </a:ext>
            </a:extLst>
          </p:cNvPr>
          <p:cNvSpPr/>
          <p:nvPr/>
        </p:nvSpPr>
        <p:spPr>
          <a:xfrm>
            <a:off x="5550485" y="426329"/>
            <a:ext cx="782128" cy="3909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ko-KR" altLang="en-US" sz="800" b="1" dirty="0">
                <a:solidFill>
                  <a:schemeClr val="accent3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터미널 내  </a:t>
            </a:r>
            <a:endParaRPr lang="en-US" altLang="ko-KR" sz="800" b="1" dirty="0">
              <a:solidFill>
                <a:schemeClr val="accent3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algn="ctr"/>
            <a:r>
              <a:rPr lang="ko-KR" altLang="en-US" sz="800" b="1" dirty="0">
                <a:solidFill>
                  <a:schemeClr val="accent3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최대 여객 시점</a:t>
            </a:r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677E7559-F655-1AD7-5D01-9D45FC4D39B6}"/>
              </a:ext>
            </a:extLst>
          </p:cNvPr>
          <p:cNvSpPr/>
          <p:nvPr/>
        </p:nvSpPr>
        <p:spPr>
          <a:xfrm>
            <a:off x="6415961" y="426329"/>
            <a:ext cx="782128" cy="390901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체크인 카운터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EF28185D-A740-0649-30DB-8ED1AED5DF18}"/>
              </a:ext>
            </a:extLst>
          </p:cNvPr>
          <p:cNvSpPr/>
          <p:nvPr/>
        </p:nvSpPr>
        <p:spPr>
          <a:xfrm>
            <a:off x="7281437" y="426329"/>
            <a:ext cx="782128" cy="390901"/>
          </a:xfrm>
          <a:prstGeom prst="rect">
            <a:avLst/>
          </a:prstGeom>
          <a:solidFill>
            <a:srgbClr val="D6EEE6"/>
          </a:solidFill>
          <a:ln w="12700">
            <a:solidFill>
              <a:srgbClr val="C5E6DC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출국장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FFB2D954-8FC2-CF18-60EC-B795F65C5207}"/>
              </a:ext>
            </a:extLst>
          </p:cNvPr>
          <p:cNvSpPr/>
          <p:nvPr/>
        </p:nvSpPr>
        <p:spPr>
          <a:xfrm>
            <a:off x="8146914" y="426329"/>
            <a:ext cx="782128" cy="390901"/>
          </a:xfrm>
          <a:prstGeom prst="rect">
            <a:avLst/>
          </a:prstGeom>
          <a:solidFill>
            <a:srgbClr val="FDEED3"/>
          </a:solidFill>
          <a:ln w="12700">
            <a:solidFill>
              <a:srgbClr val="FBDBA5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보안검색대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6" name="Shape 5">
            <a:extLst>
              <a:ext uri="{FF2B5EF4-FFF2-40B4-BE49-F238E27FC236}">
                <a16:creationId xmlns:a16="http://schemas.microsoft.com/office/drawing/2014/main" id="{5A9C72F3-A5ED-6BD5-9651-4F36A97156C9}"/>
              </a:ext>
            </a:extLst>
          </p:cNvPr>
          <p:cNvSpPr/>
          <p:nvPr/>
        </p:nvSpPr>
        <p:spPr>
          <a:xfrm>
            <a:off x="3983592" y="438145"/>
            <a:ext cx="1483423" cy="3521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D222110A-00BD-10F8-DE3E-504A4F8E5143}"/>
              </a:ext>
            </a:extLst>
          </p:cNvPr>
          <p:cNvSpPr/>
          <p:nvPr/>
        </p:nvSpPr>
        <p:spPr>
          <a:xfrm>
            <a:off x="4075033" y="474721"/>
            <a:ext cx="612648" cy="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총 운항편수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74722F25-D02F-6E92-4705-8BF9C4B09B7B}"/>
              </a:ext>
            </a:extLst>
          </p:cNvPr>
          <p:cNvSpPr/>
          <p:nvPr/>
        </p:nvSpPr>
        <p:spPr>
          <a:xfrm>
            <a:off x="4154860" y="595217"/>
            <a:ext cx="612648" cy="195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72편</a:t>
            </a:r>
            <a:endParaRPr lang="en-US" sz="1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ABC20A8D-C064-9FAD-4FEE-106826921918}"/>
              </a:ext>
            </a:extLst>
          </p:cNvPr>
          <p:cNvSpPr/>
          <p:nvPr/>
        </p:nvSpPr>
        <p:spPr>
          <a:xfrm>
            <a:off x="4824906" y="465061"/>
            <a:ext cx="612648" cy="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총 </a:t>
            </a:r>
            <a:r>
              <a:rPr lang="ko-KR" altLang="en-US" sz="8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여객</a:t>
            </a:r>
            <a:r>
              <a:rPr lang="en-US" sz="850" dirty="0">
                <a:solidFill>
                  <a:srgbClr val="64748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수</a:t>
            </a:r>
            <a:endParaRPr lang="en-US" sz="8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D2458478-A4E5-5AE5-148C-73D6ED5AFB0B}"/>
              </a:ext>
            </a:extLst>
          </p:cNvPr>
          <p:cNvSpPr/>
          <p:nvPr/>
        </p:nvSpPr>
        <p:spPr>
          <a:xfrm>
            <a:off x="4824906" y="585557"/>
            <a:ext cx="612648" cy="195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77DD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6,800</a:t>
            </a:r>
            <a:r>
              <a:rPr lang="ko-KR" altLang="en-US" sz="1200" b="1" dirty="0">
                <a:solidFill>
                  <a:srgbClr val="7F77DD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명</a:t>
            </a:r>
            <a:endParaRPr lang="en-US" sz="12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4991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269480" y="146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터미널에 여객수가 가장 없을 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운항편수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6032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여객수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여객수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6656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여객수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1,900명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1591056"/>
          <a:ext cx="4224528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4681728" y="1591056"/>
          <a:ext cx="4096512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36576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E1F5EE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45720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체크인카운터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5720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13개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46888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E1F5EE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256032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체크인카운터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560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12개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7200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E1F5EE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466344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출국장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66344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6개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67512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E1F5EE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676656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출국장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76656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5개</a:t>
            </a:r>
            <a:endParaRPr lang="en-US" sz="1000" dirty="0"/>
          </a:p>
        </p:txBody>
      </p:sp>
      <p:graphicFrame>
        <p:nvGraphicFramePr>
          <p:cNvPr id="33" name="Chart 2"/>
          <p:cNvGraphicFramePr/>
          <p:nvPr/>
        </p:nvGraphicFramePr>
        <p:xfrm>
          <a:off x="365760" y="3959352"/>
          <a:ext cx="8412480" cy="896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Shape 29"/>
          <p:cNvSpPr/>
          <p:nvPr/>
        </p:nvSpPr>
        <p:spPr>
          <a:xfrm>
            <a:off x="365760" y="4837176"/>
            <a:ext cx="8412480" cy="256032"/>
          </a:xfrm>
          <a:prstGeom prst="roundRect">
            <a:avLst>
              <a:gd name="adj" fmla="val 21429"/>
            </a:avLst>
          </a:prstGeom>
          <a:solidFill>
            <a:srgbClr val="E1F5EE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502920" y="48554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모든 구역 원활 — 대기 시간 정상 수준입니다.</a:t>
            </a:r>
            <a:endParaRPr lang="en-US" sz="95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42D9262-D6F1-8EB0-2746-23BFDBDBD9FC}"/>
              </a:ext>
            </a:extLst>
          </p:cNvPr>
          <p:cNvGrpSpPr/>
          <p:nvPr/>
        </p:nvGrpSpPr>
        <p:grpSpPr>
          <a:xfrm>
            <a:off x="366485" y="114300"/>
            <a:ext cx="1644469" cy="248557"/>
            <a:chOff x="424554" y="585216"/>
            <a:chExt cx="1644469" cy="384048"/>
          </a:xfrm>
        </p:grpSpPr>
        <p:sp>
          <p:nvSpPr>
            <p:cNvPr id="37" name="Shape 2">
              <a:extLst>
                <a:ext uri="{FF2B5EF4-FFF2-40B4-BE49-F238E27FC236}">
                  <a16:creationId xmlns:a16="http://schemas.microsoft.com/office/drawing/2014/main" id="{93DAC1B6-573C-EAFA-AD9D-5FD6E73ADF7F}"/>
                </a:ext>
              </a:extLst>
            </p:cNvPr>
            <p:cNvSpPr/>
            <p:nvPr/>
          </p:nvSpPr>
          <p:spPr>
            <a:xfrm>
              <a:off x="424554" y="585216"/>
              <a:ext cx="1644469" cy="384048"/>
            </a:xfrm>
            <a:prstGeom prst="rect">
              <a:avLst/>
            </a:prstGeom>
            <a:solidFill>
              <a:srgbClr val="2D2870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38" name="Text 3">
              <a:extLst>
                <a:ext uri="{FF2B5EF4-FFF2-40B4-BE49-F238E27FC236}">
                  <a16:creationId xmlns:a16="http://schemas.microsoft.com/office/drawing/2014/main" id="{F8A7B36D-9E0D-F3CA-D467-470D3BD9185F}"/>
                </a:ext>
              </a:extLst>
            </p:cNvPr>
            <p:cNvSpPr/>
            <p:nvPr/>
          </p:nvSpPr>
          <p:spPr>
            <a:xfrm>
              <a:off x="780380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요약 </a:t>
              </a:r>
              <a:r>
                <a:rPr lang="en-US" sz="950" b="1" dirty="0" err="1">
                  <a:solidFill>
                    <a:srgbClr val="FFFFFF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보기</a:t>
              </a:r>
              <a:endParaRPr lang="en-US" sz="950" b="1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CFC9B46-A84A-2A21-670A-4A2D952BC05D}"/>
              </a:ext>
            </a:extLst>
          </p:cNvPr>
          <p:cNvGrpSpPr/>
          <p:nvPr/>
        </p:nvGrpSpPr>
        <p:grpSpPr>
          <a:xfrm>
            <a:off x="3822547" y="114300"/>
            <a:ext cx="1644469" cy="248557"/>
            <a:chOff x="3464784" y="590731"/>
            <a:chExt cx="1644469" cy="384048"/>
          </a:xfrm>
        </p:grpSpPr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33EE1EED-97BA-C64E-0EEC-8F8520BF3D6A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4449F3AF-6E5A-D36F-A8CC-BC11EE780120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체크인카운터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BA13E20-B40E-2FC8-B2F6-164B24BE4FA4}"/>
              </a:ext>
            </a:extLst>
          </p:cNvPr>
          <p:cNvGrpSpPr/>
          <p:nvPr/>
        </p:nvGrpSpPr>
        <p:grpSpPr>
          <a:xfrm>
            <a:off x="5550578" y="114300"/>
            <a:ext cx="1644469" cy="248557"/>
            <a:chOff x="5251846" y="585216"/>
            <a:chExt cx="1644469" cy="384048"/>
          </a:xfrm>
        </p:grpSpPr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C60AEBC-B716-9298-AB23-94B2B7250195}"/>
                </a:ext>
              </a:extLst>
            </p:cNvPr>
            <p:cNvSpPr/>
            <p:nvPr/>
          </p:nvSpPr>
          <p:spPr>
            <a:xfrm>
              <a:off x="5251846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4" name="Text 7">
              <a:extLst>
                <a:ext uri="{FF2B5EF4-FFF2-40B4-BE49-F238E27FC236}">
                  <a16:creationId xmlns:a16="http://schemas.microsoft.com/office/drawing/2014/main" id="{975961B0-61AE-918D-F7AB-801E907CF2A7}"/>
                </a:ext>
              </a:extLst>
            </p:cNvPr>
            <p:cNvSpPr/>
            <p:nvPr/>
          </p:nvSpPr>
          <p:spPr>
            <a:xfrm>
              <a:off x="5607672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셀프체크인/백드롭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636E4D0-E0B0-F9F8-C644-F322754C7592}"/>
              </a:ext>
            </a:extLst>
          </p:cNvPr>
          <p:cNvGrpSpPr/>
          <p:nvPr/>
        </p:nvGrpSpPr>
        <p:grpSpPr>
          <a:xfrm>
            <a:off x="7278609" y="114300"/>
            <a:ext cx="1644469" cy="248557"/>
            <a:chOff x="7336678" y="585216"/>
            <a:chExt cx="1644469" cy="384048"/>
          </a:xfrm>
        </p:grpSpPr>
        <p:sp>
          <p:nvSpPr>
            <p:cNvPr id="46" name="Shape 8">
              <a:extLst>
                <a:ext uri="{FF2B5EF4-FFF2-40B4-BE49-F238E27FC236}">
                  <a16:creationId xmlns:a16="http://schemas.microsoft.com/office/drawing/2014/main" id="{5C7DB39F-988C-A03E-E30C-CEE8270E5802}"/>
                </a:ext>
              </a:extLst>
            </p:cNvPr>
            <p:cNvSpPr/>
            <p:nvPr/>
          </p:nvSpPr>
          <p:spPr>
            <a:xfrm>
              <a:off x="7336678" y="585216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47" name="Text 9">
              <a:extLst>
                <a:ext uri="{FF2B5EF4-FFF2-40B4-BE49-F238E27FC236}">
                  <a16:creationId xmlns:a16="http://schemas.microsoft.com/office/drawing/2014/main" id="{81447BFB-10FE-E83F-8A18-ADDCB02E1F38}"/>
                </a:ext>
              </a:extLst>
            </p:cNvPr>
            <p:cNvSpPr/>
            <p:nvPr/>
          </p:nvSpPr>
          <p:spPr>
            <a:xfrm>
              <a:off x="7692504" y="676656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출국장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48" name="Shape 10">
            <a:extLst>
              <a:ext uri="{FF2B5EF4-FFF2-40B4-BE49-F238E27FC236}">
                <a16:creationId xmlns:a16="http://schemas.microsoft.com/office/drawing/2014/main" id="{03E7DC19-0771-B456-BC56-A8AFCAFEF14D}"/>
              </a:ext>
            </a:extLst>
          </p:cNvPr>
          <p:cNvSpPr/>
          <p:nvPr/>
        </p:nvSpPr>
        <p:spPr>
          <a:xfrm>
            <a:off x="338328" y="417721"/>
            <a:ext cx="4030471" cy="33670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3D6DAE5-ADAF-FBB4-3859-10E85DF3AB6E}"/>
              </a:ext>
            </a:extLst>
          </p:cNvPr>
          <p:cNvGrpSpPr/>
          <p:nvPr/>
        </p:nvGrpSpPr>
        <p:grpSpPr>
          <a:xfrm>
            <a:off x="2094516" y="114300"/>
            <a:ext cx="1644469" cy="248557"/>
            <a:chOff x="3464784" y="590731"/>
            <a:chExt cx="1644469" cy="384048"/>
          </a:xfrm>
        </p:grpSpPr>
        <p:sp>
          <p:nvSpPr>
            <p:cNvPr id="50" name="Shape 4">
              <a:extLst>
                <a:ext uri="{FF2B5EF4-FFF2-40B4-BE49-F238E27FC236}">
                  <a16:creationId xmlns:a16="http://schemas.microsoft.com/office/drawing/2014/main" id="{68D93D1C-0BAA-9C31-9584-7F9F15C2C0CC}"/>
                </a:ext>
              </a:extLst>
            </p:cNvPr>
            <p:cNvSpPr/>
            <p:nvPr/>
          </p:nvSpPr>
          <p:spPr>
            <a:xfrm>
              <a:off x="3464784" y="590731"/>
              <a:ext cx="1644469" cy="384048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51" name="Text 5">
              <a:extLst>
                <a:ext uri="{FF2B5EF4-FFF2-40B4-BE49-F238E27FC236}">
                  <a16:creationId xmlns:a16="http://schemas.microsoft.com/office/drawing/2014/main" id="{0E278E2C-25AF-37E6-52B8-7AFFC0CADE10}"/>
                </a:ext>
              </a:extLst>
            </p:cNvPr>
            <p:cNvSpPr/>
            <p:nvPr/>
          </p:nvSpPr>
          <p:spPr>
            <a:xfrm>
              <a:off x="3762554" y="682171"/>
              <a:ext cx="102694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dirty="0" err="1">
                  <a:solidFill>
                    <a:srgbClr val="64748B"/>
                  </a:solidFill>
                  <a:latin typeface="Rix고딕 L" panose="02020603020101020101" pitchFamily="18" charset="-127"/>
                  <a:ea typeface="Rix고딕 L" panose="02020603020101020101" pitchFamily="18" charset="-127"/>
                  <a:cs typeface="Arial" pitchFamily="34" charset="-120"/>
                </a:rPr>
                <a:t>맵형태보기</a:t>
              </a:r>
              <a:endParaRPr lang="en-US" sz="950" dirty="0"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52" name="Text 18">
            <a:extLst>
              <a:ext uri="{FF2B5EF4-FFF2-40B4-BE49-F238E27FC236}">
                <a16:creationId xmlns:a16="http://schemas.microsoft.com/office/drawing/2014/main" id="{1CA02D8A-C105-AD1D-6FCB-66598F479955}"/>
              </a:ext>
            </a:extLst>
          </p:cNvPr>
          <p:cNvSpPr/>
          <p:nvPr/>
        </p:nvSpPr>
        <p:spPr>
          <a:xfrm>
            <a:off x="471456" y="450125"/>
            <a:ext cx="598392" cy="24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E293B"/>
                </a:solidFill>
                <a:latin typeface="Rix고딕 L" panose="02020603020101020101" pitchFamily="18" charset="-127"/>
                <a:ea typeface="Rix고딕 L" panose="02020603020101020101" pitchFamily="18" charset="-127"/>
                <a:cs typeface="Arial" pitchFamily="34" charset="-120"/>
              </a:rPr>
              <a:t>기준일자</a:t>
            </a:r>
            <a:endParaRPr lang="en-US" sz="10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669B2E98-B8AB-2714-E4B1-6A0ACA253E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647" y="467714"/>
            <a:ext cx="1028789" cy="213378"/>
          </a:xfrm>
          <a:prstGeom prst="rect">
            <a:avLst/>
          </a:prstGeom>
        </p:spPr>
      </p:pic>
      <p:sp>
        <p:nvSpPr>
          <p:cNvPr id="54" name="Shape 16">
            <a:extLst>
              <a:ext uri="{FF2B5EF4-FFF2-40B4-BE49-F238E27FC236}">
                <a16:creationId xmlns:a16="http://schemas.microsoft.com/office/drawing/2014/main" id="{50703C2C-9437-B9F4-F66B-6EAF1082623C}"/>
              </a:ext>
            </a:extLst>
          </p:cNvPr>
          <p:cNvSpPr/>
          <p:nvPr/>
        </p:nvSpPr>
        <p:spPr>
          <a:xfrm>
            <a:off x="2322576" y="475624"/>
            <a:ext cx="442395" cy="205468"/>
          </a:xfrm>
          <a:prstGeom prst="roundRect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ko-KR" altLang="en-US" sz="800" b="1" dirty="0">
                <a:solidFill>
                  <a:schemeClr val="accent5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조회</a:t>
            </a:r>
            <a:endParaRPr lang="ko-KR" altLang="en-US" sz="1050" b="1" dirty="0">
              <a:solidFill>
                <a:schemeClr val="accent5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D84F6A73-3026-11BD-F8F2-426DF61610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583" t="16287" r="4391" b="12860"/>
          <a:stretch>
            <a:fillRect/>
          </a:stretch>
        </p:blipFill>
        <p:spPr>
          <a:xfrm>
            <a:off x="2961235" y="450125"/>
            <a:ext cx="1342573" cy="288596"/>
          </a:xfrm>
          <a:prstGeom prst="rect">
            <a:avLst/>
          </a:prstGeom>
        </p:spPr>
      </p:pic>
      <p:sp>
        <p:nvSpPr>
          <p:cNvPr id="56" name="Shape 2">
            <a:extLst>
              <a:ext uri="{FF2B5EF4-FFF2-40B4-BE49-F238E27FC236}">
                <a16:creationId xmlns:a16="http://schemas.microsoft.com/office/drawing/2014/main" id="{87AB8716-E2CB-0E48-A2B1-2F92F21D4AC1}"/>
              </a:ext>
            </a:extLst>
          </p:cNvPr>
          <p:cNvSpPr/>
          <p:nvPr/>
        </p:nvSpPr>
        <p:spPr>
          <a:xfrm>
            <a:off x="4414664" y="412337"/>
            <a:ext cx="1102022" cy="3474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 lIns="0" tIns="0" rIns="0" bIns="0" anchor="ctr" anchorCtr="0"/>
          <a:lstStyle/>
          <a:p>
            <a:pPr algn="ctr"/>
            <a:r>
              <a:rPr lang="ko-KR" altLang="en-US" sz="1000" b="1" dirty="0">
                <a:solidFill>
                  <a:schemeClr val="accent3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터미널 내  </a:t>
            </a:r>
            <a:endParaRPr lang="en-US" altLang="ko-KR" sz="1000" b="1" dirty="0">
              <a:solidFill>
                <a:schemeClr val="accent3">
                  <a:lumMod val="50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algn="ctr"/>
            <a:r>
              <a:rPr lang="ko-KR" altLang="en-US" sz="1000" b="1" dirty="0">
                <a:solidFill>
                  <a:schemeClr val="accent3">
                    <a:lumMod val="50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최대 여객 시점</a:t>
            </a:r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78FE3DCA-08D3-60E7-0713-4BB6F3556C62}"/>
              </a:ext>
            </a:extLst>
          </p:cNvPr>
          <p:cNvSpPr/>
          <p:nvPr/>
        </p:nvSpPr>
        <p:spPr>
          <a:xfrm>
            <a:off x="5581677" y="426330"/>
            <a:ext cx="1102022" cy="347472"/>
          </a:xfrm>
          <a:prstGeom prst="rect">
            <a:avLst/>
          </a:prstGeom>
          <a:solidFill>
            <a:srgbClr val="DBEAF9"/>
          </a:solidFill>
          <a:ln w="12700">
            <a:solidFill>
              <a:srgbClr val="CDE2F7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체크인 카운터 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A18D433F-AF73-FEFC-9549-68B733F3D6FA}"/>
              </a:ext>
            </a:extLst>
          </p:cNvPr>
          <p:cNvSpPr/>
          <p:nvPr/>
        </p:nvSpPr>
        <p:spPr>
          <a:xfrm>
            <a:off x="6714798" y="426330"/>
            <a:ext cx="1102022" cy="347472"/>
          </a:xfrm>
          <a:prstGeom prst="rect">
            <a:avLst/>
          </a:prstGeom>
          <a:solidFill>
            <a:srgbClr val="D6EEE6"/>
          </a:solidFill>
          <a:ln w="12700">
            <a:solidFill>
              <a:srgbClr val="C5E6DC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출국장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6A532E80-9FE6-EC93-ADE0-74C4018A78F1}"/>
              </a:ext>
            </a:extLst>
          </p:cNvPr>
          <p:cNvSpPr/>
          <p:nvPr/>
        </p:nvSpPr>
        <p:spPr>
          <a:xfrm>
            <a:off x="7847920" y="426330"/>
            <a:ext cx="1102022" cy="347472"/>
          </a:xfrm>
          <a:prstGeom prst="rect">
            <a:avLst/>
          </a:prstGeom>
          <a:solidFill>
            <a:srgbClr val="FDEED3"/>
          </a:solidFill>
          <a:ln w="12700">
            <a:solidFill>
              <a:srgbClr val="FBDBA5"/>
            </a:solidFill>
            <a:prstDash val="solid"/>
          </a:ln>
        </p:spPr>
        <p:txBody>
          <a:bodyPr lIns="0" tIns="0" rIns="0" bIns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보안검색대 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Rix고딕 L" panose="02020603020101020101" pitchFamily="18" charset="-127"/>
              <a:ea typeface="Rix고딕 L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Rix고딕 L" panose="02020603020101020101" pitchFamily="18" charset="-127"/>
                <a:ea typeface="Rix고딕 L" panose="02020603020101020101" pitchFamily="18" charset="-127"/>
                <a:cs typeface="+mn-cs"/>
              </a:rPr>
              <a:t>최대 혼잡 시점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2: 체크인 혼잡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69480" y="914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46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 경보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체크인카운터가 가장 혼잡할 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운항편수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6032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여객수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7,800명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여객수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3,500명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6656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여객수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4,300명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1591056"/>
          <a:ext cx="4224528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4681728" y="1591056"/>
          <a:ext cx="4096512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36576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45720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체크인카운터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5720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 8개 | 여유 5개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46888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256032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체크인카운터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560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 10개 | 여유 2개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7200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466344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출국장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66344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4개 | 혼잡 2개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67512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676656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출국장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76656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 3개</a:t>
            </a:r>
            <a:endParaRPr lang="en-US" sz="1000" dirty="0"/>
          </a:p>
        </p:txBody>
      </p:sp>
      <p:graphicFrame>
        <p:nvGraphicFramePr>
          <p:cNvPr id="33" name="Chart 2"/>
          <p:cNvGraphicFramePr/>
          <p:nvPr/>
        </p:nvGraphicFramePr>
        <p:xfrm>
          <a:off x="365760" y="3959352"/>
          <a:ext cx="8412480" cy="896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Shape 29"/>
          <p:cNvSpPr/>
          <p:nvPr/>
        </p:nvSpPr>
        <p:spPr>
          <a:xfrm>
            <a:off x="365760" y="4837176"/>
            <a:ext cx="8412480" cy="256032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502920" y="48554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체크인카운터 혼잡 — T1 A아일랜드, T2 B아일랜드 대기 급증 중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3: 출국장 혼잡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69480" y="914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46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 경보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출국장이 가장 혼잡할 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운항편수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6032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여객수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7,200명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여객수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6656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여객수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4,100명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1591056"/>
          <a:ext cx="4224528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4681728" y="1591056"/>
          <a:ext cx="4096512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36576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45720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체크인카운터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5720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8개 | 혼잡 5개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46888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256032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체크인카운터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560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6개 | 혼잡 6개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7200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466344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출국장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66344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 5개 | 여유 1개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67512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676656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출국장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76656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 4개 | 매우혼잡 2개</a:t>
            </a:r>
            <a:endParaRPr lang="en-US" sz="1000" dirty="0"/>
          </a:p>
        </p:txBody>
      </p:sp>
      <p:graphicFrame>
        <p:nvGraphicFramePr>
          <p:cNvPr id="33" name="Chart 2"/>
          <p:cNvGraphicFramePr/>
          <p:nvPr/>
        </p:nvGraphicFramePr>
        <p:xfrm>
          <a:off x="365760" y="3959352"/>
          <a:ext cx="8412480" cy="896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Shape 29"/>
          <p:cNvSpPr/>
          <p:nvPr/>
        </p:nvSpPr>
        <p:spPr>
          <a:xfrm>
            <a:off x="365760" y="4837176"/>
            <a:ext cx="8412480" cy="256032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502920" y="48554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출국장 혼잡 — T1 2번, T2 1번 게이트 대기인원 100명 초과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4: 보안검색 혼잡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69480" y="914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46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 경보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보안검색대가 가장 혼잡할 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운항편수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6032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여객수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6,800명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여객수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85953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66560" y="896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여객수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3,800명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1591056"/>
          <a:ext cx="4224528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4681728" y="1591056"/>
          <a:ext cx="4096512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36576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45720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체크인카운터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5720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10개 | 혼잡 3개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46888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256032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체크인카운터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560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9개 | 혼잡 3개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7200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466344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출국장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66344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 3개 | 매우혼잡 2개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675120" y="3236976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6766560" y="3273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출국장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76656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 4개</a:t>
            </a:r>
            <a:endParaRPr lang="en-US" sz="1000" dirty="0"/>
          </a:p>
        </p:txBody>
      </p:sp>
      <p:graphicFrame>
        <p:nvGraphicFramePr>
          <p:cNvPr id="33" name="Chart 2"/>
          <p:cNvGraphicFramePr/>
          <p:nvPr/>
        </p:nvGraphicFramePr>
        <p:xfrm>
          <a:off x="365760" y="3959352"/>
          <a:ext cx="8412480" cy="896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Shape 29"/>
          <p:cNvSpPr/>
          <p:nvPr/>
        </p:nvSpPr>
        <p:spPr>
          <a:xfrm>
            <a:off x="365760" y="4837176"/>
            <a:ext cx="8412480" cy="256032"/>
          </a:xfrm>
          <a:prstGeom prst="roundRect">
            <a:avLst>
              <a:gd name="adj" fmla="val 21429"/>
            </a:avLst>
          </a:prstGeom>
          <a:solidFill>
            <a:srgbClr val="FAEEDA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502920" y="48554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보안검색대 혼잡 — 대기 시간 14분 초과. 추가 레인 개방 권고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시나리오 종합 비교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85800"/>
          <a:ext cx="8412480" cy="21945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시나리오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운항편수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총 여객수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 여객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 여객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체크인 상태 (T1)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출국장 상태 (T1)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터미널에 여객수가 가장 없을 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여유 13개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여유 6개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체크인카운터가 가장 혼잡할 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혼잡 8개 | 여유 5개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여유 4개 | 혼잡 2개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출국장이 가장 혼잡할 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여유 8개 | 혼잡 5개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혼잡 5개 | 여유 1개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보안검색대가 가장 혼잡할 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3,800명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여유 10개 | 혼잡 3개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혼잡 3개 | 매우혼잡 2개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136392"/>
            <a:ext cx="4224528" cy="804672"/>
          </a:xfrm>
          <a:prstGeom prst="roundRect">
            <a:avLst>
              <a:gd name="adj" fmla="val 11364"/>
            </a:avLst>
          </a:prstGeom>
          <a:solidFill>
            <a:srgbClr val="E1F5EE"/>
          </a:solidFill>
          <a:ln w="12700">
            <a:solidFill>
              <a:srgbClr val="1D9E7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30352" y="319125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부하 시나리오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0352" y="345643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42편 / 3,100명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구역 여유 → 선제 서비스 최적화 기회</a:t>
            </a:r>
            <a:endParaRPr lang="en-US" sz="900" dirty="0"/>
          </a:p>
        </p:txBody>
      </p:sp>
      <p:sp>
        <p:nvSpPr>
          <p:cNvPr id="4" name="Shape 5"/>
          <p:cNvSpPr/>
          <p:nvPr/>
        </p:nvSpPr>
        <p:spPr>
          <a:xfrm>
            <a:off x="4773168" y="3136392"/>
            <a:ext cx="4224528" cy="804672"/>
          </a:xfrm>
          <a:prstGeom prst="roundRect">
            <a:avLst>
              <a:gd name="adj" fmla="val 11364"/>
            </a:avLst>
          </a:prstGeom>
          <a:solidFill>
            <a:srgbClr val="FFFBEB"/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937760" y="319125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체크인 병목 시나리오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37760" y="345643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86편 / 7,800명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혼잡 10개 → 즉각적인 카운터 추가 개방 필요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4032504"/>
            <a:ext cx="4224528" cy="804672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30352" y="40873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출국장 병목 시나리오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0352" y="435254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78편 / 7,200명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게이트 매우혼잡 2개 → 100명 초과 대기 발생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73168" y="4032504"/>
            <a:ext cx="4224528" cy="804672"/>
          </a:xfrm>
          <a:prstGeom prst="roundRect">
            <a:avLst>
              <a:gd name="adj" fmla="val 11364"/>
            </a:avLst>
          </a:prstGeom>
          <a:solidFill>
            <a:srgbClr val="EEEDFE"/>
          </a:solidFill>
          <a:ln w="12700">
            <a:solidFill>
              <a:srgbClr val="534AB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937760" y="40873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보안검색 병목 시나리오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37760" y="435254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72편 / 6,800명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 14분 초과 → 추가 보안 레인 개방 권고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7F77DD">
              <a:alpha val="18000"/>
            </a:srgbClr>
          </a:solidFill>
          <a:ln w="12700">
            <a:solidFill>
              <a:srgbClr val="7F77D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474720" cy="3474720"/>
          </a:xfrm>
          <a:prstGeom prst="ellipse">
            <a:avLst/>
          </a:prstGeom>
          <a:solidFill>
            <a:srgbClr val="7F77DD">
              <a:alpha val="15000"/>
            </a:srgbClr>
          </a:solidFill>
          <a:ln w="12700">
            <a:solidFill>
              <a:srgbClr val="7F77D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0" y="3474720"/>
            <a:ext cx="2011680" cy="201168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스마트 모빌리티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모니터링 대시보드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Smart Mobility · Terminal T1 / T2 · Simulation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2514600" cy="713232"/>
          </a:xfrm>
          <a:prstGeom prst="roundRect">
            <a:avLst>
              <a:gd name="adj" fmla="val 12821"/>
            </a:avLst>
          </a:prstGeom>
          <a:solidFill>
            <a:srgbClr val="2D2870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95528" y="32004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터미널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5528" y="343814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/ T2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3154680"/>
            <a:ext cx="2514600" cy="713232"/>
          </a:xfrm>
          <a:prstGeom prst="roundRect">
            <a:avLst>
              <a:gd name="adj" fmla="val 12821"/>
            </a:avLst>
          </a:prstGeom>
          <a:solidFill>
            <a:srgbClr val="2D2870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584448" y="32004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84448" y="343814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154680"/>
            <a:ext cx="2514600" cy="713232"/>
          </a:xfrm>
          <a:prstGeom prst="roundRect">
            <a:avLst>
              <a:gd name="adj" fmla="val 12821"/>
            </a:avLst>
          </a:prstGeom>
          <a:solidFill>
            <a:srgbClr val="2D2870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73368" y="32004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소스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73368" y="343814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&amp; Xovis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기준일자: 2026-06-11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7F77DD">
              <a:alpha val="18000"/>
            </a:srgbClr>
          </a:solidFill>
          <a:ln w="12700">
            <a:solidFill>
              <a:srgbClr val="7F77D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1D9E75">
              <a:alpha val="16000"/>
            </a:srgbClr>
          </a:solidFill>
          <a:ln w="12700">
            <a:solidFill>
              <a:srgbClr val="1D9E75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스마트 모빌리티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선제적 운영으로 여객 경험을 혁신합니다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2542032"/>
            <a:ext cx="201168" cy="20116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05840" y="25237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&amp; Xovis 듀얼 센서 통합으로 데이터 신뢰성 향상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44952"/>
            <a:ext cx="201168" cy="20116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3026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4종 시나리오 기반 예측 시뮬레이션으로 사전 대응 가능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47872"/>
            <a:ext cx="201168" cy="20116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3529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체크인 · 보안 · 출국장 통합 모니터링으로 운영 효율 극대화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Smart Mobility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2E8F0"/>
        </a:solidFill>
        <a:ln w="12700">
          <a:solidFill>
            <a:srgbClr val="CBD5E1"/>
          </a:solidFill>
          <a:prstDash val="solid"/>
        </a:ln>
      </a:spPr>
      <a:bodyPr/>
      <a:lstStyle>
        <a:defPPr algn="l">
          <a:defRPr>
            <a:latin typeface="Rix고딕 L" panose="02020603020101020101" pitchFamily="18" charset="-127"/>
            <a:ea typeface="Rix고딕 L" panose="02020603020101020101" pitchFamily="18" charset="-127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1583</Words>
  <Application>Microsoft Office PowerPoint</Application>
  <PresentationFormat>화면 슬라이드 쇼(16:9)</PresentationFormat>
  <Paragraphs>450</Paragraphs>
  <Slides>17</Slides>
  <Notes>17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Rix고딕 L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공항 스마트 모빌리티 실시간 모니터링 대시보드</dc:title>
  <dc:subject>PptxGenJS Presentation</dc:subject>
  <dc:creator>PptxGenJS</dc:creator>
  <cp:lastModifiedBy>양수정</cp:lastModifiedBy>
  <cp:revision>3</cp:revision>
  <dcterms:created xsi:type="dcterms:W3CDTF">2026-06-11T02:20:13Z</dcterms:created>
  <dcterms:modified xsi:type="dcterms:W3CDTF">2026-06-12T08:31:31Z</dcterms:modified>
</cp:coreProperties>
</file>